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808" r:id="rId5"/>
    <p:sldMasterId id="2147483809" r:id="rId6"/>
    <p:sldMasterId id="2147483810" r:id="rId7"/>
    <p:sldMasterId id="2147483811" r:id="rId8"/>
    <p:sldMasterId id="2147483812" r:id="rId9"/>
    <p:sldMasterId id="2147483813" r:id="rId10"/>
    <p:sldMasterId id="2147483814"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Lst>
  <p:sldSz cy="5143500" cx="9144000"/>
  <p:notesSz cx="6858000" cy="9144000"/>
  <p:embeddedFontLst>
    <p:embeddedFont>
      <p:font typeface="Space Mono"/>
      <p:regular r:id="rId46"/>
      <p:bold r:id="rId47"/>
      <p:italic r:id="rId48"/>
      <p:boldItalic r:id="rId49"/>
    </p:embeddedFont>
    <p:embeddedFont>
      <p:font typeface="Poppins"/>
      <p:regular r:id="rId50"/>
      <p:bold r:id="rId51"/>
      <p:italic r:id="rId52"/>
      <p:boldItalic r:id="rId53"/>
    </p:embeddedFont>
    <p:embeddedFont>
      <p:font typeface="Roboto Mono"/>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343EAC7-9FF8-441D-88F8-5490911E96A0}">
  <a:tblStyle styleId="{6343EAC7-9FF8-441D-88F8-5490911E96A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8.xml"/><Relationship Id="rId42" Type="http://schemas.openxmlformats.org/officeDocument/2006/relationships/slide" Target="slides/slide30.xml"/><Relationship Id="rId41" Type="http://schemas.openxmlformats.org/officeDocument/2006/relationships/slide" Target="slides/slide29.xml"/><Relationship Id="rId44" Type="http://schemas.openxmlformats.org/officeDocument/2006/relationships/slide" Target="slides/slide32.xml"/><Relationship Id="rId43" Type="http://schemas.openxmlformats.org/officeDocument/2006/relationships/slide" Target="slides/slide31.xml"/><Relationship Id="rId46" Type="http://schemas.openxmlformats.org/officeDocument/2006/relationships/font" Target="fonts/SpaceMono-regular.fntdata"/><Relationship Id="rId45" Type="http://schemas.openxmlformats.org/officeDocument/2006/relationships/slide" Target="slides/slide33.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font" Target="fonts/SpaceMono-italic.fntdata"/><Relationship Id="rId47" Type="http://schemas.openxmlformats.org/officeDocument/2006/relationships/font" Target="fonts/SpaceMono-bold.fntdata"/><Relationship Id="rId49" Type="http://schemas.openxmlformats.org/officeDocument/2006/relationships/font" Target="fonts/SpaceMono-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19.xml"/><Relationship Id="rId30" Type="http://schemas.openxmlformats.org/officeDocument/2006/relationships/slide" Target="slides/slide18.xml"/><Relationship Id="rId33" Type="http://schemas.openxmlformats.org/officeDocument/2006/relationships/slide" Target="slides/slide21.xml"/><Relationship Id="rId32" Type="http://schemas.openxmlformats.org/officeDocument/2006/relationships/slide" Target="slides/slide20.xml"/><Relationship Id="rId35" Type="http://schemas.openxmlformats.org/officeDocument/2006/relationships/slide" Target="slides/slide23.xml"/><Relationship Id="rId34" Type="http://schemas.openxmlformats.org/officeDocument/2006/relationships/slide" Target="slides/slide22.xml"/><Relationship Id="rId37" Type="http://schemas.openxmlformats.org/officeDocument/2006/relationships/slide" Target="slides/slide25.xml"/><Relationship Id="rId36" Type="http://schemas.openxmlformats.org/officeDocument/2006/relationships/slide" Target="slides/slide24.xml"/><Relationship Id="rId39" Type="http://schemas.openxmlformats.org/officeDocument/2006/relationships/slide" Target="slides/slide27.xml"/><Relationship Id="rId38" Type="http://schemas.openxmlformats.org/officeDocument/2006/relationships/slide" Target="slides/slide26.xml"/><Relationship Id="rId20" Type="http://schemas.openxmlformats.org/officeDocument/2006/relationships/slide" Target="slides/slide8.xml"/><Relationship Id="rId22" Type="http://schemas.openxmlformats.org/officeDocument/2006/relationships/slide" Target="slides/slide10.xml"/><Relationship Id="rId21" Type="http://schemas.openxmlformats.org/officeDocument/2006/relationships/slide" Target="slides/slide9.xml"/><Relationship Id="rId24" Type="http://schemas.openxmlformats.org/officeDocument/2006/relationships/slide" Target="slides/slide12.xml"/><Relationship Id="rId23" Type="http://schemas.openxmlformats.org/officeDocument/2006/relationships/slide" Target="slides/slide11.xml"/><Relationship Id="rId26" Type="http://schemas.openxmlformats.org/officeDocument/2006/relationships/slide" Target="slides/slide14.xml"/><Relationship Id="rId25" Type="http://schemas.openxmlformats.org/officeDocument/2006/relationships/slide" Target="slides/slide13.xml"/><Relationship Id="rId28" Type="http://schemas.openxmlformats.org/officeDocument/2006/relationships/slide" Target="slides/slide16.xml"/><Relationship Id="rId27" Type="http://schemas.openxmlformats.org/officeDocument/2006/relationships/slide" Target="slides/slide15.xml"/><Relationship Id="rId29" Type="http://schemas.openxmlformats.org/officeDocument/2006/relationships/slide" Target="slides/slide17.xml"/><Relationship Id="rId51" Type="http://schemas.openxmlformats.org/officeDocument/2006/relationships/font" Target="fonts/Poppins-bold.fntdata"/><Relationship Id="rId50" Type="http://schemas.openxmlformats.org/officeDocument/2006/relationships/font" Target="fonts/Poppins-regular.fntdata"/><Relationship Id="rId53" Type="http://schemas.openxmlformats.org/officeDocument/2006/relationships/font" Target="fonts/Poppins-boldItalic.fntdata"/><Relationship Id="rId52" Type="http://schemas.openxmlformats.org/officeDocument/2006/relationships/font" Target="fonts/Poppins-italic.fntdata"/><Relationship Id="rId11" Type="http://schemas.openxmlformats.org/officeDocument/2006/relationships/slideMaster" Target="slideMasters/slideMaster7.xml"/><Relationship Id="rId55" Type="http://schemas.openxmlformats.org/officeDocument/2006/relationships/font" Target="fonts/RobotoMono-bold.fntdata"/><Relationship Id="rId10" Type="http://schemas.openxmlformats.org/officeDocument/2006/relationships/slideMaster" Target="slideMasters/slideMaster6.xml"/><Relationship Id="rId54" Type="http://schemas.openxmlformats.org/officeDocument/2006/relationships/font" Target="fonts/RobotoMono-regular.fntdata"/><Relationship Id="rId13" Type="http://schemas.openxmlformats.org/officeDocument/2006/relationships/slide" Target="slides/slide1.xml"/><Relationship Id="rId57" Type="http://schemas.openxmlformats.org/officeDocument/2006/relationships/font" Target="fonts/RobotoMono-boldItalic.fntdata"/><Relationship Id="rId12" Type="http://schemas.openxmlformats.org/officeDocument/2006/relationships/notesMaster" Target="notesMasters/notesMaster1.xml"/><Relationship Id="rId56" Type="http://schemas.openxmlformats.org/officeDocument/2006/relationships/font" Target="fonts/RobotoMono-italic.fntdata"/><Relationship Id="rId15" Type="http://schemas.openxmlformats.org/officeDocument/2006/relationships/slide" Target="slides/slide3.xml"/><Relationship Id="rId14" Type="http://schemas.openxmlformats.org/officeDocument/2006/relationships/slide" Target="slides/slide2.xml"/><Relationship Id="rId17" Type="http://schemas.openxmlformats.org/officeDocument/2006/relationships/slide" Target="slides/slide5.xml"/><Relationship Id="rId16" Type="http://schemas.openxmlformats.org/officeDocument/2006/relationships/slide" Target="slides/slide4.xml"/><Relationship Id="rId19" Type="http://schemas.openxmlformats.org/officeDocument/2006/relationships/slide" Target="slides/slide7.xml"/><Relationship Id="rId1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2206a4b547_0_20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6" name="Google Shape;1226;g32206a4b547_0_20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Introduce the session and set the tone for learning about dictionaries.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students to the session with enthusiasm.</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Recap key concepts from the previous week to create continuity.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back to Week 2 of TIP101! Today, we’re diving into dictionaries—one of Python’s most powerful tools for managing and retrieving data efficiently.</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Last week, we worked on mastering lists. This week, we’ll take it further with dictionaries to solve more complex problems.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"What’s one thing you remember or found challenging about lists last week?" Use responses to bridge into the day’s topic.</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3225bc5ee01_0_1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2" name="Google Shape;1232;g3225bc5ee01_0_1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Provide an overview of the session and set expectations.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Walk through the session’s schedule and ensure students understand the flow.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what we’ll cover today: We’ll start with time management tips, then move into an introduction to dictionaries. After a quick break, we’ll spend the second half of the session solving problems collaboratively.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Pause to ask if anyone has questions about the schedule or if they need clarification about the session’s goals.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3225bc5ee01_0_1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g3225bc5ee01_0_1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SLIDES_API2405318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4" name="Google Shape;1244;SLIDES_API2405318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g3ea33248c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3" name="Google Shape;1253;g3ea33248c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3ea33248c2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3ea33248c2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SLIDES_API2405318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SLIDES_API2405318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purpose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ea33248c2f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6" name="Google Shape;1276;g3ea33248c2f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purpose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g3225bc5ee01_0_1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4" name="Google Shape;1284;g3225bc5ee01_0_1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Prepare students for collaborative problem-solving time.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breakout room process and answer any logistical questions.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We’ll use your entry tickets to assign breakout rooms based on your progress in the course. Once assigned, you’ll navigate to your room and start working with your group.</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g3225bc5ee01_0_1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2" name="Google Shape;1292;g3225bc5ee01_0_1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3225bc5ee01_0_1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8" name="Google Shape;1298;g3225bc5ee01_0_1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students to set goals and prioritize their time effectively.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Guide students to write down a short-term and long-term goal on paper or a sticky note.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Grab a sticky note or a piece of paper and write down one goal for this week and one long-term goal for this course. For example, a short-term goal could be 'complete all problems in Unit 2,' and a long-term goal might be 'pass the HackerRank assessments on the first try.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students to hold their goals up to the camera or share them in the chat.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3225bc5ee01_0_1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3225bc5ee01_0_1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Help students recognize and manage external commitments while maintaining consistency.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practical strategies for balancing commitments and studying.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 all have responsibilities outside this course, whether it’s work, family, or other activities. The key is to create a realistic schedule. Identify your non-negotiables and plan your study time around them.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your own challenges and strategies to make it relatable. Then ask: "What’s one way you’ve managed to stay consistent in your learning?"</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3ea33248c2f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7" name="Google Shape;1317;g3ea33248c2f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Create a space for students to share their challenges and solutions for balancing commitments.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Facilitate a discussion in the chat or use a Zoom poll.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"What challenges do you face in balancing study with other commitments? How do you plan to overcome them? Share your thoughts in the chat or unmute to share.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responses and thank students for sharing. If using a poll, discuss the results and common themes.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3225bc5ee01_0_1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4" name="Google Shape;1324;g3225bc5ee01_0_1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3225bc5ee01_0_1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3225bc5ee01_0_1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Assess students' prior knowledge and build a foundation for the lesson.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Facilitate an open discussion to gauge familiarity with dictionaries.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brainstorm: What do we already know about dictionaries in Python? For example, how are they different from lists or sets?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with examples: "A dictionary is like a phonebook with names as keys and numbers as values. Can you think of other examples?"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225bc5ee01_0_1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7" name="Google Shape;1337;g3225bc5ee01_0_1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Introduce dictionaries as a data structure for efficient data retrieval.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concept of key-value pairs and their use cases.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 dictionary is a collection of key-value pairs where each key is unique. This makes it perfect for tasks like looking up user data or creating frequency maps.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For example, if we’re counting the frequency of words in a sentence, a dictionary can map each word to its count.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"What are some scenarios where you might use a dictionary in a program?"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g3225bc5ee01_0_1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9" name="Google Shape;1349;g3225bc5ee01_0_1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Familiarize students with dictionary methods and syntax.</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Guide students through exploring the cheat sheet and answering questions.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Take a look at the Dictionary Methods &amp; Syntax section in the Unit 2 Cheat Sheet. What do you notice? What do you wonder?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Invite students to share their observations and clarify any misconceptions.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3ea33248c2f_0_9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3ea33248c2f_0_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Highlight practical applications of dictionaries.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Provide examples of real-world scenarios where dictionaries are essential.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Dictionaries are incredibly versatile. You can use them to count character frequencies, store configurations, or even implement simple caching systems.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"Can you think of a problem you’ve solved or could solve using a dictionary?"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3ea98d0a66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4" name="Google Shape;1364;g3ea98d0a66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Reinforce the differences between lists and dictionaries with practical examples.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Provide clear examples to illustrate each use case.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Lists are perfect for ordered collections of data that you’ll loop through. Dictionaries are ideal when you need to associate data using keys, like a phonebook or a frequency counter.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instance, if you’re building a program that counts the number of times each word appears in a text, a dictionary would let you map each word to its count efficiently.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Prompt: "Which data structure would you use to store a collection of email addresses and the number of emails each person has sent?"</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g3225bc5ee01_0_1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1" name="Google Shape;1371;g3225bc5ee01_0_1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Reinforce the importance of the UMPIRE strategy for problem-solving.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Recap the Understand, Plan, and Implement steps.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revisit UPI. First, understand the problem requirements. Next, create a clear plan with pseudocode. Finally, implement your solution and test it thoroughly.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"Which of these steps do you find most challenging, and why?"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g32206a4b547_0_2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8" name="Google Shape;1388;g32206a4b547_0_2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Demonstrate solving the "Group Anagrams" problem using the UMPIRE strategy, showcasing the efficiency of dictionaries in categorizing and grouping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Guide students through solving the problem step by step using the UMPIRE strategy.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Emphasize understanding the problem, creating a clear plan, implementing the solution, and handling edge cases.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Normalize mistakes by intentionally introducing errors and debugging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Understand the Problem</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start by understanding the problem. We need to group strings that are anagrams of each other. An anagram is a word formed by rearranging the letters of another, like 'eat' and 'tea.'"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"Our input is a list of strings, and our output should be a list of lists, where each list contains words that are anagrams."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if the input is </a:t>
            </a:r>
            <a:r>
              <a:rPr lang="en">
                <a:solidFill>
                  <a:srgbClr val="188038"/>
                </a:solidFill>
                <a:latin typeface="Roboto Mono"/>
                <a:ea typeface="Roboto Mono"/>
                <a:cs typeface="Roboto Mono"/>
                <a:sym typeface="Roboto Mono"/>
              </a:rPr>
              <a:t>['eat', 'tea', 'tan', 'ate', 'nat', 'bat']</a:t>
            </a:r>
            <a:r>
              <a:rPr lang="en">
                <a:solidFill>
                  <a:schemeClr val="dk1"/>
                </a:solidFill>
              </a:rPr>
              <a:t>, the output should be </a:t>
            </a:r>
            <a:r>
              <a:rPr lang="en">
                <a:solidFill>
                  <a:srgbClr val="188038"/>
                </a:solidFill>
                <a:latin typeface="Roboto Mono"/>
                <a:ea typeface="Roboto Mono"/>
                <a:cs typeface="Roboto Mono"/>
                <a:sym typeface="Roboto Mono"/>
              </a:rPr>
              <a:t>[['eat', 'tea', 'ate'], ['tan', 'nat'], ['bat']].</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"What edge cases might we encounter here? For instance, what if the list is empty or has only one word?"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Plan the Solution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"Now let’s create a plan. To solve this problem efficiently, we’ll use a dictionary. The keys will be a sorted version of each word, and the values will be lists of words that are anagrams."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"Here’s the step-by-step plan:</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Create an empty dictionary.</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Loop through each word in the input list.</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For each word, sort its letters alphabetically. This sorted version will be the key.</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Add the word to the dictionary under the corresponding key. If the key doesn’t exist, create a new list.</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Return the values of the dictionary as the final grouped lists."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"Does this plan make sense? Can you think of any potential pitfalls?"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Implement the Solution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turn our plan into Python code. I’ll start by defining the function and implementing each step."</a:t>
            </a:r>
            <a:endParaRPr>
              <a:solidFill>
                <a:schemeClr val="dk1"/>
              </a:solidFill>
            </a:endParaRPr>
          </a:p>
          <a:p>
            <a:pPr indent="0" lvl="0" marL="0" rtl="0" algn="l">
              <a:spcBef>
                <a:spcPts val="1200"/>
              </a:spcBef>
              <a:spcAft>
                <a:spcPts val="0"/>
              </a:spcAft>
              <a:buNone/>
            </a:pPr>
            <a:r>
              <a:rPr b="1" lang="en">
                <a:solidFill>
                  <a:schemeClr val="dk1"/>
                </a:solidFill>
              </a:rPr>
              <a:t>Write the code step by step, explaining each line:</a:t>
            </a:r>
            <a:br>
              <a:rPr b="1" lang="en">
                <a:solidFill>
                  <a:schemeClr val="dk1"/>
                </a:solidFill>
              </a:rPr>
            </a:br>
            <a:r>
              <a:rPr lang="en">
                <a:solidFill>
                  <a:schemeClr val="dk1"/>
                </a:solidFill>
              </a:rPr>
              <a:t> def group_anagrams(words):</a:t>
            </a:r>
            <a:endParaRPr>
              <a:solidFill>
                <a:schemeClr val="dk1"/>
              </a:solidFill>
            </a:endParaRPr>
          </a:p>
          <a:p>
            <a:pPr indent="0" lvl="0" marL="0" rtl="0" algn="l">
              <a:spcBef>
                <a:spcPts val="0"/>
              </a:spcBef>
              <a:spcAft>
                <a:spcPts val="0"/>
              </a:spcAft>
              <a:buNone/>
            </a:pPr>
            <a:r>
              <a:rPr lang="en">
                <a:solidFill>
                  <a:schemeClr val="dk1"/>
                </a:solidFill>
              </a:rPr>
              <a:t>    anagrams = {}</a:t>
            </a:r>
            <a:endParaRPr>
              <a:solidFill>
                <a:schemeClr val="dk1"/>
              </a:solidFill>
            </a:endParaRPr>
          </a:p>
          <a:p>
            <a:pPr indent="0" lvl="0" marL="0" rtl="0" algn="l">
              <a:spcBef>
                <a:spcPts val="0"/>
              </a:spcBef>
              <a:spcAft>
                <a:spcPts val="0"/>
              </a:spcAft>
              <a:buNone/>
            </a:pPr>
            <a:r>
              <a:rPr lang="en">
                <a:solidFill>
                  <a:schemeClr val="dk1"/>
                </a:solidFill>
              </a:rPr>
              <a:t>    for word in words:</a:t>
            </a:r>
            <a:endParaRPr>
              <a:solidFill>
                <a:schemeClr val="dk1"/>
              </a:solidFill>
            </a:endParaRPr>
          </a:p>
          <a:p>
            <a:pPr indent="0" lvl="0" marL="0" rtl="0" algn="l">
              <a:spcBef>
                <a:spcPts val="0"/>
              </a:spcBef>
              <a:spcAft>
                <a:spcPts val="0"/>
              </a:spcAft>
              <a:buNone/>
            </a:pPr>
            <a:r>
              <a:rPr lang="en">
                <a:solidFill>
                  <a:schemeClr val="dk1"/>
                </a:solidFill>
              </a:rPr>
              <a:t>        key = ''.join(sorted(word))  # Step 3: Create the key</a:t>
            </a:r>
            <a:endParaRPr>
              <a:solidFill>
                <a:schemeClr val="dk1"/>
              </a:solidFill>
            </a:endParaRPr>
          </a:p>
          <a:p>
            <a:pPr indent="0" lvl="0" marL="0" rtl="0" algn="l">
              <a:spcBef>
                <a:spcPts val="0"/>
              </a:spcBef>
              <a:spcAft>
                <a:spcPts val="0"/>
              </a:spcAft>
              <a:buNone/>
            </a:pPr>
            <a:r>
              <a:rPr lang="en">
                <a:solidFill>
                  <a:schemeClr val="dk1"/>
                </a:solidFill>
              </a:rPr>
              <a:t>        if key not in anagrams:</a:t>
            </a:r>
            <a:endParaRPr>
              <a:solidFill>
                <a:schemeClr val="dk1"/>
              </a:solidFill>
            </a:endParaRPr>
          </a:p>
          <a:p>
            <a:pPr indent="0" lvl="0" marL="0" rtl="0" algn="l">
              <a:spcBef>
                <a:spcPts val="0"/>
              </a:spcBef>
              <a:spcAft>
                <a:spcPts val="0"/>
              </a:spcAft>
              <a:buNone/>
            </a:pPr>
            <a:r>
              <a:rPr lang="en">
                <a:solidFill>
                  <a:schemeClr val="dk1"/>
                </a:solidFill>
              </a:rPr>
              <a:t>            anagrams[key] = []  # Step 4: Initialize the list</a:t>
            </a:r>
            <a:endParaRPr>
              <a:solidFill>
                <a:schemeClr val="dk1"/>
              </a:solidFill>
            </a:endParaRPr>
          </a:p>
          <a:p>
            <a:pPr indent="0" lvl="0" marL="0" rtl="0" algn="l">
              <a:spcBef>
                <a:spcPts val="0"/>
              </a:spcBef>
              <a:spcAft>
                <a:spcPts val="0"/>
              </a:spcAft>
              <a:buNone/>
            </a:pPr>
            <a:r>
              <a:rPr lang="en">
                <a:solidFill>
                  <a:schemeClr val="dk1"/>
                </a:solidFill>
              </a:rPr>
              <a:t>        anagrams[key].append(word)  # Step 4: Add the word to the list</a:t>
            </a:r>
            <a:endParaRPr>
              <a:solidFill>
                <a:schemeClr val="dk1"/>
              </a:solidFill>
            </a:endParaRPr>
          </a:p>
          <a:p>
            <a:pPr indent="0" lvl="0" marL="0" rtl="0" algn="l">
              <a:spcBef>
                <a:spcPts val="0"/>
              </a:spcBef>
              <a:spcAft>
                <a:spcPts val="0"/>
              </a:spcAft>
              <a:buNone/>
            </a:pPr>
            <a:r>
              <a:rPr lang="en">
                <a:solidFill>
                  <a:schemeClr val="dk1"/>
                </a:solidFill>
              </a:rPr>
              <a:t>    return list(anagrams.values())  # Step 5: Return grouped anagrams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Normalize Mistakes:</a:t>
            </a:r>
            <a:r>
              <a:rPr lang="en">
                <a:solidFill>
                  <a:schemeClr val="dk1"/>
                </a:solidFill>
              </a:rPr>
              <a:t> Introduce a small error, such as using </a:t>
            </a:r>
            <a:r>
              <a:rPr lang="en">
                <a:solidFill>
                  <a:srgbClr val="188038"/>
                </a:solidFill>
                <a:latin typeface="Roboto Mono"/>
                <a:ea typeface="Roboto Mono"/>
                <a:cs typeface="Roboto Mono"/>
                <a:sym typeface="Roboto Mono"/>
              </a:rPr>
              <a:t>sorted(word)</a:t>
            </a:r>
            <a:r>
              <a:rPr lang="en">
                <a:solidFill>
                  <a:schemeClr val="dk1"/>
                </a:solidFill>
              </a:rPr>
              <a:t> without joining it back into a string, and debug it.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"Hmm, why is this giving us a TypeError? Let’s print out the key and see what’s happening."</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"Ah, it seems we forgot to join the sorted letters back into a string. Let’s fix that."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4. Test the Solution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test our function with the given input: </a:t>
            </a:r>
            <a:r>
              <a:rPr lang="en">
                <a:solidFill>
                  <a:srgbClr val="188038"/>
                </a:solidFill>
                <a:latin typeface="Roboto Mono"/>
                <a:ea typeface="Roboto Mono"/>
                <a:cs typeface="Roboto Mono"/>
                <a:sym typeface="Roboto Mono"/>
              </a:rPr>
              <a:t>['eat', 'tea', 'tan', 'ate', 'nat', 'bat']</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expected output is </a:t>
            </a:r>
            <a:r>
              <a:rPr lang="en">
                <a:solidFill>
                  <a:srgbClr val="188038"/>
                </a:solidFill>
                <a:latin typeface="Roboto Mono"/>
                <a:ea typeface="Roboto Mono"/>
                <a:cs typeface="Roboto Mono"/>
                <a:sym typeface="Roboto Mono"/>
              </a:rPr>
              <a:t>[['eat', 'tea', 'ate'], ['tan', 'nat'], ['bat']].</a:t>
            </a:r>
            <a:r>
              <a:rPr lang="en">
                <a:solidFill>
                  <a:schemeClr val="dk1"/>
                </a:solidFill>
              </a:rPr>
              <a:t> Let’s run it and see if it works."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Run the code. If it fails, demonstrate how to debug with print statements or logical checks.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"What additional test cases should we try? What if there are duplicate words or an empty list?"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Throughout the demo:</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"What’s our next step?"</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"Why do you think we’re sorting the letters to create the key?"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"What’s the advantage of using a dictionary here?"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After completing the implementation: "Notice how the dictionary structure made it easy to group words efficiently. This is why dictionaries are such a powerful tool."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Encourage active participation: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"Can someone explain why sorting the letters creates a reliable key for anagrams?"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"What do you think would happen if we forgot to handle the case where a key doesn’t exist in the dictionary?"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Validate contributions: Acknowledge correct answers and provide constructive feedback on misconceptions.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Celebrate progress: "Great work! This is a classic problem where dictionaries shine in simplifying complexity."</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g32877e489b4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6" name="Google Shape;1396;g32877e489b4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g35f3bee3eb0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2" name="Google Shape;1402;g35f3bee3eb0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g35f3bee3eb0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8" name="Google Shape;1408;g35f3bee3eb0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usage can vary by course, so this can get students thinking about how to use it in this class specifically</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35f3bee3eb0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35f3bee3eb0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Ask students to share out AI tricks they’ve learned with their peers</a:t>
            </a:r>
            <a:br>
              <a:rPr lang="en"/>
            </a:br>
            <a:endParaRPr/>
          </a:p>
          <a:p>
            <a:pPr indent="0" lvl="0" marL="0" rtl="0" algn="l">
              <a:spcBef>
                <a:spcPts val="0"/>
              </a:spcBef>
              <a:spcAft>
                <a:spcPts val="0"/>
              </a:spcAft>
              <a:buNone/>
            </a:pPr>
            <a:r>
              <a:rPr lang="en"/>
              <a:t>Did the AI offer a solution that worked right away, or did it require iteration or clarification? If so, what clarifications and additional context did you provide?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How did you balance using AI assistance with trying to solve problems independently? How did it compare to your experiences debugging without AI?</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g35f3bee3eb0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3" name="Google Shape;1433;g35f3bee3eb0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32877e489b4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9" name="Google Shape;1449;g32877e489b4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32877e489b4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5" name="Google Shape;1455;g32877e489b4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Smoothly transition students into breakout rooms for collaboration.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room assignments and explain how to join breakout rooms.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the link to find your room and introduce yourself to your group.</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Check that everyone understands the process before sending them to breakout rooms.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g32877e489b4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3" name="Google Shape;1463;g32877e489b4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g32877e489b4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0" name="Google Shape;1470;g32877e489b4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g32877e489b4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6" name="Google Shape;1476;g32877e489b4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32877e489b4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32877e489b4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g3ea33248c2f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9" name="Google Shape;1489;g3ea33248c2f_0_1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3.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17.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1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2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41.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1.png"/><Relationship Id="rId4" Type="http://schemas.openxmlformats.org/officeDocument/2006/relationships/image" Target="../media/image20.png"/><Relationship Id="rId5"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image" Target="../media/image40.png"/><Relationship Id="rId5"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4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1.png"/><Relationship Id="rId4" Type="http://schemas.openxmlformats.org/officeDocument/2006/relationships/image" Target="../media/image29.png"/><Relationship Id="rId5"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1.png"/><Relationship Id="rId4" Type="http://schemas.openxmlformats.org/officeDocument/2006/relationships/image" Target="../media/image38.png"/><Relationship Id="rId5"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4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2.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34.png"/><Relationship Id="rId6" Type="http://schemas.openxmlformats.org/officeDocument/2006/relationships/image" Target="../media/image3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3.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6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17.png"/><Relationship Id="rId4"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1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2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41.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41.png"/><Relationship Id="rId4" Type="http://schemas.openxmlformats.org/officeDocument/2006/relationships/image" Target="../media/image20.png"/><Relationship Id="rId5" Type="http://schemas.openxmlformats.org/officeDocument/2006/relationships/image" Target="../media/image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image" Target="../media/image40.png"/><Relationship Id="rId5"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4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41.png"/><Relationship Id="rId4" Type="http://schemas.openxmlformats.org/officeDocument/2006/relationships/image" Target="../media/image29.png"/><Relationship Id="rId5" Type="http://schemas.openxmlformats.org/officeDocument/2006/relationships/image" Target="../media/image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41.png"/><Relationship Id="rId4" Type="http://schemas.openxmlformats.org/officeDocument/2006/relationships/image" Target="../media/image38.png"/><Relationship Id="rId5"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4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4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2.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34.png"/><Relationship Id="rId6" Type="http://schemas.openxmlformats.org/officeDocument/2006/relationships/image" Target="../media/image39.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41.png"/><Relationship Id="rId4" Type="http://schemas.openxmlformats.org/officeDocument/2006/relationships/image" Target="../media/image3.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3.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26.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3.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73.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png"/><Relationship Id="rId3" Type="http://schemas.openxmlformats.org/officeDocument/2006/relationships/image" Target="../media/image17.png"/><Relationship Id="rId4" Type="http://schemas.openxmlformats.org/officeDocument/2006/relationships/image" Target="../media/image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png"/><Relationship Id="rId3" Type="http://schemas.openxmlformats.org/officeDocument/2006/relationships/image" Target="../media/image3.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png"/><Relationship Id="rId3" Type="http://schemas.openxmlformats.org/officeDocument/2006/relationships/image" Target="../media/image3.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12.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26.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4.png"/><Relationship Id="rId3" Type="http://schemas.openxmlformats.org/officeDocument/2006/relationships/image" Target="../media/image41.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6.png"/><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3.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41.png"/><Relationship Id="rId4" Type="http://schemas.openxmlformats.org/officeDocument/2006/relationships/image" Target="../media/image20.png"/><Relationship Id="rId5" Type="http://schemas.openxmlformats.org/officeDocument/2006/relationships/image" Target="../media/image3.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image" Target="../media/image40.png"/><Relationship Id="rId5" Type="http://schemas.openxmlformats.org/officeDocument/2006/relationships/image" Target="../media/image3.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40.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41.png"/><Relationship Id="rId4" Type="http://schemas.openxmlformats.org/officeDocument/2006/relationships/image" Target="../media/image29.png"/><Relationship Id="rId5" Type="http://schemas.openxmlformats.org/officeDocument/2006/relationships/image" Target="../media/image3.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6.png"/><Relationship Id="rId3" Type="http://schemas.openxmlformats.org/officeDocument/2006/relationships/image" Target="../media/image41.png"/><Relationship Id="rId4" Type="http://schemas.openxmlformats.org/officeDocument/2006/relationships/image" Target="../media/image38.png"/><Relationship Id="rId5" Type="http://schemas.openxmlformats.org/officeDocument/2006/relationships/image" Target="../media/image3.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44.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83.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3.png"/><Relationship Id="rId3" Type="http://schemas.openxmlformats.org/officeDocument/2006/relationships/image" Target="../media/image41.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2.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34.png"/><Relationship Id="rId6" Type="http://schemas.openxmlformats.org/officeDocument/2006/relationships/image" Target="../media/image39.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2.png"/><Relationship Id="rId3" Type="http://schemas.openxmlformats.org/officeDocument/2006/relationships/image" Target="../media/image9.png"/><Relationship Id="rId4" Type="http://schemas.openxmlformats.org/officeDocument/2006/relationships/image" Target="../media/image3.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3.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62.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3.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1.png"/><Relationship Id="rId3" Type="http://schemas.openxmlformats.org/officeDocument/2006/relationships/image" Target="../media/image17.png"/><Relationship Id="rId4" Type="http://schemas.openxmlformats.org/officeDocument/2006/relationships/image" Target="../media/image3.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1.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1.png"/><Relationship Id="rId3" Type="http://schemas.openxmlformats.org/officeDocument/2006/relationships/image" Target="../media/image3.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1.png"/><Relationship Id="rId3" Type="http://schemas.openxmlformats.org/officeDocument/2006/relationships/image" Target="../media/image3.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12.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26.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 Id="rId3" Type="http://schemas.openxmlformats.org/officeDocument/2006/relationships/image" Target="../media/image41.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3.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41.png"/><Relationship Id="rId4" Type="http://schemas.openxmlformats.org/officeDocument/2006/relationships/image" Target="../media/image20.png"/><Relationship Id="rId5" Type="http://schemas.openxmlformats.org/officeDocument/2006/relationships/image" Target="../media/image3.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image" Target="../media/image40.png"/><Relationship Id="rId5" Type="http://schemas.openxmlformats.org/officeDocument/2006/relationships/image" Target="../media/image3.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40.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41.png"/><Relationship Id="rId4" Type="http://schemas.openxmlformats.org/officeDocument/2006/relationships/image" Target="../media/image29.png"/><Relationship Id="rId5" Type="http://schemas.openxmlformats.org/officeDocument/2006/relationships/image" Target="../media/image3.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41.png"/><Relationship Id="rId4" Type="http://schemas.openxmlformats.org/officeDocument/2006/relationships/image" Target="../media/image38.png"/><Relationship Id="rId5" Type="http://schemas.openxmlformats.org/officeDocument/2006/relationships/image" Target="../media/image3.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44.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83.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3.png"/><Relationship Id="rId3" Type="http://schemas.openxmlformats.org/officeDocument/2006/relationships/image" Target="../media/image41.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2.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34.png"/><Relationship Id="rId6" Type="http://schemas.openxmlformats.org/officeDocument/2006/relationships/image" Target="../media/image39.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41.png"/><Relationship Id="rId4" Type="http://schemas.openxmlformats.org/officeDocument/2006/relationships/image" Target="../media/image3.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73.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62.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5.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5.png"/><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3.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1.png"/><Relationship Id="rId3" Type="http://schemas.openxmlformats.org/officeDocument/2006/relationships/image" Target="../media/image17.png"/><Relationship Id="rId4" Type="http://schemas.openxmlformats.org/officeDocument/2006/relationships/image" Target="../media/image3.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1.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1.png"/><Relationship Id="rId3" Type="http://schemas.openxmlformats.org/officeDocument/2006/relationships/image" Target="../media/image3.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1.png"/><Relationship Id="rId3" Type="http://schemas.openxmlformats.org/officeDocument/2006/relationships/image" Target="../media/image3.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4.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12.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26.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4.png"/><Relationship Id="rId3" Type="http://schemas.openxmlformats.org/officeDocument/2006/relationships/image" Target="../media/image41.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6.png"/><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3.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41.png"/><Relationship Id="rId4" Type="http://schemas.openxmlformats.org/officeDocument/2006/relationships/image" Target="../media/image20.png"/><Relationship Id="rId5" Type="http://schemas.openxmlformats.org/officeDocument/2006/relationships/image" Target="../media/image3.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image" Target="../media/image40.png"/><Relationship Id="rId5" Type="http://schemas.openxmlformats.org/officeDocument/2006/relationships/image" Target="../media/image3.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40.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41.png"/><Relationship Id="rId4" Type="http://schemas.openxmlformats.org/officeDocument/2006/relationships/image" Target="../media/image29.png"/><Relationship Id="rId5" Type="http://schemas.openxmlformats.org/officeDocument/2006/relationships/image" Target="../media/image3.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6.png"/><Relationship Id="rId3" Type="http://schemas.openxmlformats.org/officeDocument/2006/relationships/image" Target="../media/image41.png"/><Relationship Id="rId4" Type="http://schemas.openxmlformats.org/officeDocument/2006/relationships/image" Target="../media/image38.png"/><Relationship Id="rId5" Type="http://schemas.openxmlformats.org/officeDocument/2006/relationships/image" Target="../media/image3.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44.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83.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3.png"/><Relationship Id="rId3" Type="http://schemas.openxmlformats.org/officeDocument/2006/relationships/image" Target="../media/image41.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02.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34.png"/><Relationship Id="rId6" Type="http://schemas.openxmlformats.org/officeDocument/2006/relationships/image" Target="../media/image39.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41.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0" name="Google Shape;140;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1" name="Google Shape;141;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2" name="Google Shape;142;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5" name="Google Shape;145;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6" name="Google Shape;146;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7" name="Google Shape;147;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0" name="Google Shape;150;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1" name="Google Shape;151;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2" name="Google Shape;152;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3" name="Google Shape;153;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5" name="Google Shape;155;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6" name="Google Shape;156;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59" name="Google Shape;159;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0" name="Google Shape;160;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1" name="Google Shape;161;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2" name="Google Shape;162;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3" name="Google Shape;163;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5" name="Google Shape;165;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6" name="Google Shape;166;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7" name="Shape 167"/>
        <p:cNvGrpSpPr/>
        <p:nvPr/>
      </p:nvGrpSpPr>
      <p:grpSpPr>
        <a:xfrm>
          <a:off x="0" y="0"/>
          <a:ext cx="0" cy="0"/>
          <a:chOff x="0" y="0"/>
          <a:chExt cx="0" cy="0"/>
        </a:xfrm>
      </p:grpSpPr>
      <p:pic>
        <p:nvPicPr>
          <p:cNvPr id="168" name="Google Shape;168;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69" name="Google Shape;169;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0" name="Google Shape;170;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1" name="Google Shape;171;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2" name="Google Shape;172;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3" name="Google Shape;173;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5" name="Google Shape;175;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6" name="Google Shape;176;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7" name="Shape 177"/>
        <p:cNvGrpSpPr/>
        <p:nvPr/>
      </p:nvGrpSpPr>
      <p:grpSpPr>
        <a:xfrm>
          <a:off x="0" y="0"/>
          <a:ext cx="0" cy="0"/>
          <a:chOff x="0" y="0"/>
          <a:chExt cx="0" cy="0"/>
        </a:xfrm>
      </p:grpSpPr>
      <p:pic>
        <p:nvPicPr>
          <p:cNvPr id="178" name="Google Shape;178;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9" name="Google Shape;179;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1" name="Google Shape;181;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2" name="Google Shape;182;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3" name="Google Shape;183;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5" name="Google Shape;185;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6" name="Google Shape;186;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87" name="Google Shape;187;p29"/>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8" name="Google Shape;188;p29"/>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1" name="Google Shape;191;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1" name="Google Shape;201;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2" name="Google Shape;202;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3" name="Google Shape;203;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4" name="Google Shape;204;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7" name="Google Shape;207;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8" name="Google Shape;208;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9" name="Google Shape;209;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10" name="Shape 210"/>
        <p:cNvGrpSpPr/>
        <p:nvPr/>
      </p:nvGrpSpPr>
      <p:grpSpPr>
        <a:xfrm>
          <a:off x="0" y="0"/>
          <a:ext cx="0" cy="0"/>
          <a:chOff x="0" y="0"/>
          <a:chExt cx="0" cy="0"/>
        </a:xfrm>
      </p:grpSpPr>
      <p:pic>
        <p:nvPicPr>
          <p:cNvPr id="211" name="Google Shape;211;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2" name="Google Shape;212;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3" name="Google Shape;213;p32"/>
          <p:cNvPicPr preferRelativeResize="0"/>
          <p:nvPr/>
        </p:nvPicPr>
        <p:blipFill>
          <a:blip r:embed="rId4">
            <a:alphaModFix/>
          </a:blip>
          <a:stretch>
            <a:fillRect/>
          </a:stretch>
        </p:blipFill>
        <p:spPr>
          <a:xfrm>
            <a:off x="452400" y="439975"/>
            <a:ext cx="654950" cy="654950"/>
          </a:xfrm>
          <a:prstGeom prst="rect">
            <a:avLst/>
          </a:prstGeom>
          <a:noFill/>
          <a:ln>
            <a:noFill/>
          </a:ln>
        </p:spPr>
      </p:pic>
      <p:pic>
        <p:nvPicPr>
          <p:cNvPr id="214" name="Google Shape;214;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5" name="Google Shape;215;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6" name="Google Shape;216;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7" name="Google Shape;217;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8" name="Google Shape;218;p32"/>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19" name="Shape 219"/>
        <p:cNvGrpSpPr/>
        <p:nvPr/>
      </p:nvGrpSpPr>
      <p:grpSpPr>
        <a:xfrm>
          <a:off x="0" y="0"/>
          <a:ext cx="0" cy="0"/>
          <a:chOff x="0" y="0"/>
          <a:chExt cx="0" cy="0"/>
        </a:xfrm>
      </p:grpSpPr>
      <p:pic>
        <p:nvPicPr>
          <p:cNvPr id="220" name="Google Shape;220;p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1" name="Google Shape;221;p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2" name="Google Shape;222;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23" name="Google Shape;223;p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24" name="Google Shape;224;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5" name="Google Shape;225;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6" name="Google Shape;226;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27" name="Google Shape;227;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8" name="Google Shape;228;p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29" name="Shape 229"/>
        <p:cNvGrpSpPr/>
        <p:nvPr/>
      </p:nvGrpSpPr>
      <p:grpSpPr>
        <a:xfrm>
          <a:off x="0" y="0"/>
          <a:ext cx="0" cy="0"/>
          <a:chOff x="0" y="0"/>
          <a:chExt cx="0" cy="0"/>
        </a:xfrm>
      </p:grpSpPr>
      <p:pic>
        <p:nvPicPr>
          <p:cNvPr id="230" name="Google Shape;230;p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1" name="Google Shape;231;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2" name="Google Shape;232;p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33" name="Google Shape;233;p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34" name="Google Shape;234;p3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35" name="Google Shape;235;p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36" name="Shape 236"/>
        <p:cNvGrpSpPr/>
        <p:nvPr/>
      </p:nvGrpSpPr>
      <p:grpSpPr>
        <a:xfrm>
          <a:off x="0" y="0"/>
          <a:ext cx="0" cy="0"/>
          <a:chOff x="0" y="0"/>
          <a:chExt cx="0" cy="0"/>
        </a:xfrm>
      </p:grpSpPr>
      <p:pic>
        <p:nvPicPr>
          <p:cNvPr descr="Divider1.png" id="237" name="Google Shape;237;p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38" name="Google Shape;238;p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9" name="Google Shape;239;p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0" name="Shape 240"/>
        <p:cNvGrpSpPr/>
        <p:nvPr/>
      </p:nvGrpSpPr>
      <p:grpSpPr>
        <a:xfrm>
          <a:off x="0" y="0"/>
          <a:ext cx="0" cy="0"/>
          <a:chOff x="0" y="0"/>
          <a:chExt cx="0" cy="0"/>
        </a:xfrm>
      </p:grpSpPr>
      <p:pic>
        <p:nvPicPr>
          <p:cNvPr id="241" name="Google Shape;241;p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2" name="Google Shape;242;p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43" name="Google Shape;243;p3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45" name="Shape 245"/>
        <p:cNvGrpSpPr/>
        <p:nvPr/>
      </p:nvGrpSpPr>
      <p:grpSpPr>
        <a:xfrm>
          <a:off x="0" y="0"/>
          <a:ext cx="0" cy="0"/>
          <a:chOff x="0" y="0"/>
          <a:chExt cx="0" cy="0"/>
        </a:xfrm>
      </p:grpSpPr>
      <p:pic>
        <p:nvPicPr>
          <p:cNvPr id="246" name="Google Shape;246;p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7" name="Shape 247"/>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48" name="Shape 248"/>
        <p:cNvGrpSpPr/>
        <p:nvPr/>
      </p:nvGrpSpPr>
      <p:grpSpPr>
        <a:xfrm>
          <a:off x="0" y="0"/>
          <a:ext cx="0" cy="0"/>
          <a:chOff x="0" y="0"/>
          <a:chExt cx="0" cy="0"/>
        </a:xfrm>
      </p:grpSpPr>
      <p:grpSp>
        <p:nvGrpSpPr>
          <p:cNvPr id="249" name="Google Shape;249;p39"/>
          <p:cNvGrpSpPr/>
          <p:nvPr/>
        </p:nvGrpSpPr>
        <p:grpSpPr>
          <a:xfrm>
            <a:off x="6262100" y="-3850"/>
            <a:ext cx="2886900" cy="485125"/>
            <a:chOff x="6262100" y="-3850"/>
            <a:chExt cx="2886900" cy="485125"/>
          </a:xfrm>
        </p:grpSpPr>
        <p:pic>
          <p:nvPicPr>
            <p:cNvPr descr="1.png" id="250" name="Google Shape;250;p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1" name="Google Shape;251;p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2" name="Google Shape;252;p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53" name="Google Shape;253;p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54" name="Google Shape;254;p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55" name="Google Shape;255;p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57" name="Google Shape;257;p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58" name="Google Shape;258;p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59" name="Google Shape;259;p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0" name="Google Shape;260;p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1" name="Google Shape;261;p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2" name="Google Shape;262;p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66" name="Shape 266"/>
        <p:cNvGrpSpPr/>
        <p:nvPr/>
      </p:nvGrpSpPr>
      <p:grpSpPr>
        <a:xfrm>
          <a:off x="0" y="0"/>
          <a:ext cx="0" cy="0"/>
          <a:chOff x="0" y="0"/>
          <a:chExt cx="0" cy="0"/>
        </a:xfrm>
      </p:grpSpPr>
      <p:pic>
        <p:nvPicPr>
          <p:cNvPr id="267" name="Google Shape;267;p4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68" name="Google Shape;268;p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69" name="Shape 269"/>
        <p:cNvGrpSpPr/>
        <p:nvPr/>
      </p:nvGrpSpPr>
      <p:grpSpPr>
        <a:xfrm>
          <a:off x="0" y="0"/>
          <a:ext cx="0" cy="0"/>
          <a:chOff x="0" y="0"/>
          <a:chExt cx="0" cy="0"/>
        </a:xfrm>
      </p:grpSpPr>
      <p:pic>
        <p:nvPicPr>
          <p:cNvPr id="270" name="Google Shape;270;p4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71" name="Google Shape;271;p4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72" name="Google Shape;272;p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3" name="Google Shape;273;p4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74" name="Shape 274"/>
        <p:cNvGrpSpPr/>
        <p:nvPr/>
      </p:nvGrpSpPr>
      <p:grpSpPr>
        <a:xfrm>
          <a:off x="0" y="0"/>
          <a:ext cx="0" cy="0"/>
          <a:chOff x="0" y="0"/>
          <a:chExt cx="0" cy="0"/>
        </a:xfrm>
      </p:grpSpPr>
      <p:pic>
        <p:nvPicPr>
          <p:cNvPr descr="Divider4.png" id="275" name="Google Shape;275;p4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76" name="Google Shape;276;p4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77" name="Google Shape;277;p4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78" name="Google Shape;278;p4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79" name="Google Shape;279;p4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80" name="Google Shape;280;p4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81" name="Shape 281"/>
        <p:cNvGrpSpPr/>
        <p:nvPr/>
      </p:nvGrpSpPr>
      <p:grpSpPr>
        <a:xfrm>
          <a:off x="0" y="0"/>
          <a:ext cx="0" cy="0"/>
          <a:chOff x="0" y="0"/>
          <a:chExt cx="0" cy="0"/>
        </a:xfrm>
      </p:grpSpPr>
      <p:grpSp>
        <p:nvGrpSpPr>
          <p:cNvPr id="282" name="Google Shape;282;p44"/>
          <p:cNvGrpSpPr/>
          <p:nvPr/>
        </p:nvGrpSpPr>
        <p:grpSpPr>
          <a:xfrm rot="5400000">
            <a:off x="5719749" y="1629787"/>
            <a:ext cx="4964577" cy="1883925"/>
            <a:chOff x="4152224" y="1218499"/>
            <a:chExt cx="4964577" cy="1883925"/>
          </a:xfrm>
        </p:grpSpPr>
        <p:pic>
          <p:nvPicPr>
            <p:cNvPr id="283" name="Google Shape;283;p4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284" name="Google Shape;284;p4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285" name="Google Shape;285;p4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86" name="Google Shape;286;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87" name="Google Shape;287;p44"/>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rgbClr val="000000"/>
              </a:buClr>
              <a:buSzPts val="1100"/>
              <a:buFont typeface="Arial"/>
              <a:buNone/>
            </a:pPr>
            <a:r>
              <a:rPr b="1" lang="en" sz="2400">
                <a:solidFill>
                  <a:srgbClr val="000000"/>
                </a:solidFill>
                <a:latin typeface="Space Mono"/>
                <a:ea typeface="Space Mono"/>
                <a:cs typeface="Space Mono"/>
                <a:sym typeface="Space Mono"/>
              </a:rPr>
              <a:t>Agenda</a:t>
            </a:r>
            <a:endParaRPr b="1" sz="2400">
              <a:solidFill>
                <a:srgbClr val="05103E"/>
              </a:solidFill>
              <a:latin typeface="Space Mono"/>
              <a:ea typeface="Space Mono"/>
              <a:cs typeface="Space Mono"/>
              <a:sym typeface="Space Mono"/>
            </a:endParaRPr>
          </a:p>
        </p:txBody>
      </p:sp>
      <p:pic>
        <p:nvPicPr>
          <p:cNvPr id="288" name="Google Shape;288;p44"/>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289" name="Shape 289"/>
        <p:cNvGrpSpPr/>
        <p:nvPr/>
      </p:nvGrpSpPr>
      <p:grpSpPr>
        <a:xfrm>
          <a:off x="0" y="0"/>
          <a:ext cx="0" cy="0"/>
          <a:chOff x="0" y="0"/>
          <a:chExt cx="0" cy="0"/>
        </a:xfrm>
      </p:grpSpPr>
      <p:pic>
        <p:nvPicPr>
          <p:cNvPr id="290" name="Google Shape;290;p4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291" name="Google Shape;291;p4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292" name="Google Shape;292;p4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93" name="Google Shape;293;p4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94" name="Google Shape;294;p4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95" name="Google Shape;295;p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96" name="Google Shape;296;p4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297" name="Google Shape;297;p4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298" name="Shape 298"/>
        <p:cNvGrpSpPr/>
        <p:nvPr/>
      </p:nvGrpSpPr>
      <p:grpSpPr>
        <a:xfrm>
          <a:off x="0" y="0"/>
          <a:ext cx="0" cy="0"/>
          <a:chOff x="0" y="0"/>
          <a:chExt cx="0" cy="0"/>
        </a:xfrm>
      </p:grpSpPr>
      <p:pic>
        <p:nvPicPr>
          <p:cNvPr id="299" name="Google Shape;299;p4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00" name="Google Shape;300;p4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01" name="Google Shape;301;p4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02" name="Google Shape;302;p4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03" name="Google Shape;303;p4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04" name="Google Shape;304;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5" name="Google Shape;305;p4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06" name="Shape 306"/>
        <p:cNvGrpSpPr/>
        <p:nvPr/>
      </p:nvGrpSpPr>
      <p:grpSpPr>
        <a:xfrm>
          <a:off x="0" y="0"/>
          <a:ext cx="0" cy="0"/>
          <a:chOff x="0" y="0"/>
          <a:chExt cx="0" cy="0"/>
        </a:xfrm>
      </p:grpSpPr>
      <p:pic>
        <p:nvPicPr>
          <p:cNvPr id="307" name="Google Shape;307;p4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08" name="Google Shape;308;p4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09" name="Google Shape;309;p47"/>
          <p:cNvGrpSpPr/>
          <p:nvPr/>
        </p:nvGrpSpPr>
        <p:grpSpPr>
          <a:xfrm>
            <a:off x="5709066" y="201260"/>
            <a:ext cx="2296623" cy="4424889"/>
            <a:chOff x="5598780" y="137712"/>
            <a:chExt cx="2577001" cy="4664652"/>
          </a:xfrm>
        </p:grpSpPr>
        <p:pic>
          <p:nvPicPr>
            <p:cNvPr id="310" name="Google Shape;310;p4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11" name="Google Shape;311;p4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2" name="Google Shape;312;p4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3" name="Google Shape;313;p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14" name="Google Shape;314;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15" name="Google Shape;315;p4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16" name="Shape 316"/>
        <p:cNvGrpSpPr/>
        <p:nvPr/>
      </p:nvGrpSpPr>
      <p:grpSpPr>
        <a:xfrm>
          <a:off x="0" y="0"/>
          <a:ext cx="0" cy="0"/>
          <a:chOff x="0" y="0"/>
          <a:chExt cx="0" cy="0"/>
        </a:xfrm>
      </p:grpSpPr>
      <p:pic>
        <p:nvPicPr>
          <p:cNvPr id="317" name="Google Shape;317;p4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18" name="Google Shape;318;p4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19" name="Google Shape;319;p4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0" name="Google Shape;320;p4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21" name="Google Shape;321;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2" name="Google Shape;322;p4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3" name="Google Shape;323;p4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24" name="Shape 324"/>
        <p:cNvGrpSpPr/>
        <p:nvPr/>
      </p:nvGrpSpPr>
      <p:grpSpPr>
        <a:xfrm>
          <a:off x="0" y="0"/>
          <a:ext cx="0" cy="0"/>
          <a:chOff x="0" y="0"/>
          <a:chExt cx="0" cy="0"/>
        </a:xfrm>
      </p:grpSpPr>
      <p:pic>
        <p:nvPicPr>
          <p:cNvPr id="325" name="Google Shape;325;p4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26" name="Google Shape;326;p4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7" name="Google Shape;327;p4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8" name="Google Shape;328;p4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29" name="Google Shape;329;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30" name="Google Shape;330;p49"/>
          <p:cNvGrpSpPr/>
          <p:nvPr/>
        </p:nvGrpSpPr>
        <p:grpSpPr>
          <a:xfrm>
            <a:off x="4344100" y="398125"/>
            <a:ext cx="4546500" cy="4222800"/>
            <a:chOff x="4344100" y="398125"/>
            <a:chExt cx="4546500" cy="4222800"/>
          </a:xfrm>
        </p:grpSpPr>
        <p:sp>
          <p:nvSpPr>
            <p:cNvPr id="331" name="Google Shape;331;p4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 name="Google Shape;332;p49"/>
            <p:cNvGrpSpPr/>
            <p:nvPr/>
          </p:nvGrpSpPr>
          <p:grpSpPr>
            <a:xfrm>
              <a:off x="4445450" y="524200"/>
              <a:ext cx="399495" cy="101100"/>
              <a:chOff x="4445450" y="524200"/>
              <a:chExt cx="399495" cy="101100"/>
            </a:xfrm>
          </p:grpSpPr>
          <p:sp>
            <p:nvSpPr>
              <p:cNvPr id="333" name="Google Shape;333;p4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 name="Google Shape;336;p4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37" name="Shape 337"/>
        <p:cNvGrpSpPr/>
        <p:nvPr/>
      </p:nvGrpSpPr>
      <p:grpSpPr>
        <a:xfrm>
          <a:off x="0" y="0"/>
          <a:ext cx="0" cy="0"/>
          <a:chOff x="0" y="0"/>
          <a:chExt cx="0" cy="0"/>
        </a:xfrm>
      </p:grpSpPr>
      <p:pic>
        <p:nvPicPr>
          <p:cNvPr id="338" name="Google Shape;338;p5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39" name="Google Shape;339;p5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40" name="Google Shape;340;p5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41" name="Google Shape;341;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2" name="Google Shape;342;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43" name="Shape 343"/>
        <p:cNvGrpSpPr/>
        <p:nvPr/>
      </p:nvGrpSpPr>
      <p:grpSpPr>
        <a:xfrm>
          <a:off x="0" y="0"/>
          <a:ext cx="0" cy="0"/>
          <a:chOff x="0" y="0"/>
          <a:chExt cx="0" cy="0"/>
        </a:xfrm>
      </p:grpSpPr>
      <p:pic>
        <p:nvPicPr>
          <p:cNvPr id="344" name="Google Shape;344;p5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45" name="Google Shape;345;p5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51"/>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47" name="Google Shape;347;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8" name="Google Shape;348;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49" name="Google Shape;349;p5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50" name="Google Shape;350;p5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51" name="Google Shape;351;p5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52" name="Shape 352"/>
        <p:cNvGrpSpPr/>
        <p:nvPr/>
      </p:nvGrpSpPr>
      <p:grpSpPr>
        <a:xfrm>
          <a:off x="0" y="0"/>
          <a:ext cx="0" cy="0"/>
          <a:chOff x="0" y="0"/>
          <a:chExt cx="0" cy="0"/>
        </a:xfrm>
      </p:grpSpPr>
      <p:pic>
        <p:nvPicPr>
          <p:cNvPr id="353" name="Google Shape;353;p5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54" name="Google Shape;354;p5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55" name="Google Shape;355;p5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56" name="Google Shape;356;p5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57" name="Google Shape;357;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8" name="Google Shape;358;p5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59" name="Google Shape;359;p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60" name="Google Shape;360;p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61" name="Google Shape;361;p5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62" name="Shape 362"/>
        <p:cNvGrpSpPr/>
        <p:nvPr/>
      </p:nvGrpSpPr>
      <p:grpSpPr>
        <a:xfrm>
          <a:off x="0" y="0"/>
          <a:ext cx="0" cy="0"/>
          <a:chOff x="0" y="0"/>
          <a:chExt cx="0" cy="0"/>
        </a:xfrm>
      </p:grpSpPr>
      <p:pic>
        <p:nvPicPr>
          <p:cNvPr id="363" name="Google Shape;363;p5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64" name="Google Shape;364;p5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65" name="Google Shape;365;p5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66" name="Google Shape;366;p5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67" name="Google Shape;367;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68" name="Google Shape;368;p5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69" name="Google Shape;369;p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70" name="Google Shape;370;p5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71" name="Shape 371"/>
        <p:cNvGrpSpPr/>
        <p:nvPr/>
      </p:nvGrpSpPr>
      <p:grpSpPr>
        <a:xfrm>
          <a:off x="0" y="0"/>
          <a:ext cx="0" cy="0"/>
          <a:chOff x="0" y="0"/>
          <a:chExt cx="0" cy="0"/>
        </a:xfrm>
      </p:grpSpPr>
      <p:pic>
        <p:nvPicPr>
          <p:cNvPr id="372" name="Google Shape;372;p5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73" name="Google Shape;373;p5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74" name="Google Shape;374;p5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75" name="Google Shape;375;p5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6" name="Google Shape;376;p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77" name="Google Shape;377;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78" name="Google Shape;378;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79" name="Google Shape;379;p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80" name="Google Shape;380;p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81" name="Shape 381"/>
        <p:cNvGrpSpPr/>
        <p:nvPr/>
      </p:nvGrpSpPr>
      <p:grpSpPr>
        <a:xfrm>
          <a:off x="0" y="0"/>
          <a:ext cx="0" cy="0"/>
          <a:chOff x="0" y="0"/>
          <a:chExt cx="0" cy="0"/>
        </a:xfrm>
      </p:grpSpPr>
      <p:pic>
        <p:nvPicPr>
          <p:cNvPr id="382" name="Google Shape;382;p5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383" name="Google Shape;383;p5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384" name="Google Shape;384;p5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85" name="Google Shape;385;p5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6" name="Google Shape;386;p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87" name="Google Shape;387;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88" name="Google Shape;388;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389" name="Google Shape;389;p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0" name="Google Shape;390;p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391" name="Shape 391"/>
        <p:cNvGrpSpPr/>
        <p:nvPr/>
      </p:nvGrpSpPr>
      <p:grpSpPr>
        <a:xfrm>
          <a:off x="0" y="0"/>
          <a:ext cx="0" cy="0"/>
          <a:chOff x="0" y="0"/>
          <a:chExt cx="0" cy="0"/>
        </a:xfrm>
      </p:grpSpPr>
      <p:pic>
        <p:nvPicPr>
          <p:cNvPr id="392" name="Google Shape;392;p5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393" name="Google Shape;393;p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94" name="Google Shape;394;p5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395" name="Google Shape;395;p5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6" name="Google Shape;396;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7" name="Google Shape;397;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8" name="Google Shape;398;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399" name="Google Shape;399;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00" name="Google Shape;400;p5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01" name="Shape 401"/>
        <p:cNvGrpSpPr/>
        <p:nvPr/>
      </p:nvGrpSpPr>
      <p:grpSpPr>
        <a:xfrm>
          <a:off x="0" y="0"/>
          <a:ext cx="0" cy="0"/>
          <a:chOff x="0" y="0"/>
          <a:chExt cx="0" cy="0"/>
        </a:xfrm>
      </p:grpSpPr>
      <p:pic>
        <p:nvPicPr>
          <p:cNvPr id="402" name="Google Shape;402;p5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03" name="Google Shape;403;p5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04" name="Google Shape;404;p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05" name="Google Shape;405;p5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6" name="Google Shape;406;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7" name="Google Shape;407;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8" name="Google Shape;408;p5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09" name="Google Shape;409;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0" name="Google Shape;410;p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11" name="Shape 411"/>
        <p:cNvGrpSpPr/>
        <p:nvPr/>
      </p:nvGrpSpPr>
      <p:grpSpPr>
        <a:xfrm>
          <a:off x="0" y="0"/>
          <a:ext cx="0" cy="0"/>
          <a:chOff x="0" y="0"/>
          <a:chExt cx="0" cy="0"/>
        </a:xfrm>
      </p:grpSpPr>
      <p:pic>
        <p:nvPicPr>
          <p:cNvPr id="412" name="Google Shape;412;p58"/>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13" name="Google Shape;413;p58"/>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14" name="Google Shape;414;p58"/>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15" name="Google Shape;415;p5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16" name="Google Shape;416;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7" name="Google Shape;417;p58"/>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8"/>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19" name="Google Shape;419;p58"/>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0" name="Google Shape;420;p58"/>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21" name="Google Shape;421;p58"/>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22" name="Shape 422"/>
        <p:cNvGrpSpPr/>
        <p:nvPr/>
      </p:nvGrpSpPr>
      <p:grpSpPr>
        <a:xfrm>
          <a:off x="0" y="0"/>
          <a:ext cx="0" cy="0"/>
          <a:chOff x="0" y="0"/>
          <a:chExt cx="0" cy="0"/>
        </a:xfrm>
      </p:grpSpPr>
      <p:pic>
        <p:nvPicPr>
          <p:cNvPr id="423" name="Google Shape;423;p5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24" name="Google Shape;424;p5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25" name="Google Shape;425;p5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26" name="Google Shape;426;p5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7" name="Google Shape;427;p5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28" name="Google Shape;428;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29" name="Google Shape;429;p5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30" name="Google Shape;430;p5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31" name="Google Shape;431;p5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32" name="Shape 432"/>
        <p:cNvGrpSpPr/>
        <p:nvPr/>
      </p:nvGrpSpPr>
      <p:grpSpPr>
        <a:xfrm>
          <a:off x="0" y="0"/>
          <a:ext cx="0" cy="0"/>
          <a:chOff x="0" y="0"/>
          <a:chExt cx="0" cy="0"/>
        </a:xfrm>
      </p:grpSpPr>
      <p:pic>
        <p:nvPicPr>
          <p:cNvPr id="433" name="Google Shape;433;p6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34" name="Google Shape;434;p6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35" name="Google Shape;435;p6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36" name="Google Shape;436;p6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7" name="Google Shape;437;p6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38" name="Google Shape;438;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9" name="Google Shape;439;p6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40" name="Google Shape;440;p6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1" name="Google Shape;441;p6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42" name="Shape 442"/>
        <p:cNvGrpSpPr/>
        <p:nvPr/>
      </p:nvGrpSpPr>
      <p:grpSpPr>
        <a:xfrm>
          <a:off x="0" y="0"/>
          <a:ext cx="0" cy="0"/>
          <a:chOff x="0" y="0"/>
          <a:chExt cx="0" cy="0"/>
        </a:xfrm>
      </p:grpSpPr>
      <p:pic>
        <p:nvPicPr>
          <p:cNvPr id="443" name="Google Shape;443;p6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44" name="Google Shape;444;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5" name="Google Shape;445;p61"/>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46" name="Google Shape;446;p61"/>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47" name="Google Shape;447;p61"/>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48" name="Google Shape;448;p61"/>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49" name="Shape 449"/>
        <p:cNvGrpSpPr/>
        <p:nvPr/>
      </p:nvGrpSpPr>
      <p:grpSpPr>
        <a:xfrm>
          <a:off x="0" y="0"/>
          <a:ext cx="0" cy="0"/>
          <a:chOff x="0" y="0"/>
          <a:chExt cx="0" cy="0"/>
        </a:xfrm>
      </p:grpSpPr>
      <p:pic>
        <p:nvPicPr>
          <p:cNvPr descr="Divider1.png" id="450" name="Google Shape;450;p6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51" name="Google Shape;451;p62"/>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52" name="Google Shape;452;p6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53" name="Shape 453"/>
        <p:cNvGrpSpPr/>
        <p:nvPr/>
      </p:nvGrpSpPr>
      <p:grpSpPr>
        <a:xfrm>
          <a:off x="0" y="0"/>
          <a:ext cx="0" cy="0"/>
          <a:chOff x="0" y="0"/>
          <a:chExt cx="0" cy="0"/>
        </a:xfrm>
      </p:grpSpPr>
      <p:pic>
        <p:nvPicPr>
          <p:cNvPr id="454" name="Google Shape;454;p63"/>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55" name="Google Shape;455;p63"/>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56" name="Google Shape;456;p63"/>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63"/>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58" name="Shape 458"/>
        <p:cNvGrpSpPr/>
        <p:nvPr/>
      </p:nvGrpSpPr>
      <p:grpSpPr>
        <a:xfrm>
          <a:off x="0" y="0"/>
          <a:ext cx="0" cy="0"/>
          <a:chOff x="0" y="0"/>
          <a:chExt cx="0" cy="0"/>
        </a:xfrm>
      </p:grpSpPr>
      <p:pic>
        <p:nvPicPr>
          <p:cNvPr id="459" name="Google Shape;459;p6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60" name="Shape 460"/>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61" name="Shape 461"/>
        <p:cNvGrpSpPr/>
        <p:nvPr/>
      </p:nvGrpSpPr>
      <p:grpSpPr>
        <a:xfrm>
          <a:off x="0" y="0"/>
          <a:ext cx="0" cy="0"/>
          <a:chOff x="0" y="0"/>
          <a:chExt cx="0" cy="0"/>
        </a:xfrm>
      </p:grpSpPr>
      <p:grpSp>
        <p:nvGrpSpPr>
          <p:cNvPr id="462" name="Google Shape;462;p66"/>
          <p:cNvGrpSpPr/>
          <p:nvPr/>
        </p:nvGrpSpPr>
        <p:grpSpPr>
          <a:xfrm>
            <a:off x="6262100" y="-3850"/>
            <a:ext cx="2886900" cy="485125"/>
            <a:chOff x="6262100" y="-3850"/>
            <a:chExt cx="2886900" cy="485125"/>
          </a:xfrm>
        </p:grpSpPr>
        <p:pic>
          <p:nvPicPr>
            <p:cNvPr descr="1.png" id="463" name="Google Shape;463;p66"/>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64" name="Google Shape;464;p66"/>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65" name="Google Shape;465;p66"/>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66" name="Google Shape;466;p66"/>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67" name="Google Shape;467;p6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68" name="Google Shape;468;p6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69" name="Google Shape;469;p66"/>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70" name="Google Shape;470;p66"/>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71" name="Google Shape;471;p66"/>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72" name="Google Shape;472;p66"/>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73" name="Google Shape;473;p66"/>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74" name="Google Shape;474;p66"/>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475" name="Google Shape;475;p66"/>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476" name="Shape 476"/>
        <p:cNvGrpSpPr/>
        <p:nvPr/>
      </p:nvGrpSpPr>
      <p:grpSpPr>
        <a:xfrm>
          <a:off x="0" y="0"/>
          <a:ext cx="0" cy="0"/>
          <a:chOff x="0" y="0"/>
          <a:chExt cx="0" cy="0"/>
        </a:xfrm>
      </p:grpSpPr>
      <p:pic>
        <p:nvPicPr>
          <p:cNvPr id="477" name="Google Shape;477;p67"/>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78" name="Google Shape;478;p67"/>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79" name="Google Shape;479;p6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80" name="Google Shape;480;p6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81" name="Google Shape;481;p67"/>
          <p:cNvSpPr txBox="1"/>
          <p:nvPr/>
        </p:nvSpPr>
        <p:spPr>
          <a:xfrm>
            <a:off x="565375" y="333100"/>
            <a:ext cx="5005800" cy="408000"/>
          </a:xfrm>
          <a:prstGeom prst="rect">
            <a:avLst/>
          </a:prstGeom>
          <a:noFill/>
          <a:ln>
            <a:noFill/>
          </a:ln>
        </p:spPr>
        <p:txBody>
          <a:bodyPr anchorCtr="0" anchor="t" bIns="19050" lIns="19050" spcFirstLastPara="1" rIns="19050" wrap="square" tIns="19050">
            <a:sp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482" name="Google Shape;482;p67"/>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87" name="Shape 487"/>
        <p:cNvGrpSpPr/>
        <p:nvPr/>
      </p:nvGrpSpPr>
      <p:grpSpPr>
        <a:xfrm>
          <a:off x="0" y="0"/>
          <a:ext cx="0" cy="0"/>
          <a:chOff x="0" y="0"/>
          <a:chExt cx="0" cy="0"/>
        </a:xfrm>
      </p:grpSpPr>
      <p:sp>
        <p:nvSpPr>
          <p:cNvPr id="488" name="Google Shape;488;p6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89" name="Google Shape;489;p6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90" name="Google Shape;490;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1" name="Shape 491"/>
        <p:cNvGrpSpPr/>
        <p:nvPr/>
      </p:nvGrpSpPr>
      <p:grpSpPr>
        <a:xfrm>
          <a:off x="0" y="0"/>
          <a:ext cx="0" cy="0"/>
          <a:chOff x="0" y="0"/>
          <a:chExt cx="0" cy="0"/>
        </a:xfrm>
      </p:grpSpPr>
      <p:sp>
        <p:nvSpPr>
          <p:cNvPr id="492" name="Google Shape;492;p7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93" name="Google Shape;493;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4" name="Shape 494"/>
        <p:cNvGrpSpPr/>
        <p:nvPr/>
      </p:nvGrpSpPr>
      <p:grpSpPr>
        <a:xfrm>
          <a:off x="0" y="0"/>
          <a:ext cx="0" cy="0"/>
          <a:chOff x="0" y="0"/>
          <a:chExt cx="0" cy="0"/>
        </a:xfrm>
      </p:grpSpPr>
      <p:sp>
        <p:nvSpPr>
          <p:cNvPr id="495" name="Google Shape;495;p7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96" name="Google Shape;496;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97" name="Google Shape;497;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8" name="Shape 498"/>
        <p:cNvGrpSpPr/>
        <p:nvPr/>
      </p:nvGrpSpPr>
      <p:grpSpPr>
        <a:xfrm>
          <a:off x="0" y="0"/>
          <a:ext cx="0" cy="0"/>
          <a:chOff x="0" y="0"/>
          <a:chExt cx="0" cy="0"/>
        </a:xfrm>
      </p:grpSpPr>
      <p:sp>
        <p:nvSpPr>
          <p:cNvPr id="499" name="Google Shape;499;p7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0" name="Google Shape;500;p7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01" name="Google Shape;501;p7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02" name="Google Shape;502;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3" name="Shape 503"/>
        <p:cNvGrpSpPr/>
        <p:nvPr/>
      </p:nvGrpSpPr>
      <p:grpSpPr>
        <a:xfrm>
          <a:off x="0" y="0"/>
          <a:ext cx="0" cy="0"/>
          <a:chOff x="0" y="0"/>
          <a:chExt cx="0" cy="0"/>
        </a:xfrm>
      </p:grpSpPr>
      <p:sp>
        <p:nvSpPr>
          <p:cNvPr id="504" name="Google Shape;504;p7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5" name="Google Shape;505;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06" name="Shape 506"/>
        <p:cNvGrpSpPr/>
        <p:nvPr/>
      </p:nvGrpSpPr>
      <p:grpSpPr>
        <a:xfrm>
          <a:off x="0" y="0"/>
          <a:ext cx="0" cy="0"/>
          <a:chOff x="0" y="0"/>
          <a:chExt cx="0" cy="0"/>
        </a:xfrm>
      </p:grpSpPr>
      <p:sp>
        <p:nvSpPr>
          <p:cNvPr id="507" name="Google Shape;507;p74"/>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08" name="Google Shape;508;p74"/>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09" name="Google Shape;509;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10" name="Shape 510"/>
        <p:cNvGrpSpPr/>
        <p:nvPr/>
      </p:nvGrpSpPr>
      <p:grpSpPr>
        <a:xfrm>
          <a:off x="0" y="0"/>
          <a:ext cx="0" cy="0"/>
          <a:chOff x="0" y="0"/>
          <a:chExt cx="0" cy="0"/>
        </a:xfrm>
      </p:grpSpPr>
      <p:sp>
        <p:nvSpPr>
          <p:cNvPr id="511" name="Google Shape;511;p75"/>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12" name="Google Shape;512;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3" name="Shape 513"/>
        <p:cNvGrpSpPr/>
        <p:nvPr/>
      </p:nvGrpSpPr>
      <p:grpSpPr>
        <a:xfrm>
          <a:off x="0" y="0"/>
          <a:ext cx="0" cy="0"/>
          <a:chOff x="0" y="0"/>
          <a:chExt cx="0" cy="0"/>
        </a:xfrm>
      </p:grpSpPr>
      <p:sp>
        <p:nvSpPr>
          <p:cNvPr id="514" name="Google Shape;514;p7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76"/>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16" name="Google Shape;516;p76"/>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17" name="Google Shape;517;p76"/>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18" name="Google Shape;518;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9" name="Shape 519"/>
        <p:cNvGrpSpPr/>
        <p:nvPr/>
      </p:nvGrpSpPr>
      <p:grpSpPr>
        <a:xfrm>
          <a:off x="0" y="0"/>
          <a:ext cx="0" cy="0"/>
          <a:chOff x="0" y="0"/>
          <a:chExt cx="0" cy="0"/>
        </a:xfrm>
      </p:grpSpPr>
      <p:sp>
        <p:nvSpPr>
          <p:cNvPr id="520" name="Google Shape;520;p77"/>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21" name="Google Shape;521;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2" name="Shape 522"/>
        <p:cNvGrpSpPr/>
        <p:nvPr/>
      </p:nvGrpSpPr>
      <p:grpSpPr>
        <a:xfrm>
          <a:off x="0" y="0"/>
          <a:ext cx="0" cy="0"/>
          <a:chOff x="0" y="0"/>
          <a:chExt cx="0" cy="0"/>
        </a:xfrm>
      </p:grpSpPr>
      <p:sp>
        <p:nvSpPr>
          <p:cNvPr id="523" name="Google Shape;523;p7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24" name="Google Shape;524;p78"/>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5" name="Google Shape;525;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6" name="Shape 526"/>
        <p:cNvGrpSpPr/>
        <p:nvPr/>
      </p:nvGrpSpPr>
      <p:grpSpPr>
        <a:xfrm>
          <a:off x="0" y="0"/>
          <a:ext cx="0" cy="0"/>
          <a:chOff x="0" y="0"/>
          <a:chExt cx="0" cy="0"/>
        </a:xfrm>
      </p:grpSpPr>
      <p:sp>
        <p:nvSpPr>
          <p:cNvPr id="527" name="Google Shape;527;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_7">
    <p:spTree>
      <p:nvGrpSpPr>
        <p:cNvPr id="528" name="Shape 528"/>
        <p:cNvGrpSpPr/>
        <p:nvPr/>
      </p:nvGrpSpPr>
      <p:grpSpPr>
        <a:xfrm>
          <a:off x="0" y="0"/>
          <a:ext cx="0" cy="0"/>
          <a:chOff x="0" y="0"/>
          <a:chExt cx="0" cy="0"/>
        </a:xfrm>
      </p:grpSpPr>
      <p:pic>
        <p:nvPicPr>
          <p:cNvPr descr="Divider4.png" id="529" name="Google Shape;529;p80"/>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530" name="Google Shape;530;p80"/>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531" name="Google Shape;531;p80"/>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532" name="Google Shape;532;p80"/>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33" name="Google Shape;533;p80"/>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34" name="Google Shape;534;p80"/>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535" name="Shape 535"/>
        <p:cNvGrpSpPr/>
        <p:nvPr/>
      </p:nvGrpSpPr>
      <p:grpSpPr>
        <a:xfrm>
          <a:off x="0" y="0"/>
          <a:ext cx="0" cy="0"/>
          <a:chOff x="0" y="0"/>
          <a:chExt cx="0" cy="0"/>
        </a:xfrm>
      </p:grpSpPr>
      <p:pic>
        <p:nvPicPr>
          <p:cNvPr id="536" name="Google Shape;536;p8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537" name="Google Shape;537;p81"/>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538" name="Google Shape;538;p8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rm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39" name="Google Shape;539;p8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40" name="Google Shape;540;p81"/>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41" name="Google Shape;541;p81"/>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542" name="Google Shape;542;p8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543" name="Google Shape;543;p81"/>
          <p:cNvSpPr txBox="1"/>
          <p:nvPr>
            <p:ph idx="2" type="body"/>
          </p:nvPr>
        </p:nvSpPr>
        <p:spPr>
          <a:xfrm>
            <a:off x="604800" y="1412888"/>
            <a:ext cx="8239200" cy="33603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44" name="Shape 544"/>
        <p:cNvGrpSpPr/>
        <p:nvPr/>
      </p:nvGrpSpPr>
      <p:grpSpPr>
        <a:xfrm>
          <a:off x="0" y="0"/>
          <a:ext cx="0" cy="0"/>
          <a:chOff x="0" y="0"/>
          <a:chExt cx="0" cy="0"/>
        </a:xfrm>
      </p:grpSpPr>
      <p:pic>
        <p:nvPicPr>
          <p:cNvPr id="545" name="Google Shape;545;p82"/>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46" name="Google Shape;546;p82"/>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47" name="Google Shape;547;p82"/>
          <p:cNvSpPr txBox="1"/>
          <p:nvPr>
            <p:ph type="title"/>
          </p:nvPr>
        </p:nvSpPr>
        <p:spPr>
          <a:xfrm>
            <a:off x="452400" y="481263"/>
            <a:ext cx="8239200" cy="572400"/>
          </a:xfrm>
          <a:prstGeom prst="rect">
            <a:avLst/>
          </a:prstGeom>
        </p:spPr>
        <p:txBody>
          <a:bodyPr anchorCtr="0" anchor="t" bIns="91425" lIns="91425" spcFirstLastPara="1" rIns="91425" wrap="square" tIns="91425">
            <a:norm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48" name="Google Shape;548;p82"/>
          <p:cNvSpPr txBox="1"/>
          <p:nvPr>
            <p:ph idx="1" type="body"/>
          </p:nvPr>
        </p:nvSpPr>
        <p:spPr>
          <a:xfrm>
            <a:off x="452400" y="1132825"/>
            <a:ext cx="8239200" cy="34881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9" name="Google Shape;549;p8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50" name="Google Shape;550;p82"/>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51" name="Google Shape;551;p82"/>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52" name="Google Shape;552;p82"/>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553" name="Shape 553"/>
        <p:cNvGrpSpPr/>
        <p:nvPr/>
      </p:nvGrpSpPr>
      <p:grpSpPr>
        <a:xfrm>
          <a:off x="0" y="0"/>
          <a:ext cx="0" cy="0"/>
          <a:chOff x="0" y="0"/>
          <a:chExt cx="0" cy="0"/>
        </a:xfrm>
      </p:grpSpPr>
      <p:pic>
        <p:nvPicPr>
          <p:cNvPr descr="Divider1.png" id="554" name="Google Shape;554;p8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555" name="Google Shape;555;p83"/>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rm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6" name="Google Shape;556;p83"/>
          <p:cNvSpPr txBox="1"/>
          <p:nvPr>
            <p:ph idx="1" type="subTitle"/>
          </p:nvPr>
        </p:nvSpPr>
        <p:spPr>
          <a:xfrm>
            <a:off x="785650" y="1770100"/>
            <a:ext cx="4127100" cy="388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0"/>
              </a:spcBef>
              <a:spcAft>
                <a:spcPts val="0"/>
              </a:spcAft>
              <a:buSzPts val="1400"/>
              <a:buFont typeface="Poppins"/>
              <a:buNone/>
              <a:defRPr>
                <a:latin typeface="Poppins"/>
                <a:ea typeface="Poppins"/>
                <a:cs typeface="Poppins"/>
                <a:sym typeface="Poppins"/>
              </a:defRPr>
            </a:lvl3pPr>
            <a:lvl4pPr lvl="3">
              <a:spcBef>
                <a:spcPts val="0"/>
              </a:spcBef>
              <a:spcAft>
                <a:spcPts val="0"/>
              </a:spcAft>
              <a:buSzPts val="1400"/>
              <a:buFont typeface="Poppins"/>
              <a:buNone/>
              <a:defRPr>
                <a:latin typeface="Poppins"/>
                <a:ea typeface="Poppins"/>
                <a:cs typeface="Poppins"/>
                <a:sym typeface="Poppins"/>
              </a:defRPr>
            </a:lvl4pPr>
            <a:lvl5pPr lvl="4">
              <a:spcBef>
                <a:spcPts val="0"/>
              </a:spcBef>
              <a:spcAft>
                <a:spcPts val="0"/>
              </a:spcAft>
              <a:buSzPts val="1400"/>
              <a:buFont typeface="Poppins"/>
              <a:buNone/>
              <a:defRPr>
                <a:latin typeface="Poppins"/>
                <a:ea typeface="Poppins"/>
                <a:cs typeface="Poppins"/>
                <a:sym typeface="Poppins"/>
              </a:defRPr>
            </a:lvl5pPr>
            <a:lvl6pPr lvl="5">
              <a:spcBef>
                <a:spcPts val="0"/>
              </a:spcBef>
              <a:spcAft>
                <a:spcPts val="0"/>
              </a:spcAft>
              <a:buSzPts val="1400"/>
              <a:buFont typeface="Poppins"/>
              <a:buNone/>
              <a:defRPr>
                <a:latin typeface="Poppins"/>
                <a:ea typeface="Poppins"/>
                <a:cs typeface="Poppins"/>
                <a:sym typeface="Poppins"/>
              </a:defRPr>
            </a:lvl6pPr>
            <a:lvl7pPr lvl="6">
              <a:spcBef>
                <a:spcPts val="0"/>
              </a:spcBef>
              <a:spcAft>
                <a:spcPts val="0"/>
              </a:spcAft>
              <a:buSzPts val="1400"/>
              <a:buFont typeface="Poppins"/>
              <a:buNone/>
              <a:defRPr>
                <a:latin typeface="Poppins"/>
                <a:ea typeface="Poppins"/>
                <a:cs typeface="Poppins"/>
                <a:sym typeface="Poppins"/>
              </a:defRPr>
            </a:lvl7pPr>
            <a:lvl8pPr lvl="7">
              <a:spcBef>
                <a:spcPts val="0"/>
              </a:spcBef>
              <a:spcAft>
                <a:spcPts val="0"/>
              </a:spcAft>
              <a:buSzPts val="1400"/>
              <a:buFont typeface="Poppins"/>
              <a:buNone/>
              <a:defRPr>
                <a:latin typeface="Poppins"/>
                <a:ea typeface="Poppins"/>
                <a:cs typeface="Poppins"/>
                <a:sym typeface="Poppins"/>
              </a:defRPr>
            </a:lvl8pPr>
            <a:lvl9pPr lvl="8">
              <a:spcBef>
                <a:spcPts val="0"/>
              </a:spcBef>
              <a:spcAft>
                <a:spcPts val="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60" name="Shape 560"/>
        <p:cNvGrpSpPr/>
        <p:nvPr/>
      </p:nvGrpSpPr>
      <p:grpSpPr>
        <a:xfrm>
          <a:off x="0" y="0"/>
          <a:ext cx="0" cy="0"/>
          <a:chOff x="0" y="0"/>
          <a:chExt cx="0" cy="0"/>
        </a:xfrm>
      </p:grpSpPr>
      <p:pic>
        <p:nvPicPr>
          <p:cNvPr id="561" name="Google Shape;561;p85"/>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62" name="Google Shape;562;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3" name="Shape 563"/>
        <p:cNvGrpSpPr/>
        <p:nvPr/>
      </p:nvGrpSpPr>
      <p:grpSpPr>
        <a:xfrm>
          <a:off x="0" y="0"/>
          <a:ext cx="0" cy="0"/>
          <a:chOff x="0" y="0"/>
          <a:chExt cx="0" cy="0"/>
        </a:xfrm>
      </p:grpSpPr>
      <p:pic>
        <p:nvPicPr>
          <p:cNvPr id="564" name="Google Shape;564;p86"/>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65" name="Google Shape;565;p86"/>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66" name="Google Shape;566;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67" name="Google Shape;567;p86"/>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568" name="Shape 568"/>
        <p:cNvGrpSpPr/>
        <p:nvPr/>
      </p:nvGrpSpPr>
      <p:grpSpPr>
        <a:xfrm>
          <a:off x="0" y="0"/>
          <a:ext cx="0" cy="0"/>
          <a:chOff x="0" y="0"/>
          <a:chExt cx="0" cy="0"/>
        </a:xfrm>
      </p:grpSpPr>
      <p:pic>
        <p:nvPicPr>
          <p:cNvPr descr="Divider4.png" id="569" name="Google Shape;569;p87"/>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570" name="Google Shape;570;p87"/>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571" name="Google Shape;571;p87"/>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572" name="Google Shape;572;p87"/>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73" name="Google Shape;573;p87"/>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74" name="Google Shape;574;p87"/>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75" name="Shape 575"/>
        <p:cNvGrpSpPr/>
        <p:nvPr/>
      </p:nvGrpSpPr>
      <p:grpSpPr>
        <a:xfrm>
          <a:off x="0" y="0"/>
          <a:ext cx="0" cy="0"/>
          <a:chOff x="0" y="0"/>
          <a:chExt cx="0" cy="0"/>
        </a:xfrm>
      </p:grpSpPr>
      <p:sp>
        <p:nvSpPr>
          <p:cNvPr id="576" name="Google Shape;576;p88"/>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577" name="Google Shape;577;p88"/>
          <p:cNvGrpSpPr/>
          <p:nvPr/>
        </p:nvGrpSpPr>
        <p:grpSpPr>
          <a:xfrm rot="5400000">
            <a:off x="5719749" y="1629787"/>
            <a:ext cx="4964577" cy="1883925"/>
            <a:chOff x="4152224" y="1218499"/>
            <a:chExt cx="4964577" cy="1883925"/>
          </a:xfrm>
        </p:grpSpPr>
        <p:pic>
          <p:nvPicPr>
            <p:cNvPr id="578" name="Google Shape;578;p88"/>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79" name="Google Shape;579;p88"/>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80" name="Google Shape;580;p8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81" name="Google Shape;581;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82" name="Shape 582"/>
        <p:cNvGrpSpPr/>
        <p:nvPr/>
      </p:nvGrpSpPr>
      <p:grpSpPr>
        <a:xfrm>
          <a:off x="0" y="0"/>
          <a:ext cx="0" cy="0"/>
          <a:chOff x="0" y="0"/>
          <a:chExt cx="0" cy="0"/>
        </a:xfrm>
      </p:grpSpPr>
      <p:pic>
        <p:nvPicPr>
          <p:cNvPr id="583" name="Google Shape;583;p8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84" name="Google Shape;584;p8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85" name="Google Shape;585;p8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86" name="Google Shape;586;p89"/>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87" name="Google Shape;587;p8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88" name="Google Shape;588;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89" name="Google Shape;589;p89"/>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90" name="Google Shape;590;p8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91" name="Shape 591"/>
        <p:cNvGrpSpPr/>
        <p:nvPr/>
      </p:nvGrpSpPr>
      <p:grpSpPr>
        <a:xfrm>
          <a:off x="0" y="0"/>
          <a:ext cx="0" cy="0"/>
          <a:chOff x="0" y="0"/>
          <a:chExt cx="0" cy="0"/>
        </a:xfrm>
      </p:grpSpPr>
      <p:pic>
        <p:nvPicPr>
          <p:cNvPr id="592" name="Google Shape;592;p90"/>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93" name="Google Shape;593;p90"/>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94" name="Google Shape;594;p90"/>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95" name="Google Shape;595;p90"/>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96" name="Google Shape;596;p9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97" name="Google Shape;597;p9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98" name="Google Shape;598;p9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99" name="Shape 599"/>
        <p:cNvGrpSpPr/>
        <p:nvPr/>
      </p:nvGrpSpPr>
      <p:grpSpPr>
        <a:xfrm>
          <a:off x="0" y="0"/>
          <a:ext cx="0" cy="0"/>
          <a:chOff x="0" y="0"/>
          <a:chExt cx="0" cy="0"/>
        </a:xfrm>
      </p:grpSpPr>
      <p:pic>
        <p:nvPicPr>
          <p:cNvPr id="600" name="Google Shape;600;p9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601" name="Google Shape;601;p9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602" name="Google Shape;602;p91"/>
          <p:cNvGrpSpPr/>
          <p:nvPr/>
        </p:nvGrpSpPr>
        <p:grpSpPr>
          <a:xfrm>
            <a:off x="5709066" y="201260"/>
            <a:ext cx="2296623" cy="4424889"/>
            <a:chOff x="5598780" y="137712"/>
            <a:chExt cx="2577001" cy="4664652"/>
          </a:xfrm>
        </p:grpSpPr>
        <p:pic>
          <p:nvPicPr>
            <p:cNvPr id="603" name="Google Shape;603;p91"/>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604" name="Google Shape;604;p91"/>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5" name="Google Shape;605;p9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06" name="Google Shape;606;p9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07" name="Google Shape;607;p9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8" name="Google Shape;608;p91"/>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609" name="Shape 609"/>
        <p:cNvGrpSpPr/>
        <p:nvPr/>
      </p:nvGrpSpPr>
      <p:grpSpPr>
        <a:xfrm>
          <a:off x="0" y="0"/>
          <a:ext cx="0" cy="0"/>
          <a:chOff x="0" y="0"/>
          <a:chExt cx="0" cy="0"/>
        </a:xfrm>
      </p:grpSpPr>
      <p:pic>
        <p:nvPicPr>
          <p:cNvPr id="610" name="Google Shape;610;p92"/>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611" name="Google Shape;611;p92"/>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12" name="Google Shape;612;p92"/>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13" name="Google Shape;613;p9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14" name="Google Shape;614;p9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5" name="Google Shape;615;p92"/>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6" name="Google Shape;616;p92"/>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617" name="Shape 617"/>
        <p:cNvGrpSpPr/>
        <p:nvPr/>
      </p:nvGrpSpPr>
      <p:grpSpPr>
        <a:xfrm>
          <a:off x="0" y="0"/>
          <a:ext cx="0" cy="0"/>
          <a:chOff x="0" y="0"/>
          <a:chExt cx="0" cy="0"/>
        </a:xfrm>
      </p:grpSpPr>
      <p:pic>
        <p:nvPicPr>
          <p:cNvPr id="618" name="Google Shape;618;p93"/>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619" name="Google Shape;619;p93"/>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20" name="Google Shape;620;p93"/>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21" name="Google Shape;621;p9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22" name="Google Shape;622;p9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623" name="Google Shape;623;p93"/>
          <p:cNvGrpSpPr/>
          <p:nvPr/>
        </p:nvGrpSpPr>
        <p:grpSpPr>
          <a:xfrm>
            <a:off x="4344100" y="398125"/>
            <a:ext cx="4546500" cy="4222800"/>
            <a:chOff x="4344100" y="398125"/>
            <a:chExt cx="4546500" cy="4222800"/>
          </a:xfrm>
        </p:grpSpPr>
        <p:sp>
          <p:nvSpPr>
            <p:cNvPr id="624" name="Google Shape;624;p93"/>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5" name="Google Shape;625;p93"/>
            <p:cNvGrpSpPr/>
            <p:nvPr/>
          </p:nvGrpSpPr>
          <p:grpSpPr>
            <a:xfrm>
              <a:off x="4445450" y="524200"/>
              <a:ext cx="399495" cy="101100"/>
              <a:chOff x="4445450" y="524200"/>
              <a:chExt cx="399495" cy="101100"/>
            </a:xfrm>
          </p:grpSpPr>
          <p:sp>
            <p:nvSpPr>
              <p:cNvPr id="626" name="Google Shape;626;p93"/>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93"/>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93"/>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9" name="Google Shape;629;p93"/>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630" name="Shape 630"/>
        <p:cNvGrpSpPr/>
        <p:nvPr/>
      </p:nvGrpSpPr>
      <p:grpSpPr>
        <a:xfrm>
          <a:off x="0" y="0"/>
          <a:ext cx="0" cy="0"/>
          <a:chOff x="0" y="0"/>
          <a:chExt cx="0" cy="0"/>
        </a:xfrm>
      </p:grpSpPr>
      <p:pic>
        <p:nvPicPr>
          <p:cNvPr id="631" name="Google Shape;631;p94"/>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632" name="Google Shape;632;p94"/>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33" name="Google Shape;633;p94"/>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34" name="Google Shape;634;p9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35" name="Google Shape;635;p9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636" name="Shape 636"/>
        <p:cNvGrpSpPr/>
        <p:nvPr/>
      </p:nvGrpSpPr>
      <p:grpSpPr>
        <a:xfrm>
          <a:off x="0" y="0"/>
          <a:ext cx="0" cy="0"/>
          <a:chOff x="0" y="0"/>
          <a:chExt cx="0" cy="0"/>
        </a:xfrm>
      </p:grpSpPr>
      <p:pic>
        <p:nvPicPr>
          <p:cNvPr id="637" name="Google Shape;637;p95"/>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638" name="Google Shape;638;p95"/>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95"/>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640" name="Google Shape;640;p95"/>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41" name="Google Shape;641;p9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2" name="Google Shape;642;p95"/>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43" name="Google Shape;643;p95"/>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644" name="Google Shape;644;p95"/>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645" name="Shape 645"/>
        <p:cNvGrpSpPr/>
        <p:nvPr/>
      </p:nvGrpSpPr>
      <p:grpSpPr>
        <a:xfrm>
          <a:off x="0" y="0"/>
          <a:ext cx="0" cy="0"/>
          <a:chOff x="0" y="0"/>
          <a:chExt cx="0" cy="0"/>
        </a:xfrm>
      </p:grpSpPr>
      <p:pic>
        <p:nvPicPr>
          <p:cNvPr id="646" name="Google Shape;646;p96"/>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647" name="Google Shape;647;p96"/>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648" name="Google Shape;648;p96"/>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9" name="Google Shape;649;p9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50" name="Google Shape;650;p9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1" name="Google Shape;651;p9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652" name="Google Shape;652;p9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53" name="Google Shape;653;p9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54" name="Google Shape;654;p96"/>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655" name="Shape 655"/>
        <p:cNvGrpSpPr/>
        <p:nvPr/>
      </p:nvGrpSpPr>
      <p:grpSpPr>
        <a:xfrm>
          <a:off x="0" y="0"/>
          <a:ext cx="0" cy="0"/>
          <a:chOff x="0" y="0"/>
          <a:chExt cx="0" cy="0"/>
        </a:xfrm>
      </p:grpSpPr>
      <p:pic>
        <p:nvPicPr>
          <p:cNvPr id="656" name="Google Shape;656;p97"/>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57" name="Google Shape;657;p9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658" name="Google Shape;658;p97"/>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9" name="Google Shape;659;p9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60" name="Google Shape;660;p9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661" name="Google Shape;661;p97"/>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662" name="Google Shape;662;p9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663" name="Google Shape;663;p97"/>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664" name="Shape 664"/>
        <p:cNvGrpSpPr/>
        <p:nvPr/>
      </p:nvGrpSpPr>
      <p:grpSpPr>
        <a:xfrm>
          <a:off x="0" y="0"/>
          <a:ext cx="0" cy="0"/>
          <a:chOff x="0" y="0"/>
          <a:chExt cx="0" cy="0"/>
        </a:xfrm>
      </p:grpSpPr>
      <p:pic>
        <p:nvPicPr>
          <p:cNvPr id="665" name="Google Shape;665;p98"/>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666" name="Google Shape;666;p9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67" name="Google Shape;667;p9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68" name="Google Shape;668;p98"/>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69" name="Google Shape;669;p9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70" name="Google Shape;670;p9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71" name="Google Shape;671;p9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72" name="Google Shape;672;p9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73" name="Google Shape;673;p9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74" name="Shape 674"/>
        <p:cNvGrpSpPr/>
        <p:nvPr/>
      </p:nvGrpSpPr>
      <p:grpSpPr>
        <a:xfrm>
          <a:off x="0" y="0"/>
          <a:ext cx="0" cy="0"/>
          <a:chOff x="0" y="0"/>
          <a:chExt cx="0" cy="0"/>
        </a:xfrm>
      </p:grpSpPr>
      <p:pic>
        <p:nvPicPr>
          <p:cNvPr id="675" name="Google Shape;675;p99"/>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76" name="Google Shape;676;p99"/>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77" name="Google Shape;677;p99"/>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78" name="Google Shape;678;p99"/>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79" name="Google Shape;679;p9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80" name="Google Shape;680;p9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81" name="Google Shape;681;p9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82" name="Google Shape;682;p9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83" name="Google Shape;683;p9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84" name="Shape 684"/>
        <p:cNvGrpSpPr/>
        <p:nvPr/>
      </p:nvGrpSpPr>
      <p:grpSpPr>
        <a:xfrm>
          <a:off x="0" y="0"/>
          <a:ext cx="0" cy="0"/>
          <a:chOff x="0" y="0"/>
          <a:chExt cx="0" cy="0"/>
        </a:xfrm>
      </p:grpSpPr>
      <p:pic>
        <p:nvPicPr>
          <p:cNvPr id="685" name="Google Shape;685;p100"/>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86" name="Google Shape;686;p10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87" name="Google Shape;687;p10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88" name="Google Shape;688;p100"/>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89" name="Google Shape;689;p10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90" name="Google Shape;690;p10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91" name="Google Shape;691;p10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92" name="Google Shape;692;p10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93" name="Google Shape;693;p100"/>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694" name="Google Shape;694;p100"/>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695" name="Google Shape;695;p100"/>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96" name="Shape 696"/>
        <p:cNvGrpSpPr/>
        <p:nvPr/>
      </p:nvGrpSpPr>
      <p:grpSpPr>
        <a:xfrm>
          <a:off x="0" y="0"/>
          <a:ext cx="0" cy="0"/>
          <a:chOff x="0" y="0"/>
          <a:chExt cx="0" cy="0"/>
        </a:xfrm>
      </p:grpSpPr>
      <p:pic>
        <p:nvPicPr>
          <p:cNvPr id="697" name="Google Shape;697;p101"/>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98" name="Google Shape;698;p101"/>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99" name="Google Shape;699;p10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00" name="Google Shape;700;p101"/>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01" name="Google Shape;701;p10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02" name="Google Shape;702;p10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03" name="Google Shape;703;p10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704" name="Google Shape;704;p10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05" name="Google Shape;705;p10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706" name="Shape 706"/>
        <p:cNvGrpSpPr/>
        <p:nvPr/>
      </p:nvGrpSpPr>
      <p:grpSpPr>
        <a:xfrm>
          <a:off x="0" y="0"/>
          <a:ext cx="0" cy="0"/>
          <a:chOff x="0" y="0"/>
          <a:chExt cx="0" cy="0"/>
        </a:xfrm>
      </p:grpSpPr>
      <p:pic>
        <p:nvPicPr>
          <p:cNvPr id="707" name="Google Shape;707;p102"/>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708" name="Google Shape;708;p102"/>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709" name="Google Shape;709;p102"/>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710" name="Google Shape;710;p10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11" name="Google Shape;711;p10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12" name="Google Shape;712;p102"/>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02"/>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714" name="Google Shape;714;p102"/>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15" name="Google Shape;715;p102"/>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716" name="Google Shape;716;p102"/>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717" name="Shape 717"/>
        <p:cNvGrpSpPr/>
        <p:nvPr/>
      </p:nvGrpSpPr>
      <p:grpSpPr>
        <a:xfrm>
          <a:off x="0" y="0"/>
          <a:ext cx="0" cy="0"/>
          <a:chOff x="0" y="0"/>
          <a:chExt cx="0" cy="0"/>
        </a:xfrm>
      </p:grpSpPr>
      <p:pic>
        <p:nvPicPr>
          <p:cNvPr id="718" name="Google Shape;718;p10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719" name="Google Shape;719;p103"/>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720" name="Google Shape;720;p10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21" name="Google Shape;721;p10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22" name="Google Shape;722;p10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23" name="Google Shape;723;p10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24" name="Google Shape;724;p10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725" name="Google Shape;725;p10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26" name="Google Shape;726;p10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727" name="Shape 727"/>
        <p:cNvGrpSpPr/>
        <p:nvPr/>
      </p:nvGrpSpPr>
      <p:grpSpPr>
        <a:xfrm>
          <a:off x="0" y="0"/>
          <a:ext cx="0" cy="0"/>
          <a:chOff x="0" y="0"/>
          <a:chExt cx="0" cy="0"/>
        </a:xfrm>
      </p:grpSpPr>
      <p:pic>
        <p:nvPicPr>
          <p:cNvPr id="728" name="Google Shape;728;p104"/>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729" name="Google Shape;729;p10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730" name="Google Shape;730;p10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31" name="Google Shape;731;p104"/>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32" name="Google Shape;732;p10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33" name="Google Shape;733;p10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34" name="Google Shape;734;p10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735" name="Google Shape;735;p10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36" name="Google Shape;736;p10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737" name="Shape 737"/>
        <p:cNvGrpSpPr/>
        <p:nvPr/>
      </p:nvGrpSpPr>
      <p:grpSpPr>
        <a:xfrm>
          <a:off x="0" y="0"/>
          <a:ext cx="0" cy="0"/>
          <a:chOff x="0" y="0"/>
          <a:chExt cx="0" cy="0"/>
        </a:xfrm>
      </p:grpSpPr>
      <p:pic>
        <p:nvPicPr>
          <p:cNvPr id="738" name="Google Shape;738;p105"/>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739" name="Google Shape;739;p10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40" name="Google Shape;740;p105"/>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741" name="Google Shape;741;p105"/>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742" name="Google Shape;742;p105"/>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743" name="Google Shape;743;p105"/>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744" name="Shape 744"/>
        <p:cNvGrpSpPr/>
        <p:nvPr/>
      </p:nvGrpSpPr>
      <p:grpSpPr>
        <a:xfrm>
          <a:off x="0" y="0"/>
          <a:ext cx="0" cy="0"/>
          <a:chOff x="0" y="0"/>
          <a:chExt cx="0" cy="0"/>
        </a:xfrm>
      </p:grpSpPr>
      <p:pic>
        <p:nvPicPr>
          <p:cNvPr descr="Divider1.png" id="745" name="Google Shape;745;p106"/>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746" name="Google Shape;746;p106"/>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7" name="Google Shape;747;p106"/>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748" name="Shape 748"/>
        <p:cNvGrpSpPr/>
        <p:nvPr/>
      </p:nvGrpSpPr>
      <p:grpSpPr>
        <a:xfrm>
          <a:off x="0" y="0"/>
          <a:ext cx="0" cy="0"/>
          <a:chOff x="0" y="0"/>
          <a:chExt cx="0" cy="0"/>
        </a:xfrm>
      </p:grpSpPr>
      <p:pic>
        <p:nvPicPr>
          <p:cNvPr id="749" name="Google Shape;749;p107"/>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750" name="Google Shape;750;p107"/>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751" name="Google Shape;751;p107"/>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07"/>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753" name="Shape 753"/>
        <p:cNvGrpSpPr/>
        <p:nvPr/>
      </p:nvGrpSpPr>
      <p:grpSpPr>
        <a:xfrm>
          <a:off x="0" y="0"/>
          <a:ext cx="0" cy="0"/>
          <a:chOff x="0" y="0"/>
          <a:chExt cx="0" cy="0"/>
        </a:xfrm>
      </p:grpSpPr>
      <p:pic>
        <p:nvPicPr>
          <p:cNvPr id="754" name="Google Shape;754;p108"/>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55" name="Shape 755"/>
        <p:cNvGrpSpPr/>
        <p:nvPr/>
      </p:nvGrpSpPr>
      <p:grpSpPr>
        <a:xfrm>
          <a:off x="0" y="0"/>
          <a:ext cx="0" cy="0"/>
          <a:chOff x="0" y="0"/>
          <a:chExt cx="0" cy="0"/>
        </a:xfrm>
      </p:grpSpPr>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756" name="Shape 756"/>
        <p:cNvGrpSpPr/>
        <p:nvPr/>
      </p:nvGrpSpPr>
      <p:grpSpPr>
        <a:xfrm>
          <a:off x="0" y="0"/>
          <a:ext cx="0" cy="0"/>
          <a:chOff x="0" y="0"/>
          <a:chExt cx="0" cy="0"/>
        </a:xfrm>
      </p:grpSpPr>
      <p:grpSp>
        <p:nvGrpSpPr>
          <p:cNvPr id="757" name="Google Shape;757;p110"/>
          <p:cNvGrpSpPr/>
          <p:nvPr/>
        </p:nvGrpSpPr>
        <p:grpSpPr>
          <a:xfrm>
            <a:off x="6262100" y="-3850"/>
            <a:ext cx="2886900" cy="485125"/>
            <a:chOff x="6262100" y="-3850"/>
            <a:chExt cx="2886900" cy="485125"/>
          </a:xfrm>
        </p:grpSpPr>
        <p:pic>
          <p:nvPicPr>
            <p:cNvPr descr="1.png" id="758" name="Google Shape;758;p110"/>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759" name="Google Shape;759;p110"/>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760" name="Google Shape;760;p110"/>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761" name="Google Shape;761;p110"/>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762" name="Google Shape;762;p11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63" name="Google Shape;763;p11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64" name="Google Shape;764;p110"/>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765" name="Google Shape;765;p110"/>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766" name="Google Shape;766;p110"/>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767" name="Google Shape;767;p110"/>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768" name="Google Shape;768;p110"/>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769" name="Google Shape;769;p110"/>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770" name="Google Shape;770;p110"/>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1">
  <p:cSld name="CUSTOM_1_1_1_2_1">
    <p:spTree>
      <p:nvGrpSpPr>
        <p:cNvPr id="771" name="Shape 771"/>
        <p:cNvGrpSpPr/>
        <p:nvPr/>
      </p:nvGrpSpPr>
      <p:grpSpPr>
        <a:xfrm>
          <a:off x="0" y="0"/>
          <a:ext cx="0" cy="0"/>
          <a:chOff x="0" y="0"/>
          <a:chExt cx="0" cy="0"/>
        </a:xfrm>
      </p:grpSpPr>
      <p:grpSp>
        <p:nvGrpSpPr>
          <p:cNvPr id="772" name="Google Shape;772;p111"/>
          <p:cNvGrpSpPr/>
          <p:nvPr/>
        </p:nvGrpSpPr>
        <p:grpSpPr>
          <a:xfrm>
            <a:off x="6262100" y="-3850"/>
            <a:ext cx="2886900" cy="485125"/>
            <a:chOff x="6262100" y="-3850"/>
            <a:chExt cx="2886900" cy="485125"/>
          </a:xfrm>
        </p:grpSpPr>
        <p:pic>
          <p:nvPicPr>
            <p:cNvPr descr="1.png" id="773" name="Google Shape;773;p111"/>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774" name="Google Shape;774;p111"/>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775" name="Google Shape;775;p111"/>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776" name="Google Shape;776;p111"/>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777" name="Google Shape;777;p11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78" name="Google Shape;778;p11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79" name="Google Shape;779;p111"/>
          <p:cNvSpPr txBox="1"/>
          <p:nvPr/>
        </p:nvSpPr>
        <p:spPr>
          <a:xfrm>
            <a:off x="1034475" y="1532576"/>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t/>
            </a:r>
            <a:endParaRPr sz="1800">
              <a:latin typeface="Poppins"/>
              <a:ea typeface="Poppins"/>
              <a:cs typeface="Poppins"/>
              <a:sym typeface="Poppins"/>
            </a:endParaRPr>
          </a:p>
        </p:txBody>
      </p:sp>
      <p:sp>
        <p:nvSpPr>
          <p:cNvPr id="780" name="Google Shape;780;p111"/>
          <p:cNvSpPr txBox="1"/>
          <p:nvPr/>
        </p:nvSpPr>
        <p:spPr>
          <a:xfrm>
            <a:off x="4840125" y="1532578"/>
            <a:ext cx="3269400" cy="29769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t/>
            </a:r>
            <a:endParaRPr sz="1800">
              <a:latin typeface="Poppins"/>
              <a:ea typeface="Poppins"/>
              <a:cs typeface="Poppins"/>
              <a:sym typeface="Poppins"/>
            </a:endParaRPr>
          </a:p>
        </p:txBody>
      </p:sp>
      <p:sp>
        <p:nvSpPr>
          <p:cNvPr id="781" name="Google Shape;781;p111"/>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2400">
              <a:solidFill>
                <a:srgbClr val="000000"/>
              </a:solidFill>
              <a:latin typeface="Space Mono"/>
              <a:ea typeface="Space Mono"/>
              <a:cs typeface="Space Mono"/>
              <a:sym typeface="Space Mono"/>
            </a:endParaRPr>
          </a:p>
        </p:txBody>
      </p:sp>
      <p:sp>
        <p:nvSpPr>
          <p:cNvPr id="782" name="Google Shape;782;p111"/>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783" name="Google Shape;783;p111"/>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787" name="Shape 787"/>
        <p:cNvGrpSpPr/>
        <p:nvPr/>
      </p:nvGrpSpPr>
      <p:grpSpPr>
        <a:xfrm>
          <a:off x="0" y="0"/>
          <a:ext cx="0" cy="0"/>
          <a:chOff x="0" y="0"/>
          <a:chExt cx="0" cy="0"/>
        </a:xfrm>
      </p:grpSpPr>
      <p:pic>
        <p:nvPicPr>
          <p:cNvPr id="788" name="Google Shape;788;p113"/>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789" name="Google Shape;789;p11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790" name="Shape 790"/>
        <p:cNvGrpSpPr/>
        <p:nvPr/>
      </p:nvGrpSpPr>
      <p:grpSpPr>
        <a:xfrm>
          <a:off x="0" y="0"/>
          <a:ext cx="0" cy="0"/>
          <a:chOff x="0" y="0"/>
          <a:chExt cx="0" cy="0"/>
        </a:xfrm>
      </p:grpSpPr>
      <p:pic>
        <p:nvPicPr>
          <p:cNvPr id="791" name="Google Shape;791;p11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792" name="Google Shape;792;p114"/>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793" name="Google Shape;793;p1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94" name="Google Shape;794;p114"/>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795" name="Shape 795"/>
        <p:cNvGrpSpPr/>
        <p:nvPr/>
      </p:nvGrpSpPr>
      <p:grpSpPr>
        <a:xfrm>
          <a:off x="0" y="0"/>
          <a:ext cx="0" cy="0"/>
          <a:chOff x="0" y="0"/>
          <a:chExt cx="0" cy="0"/>
        </a:xfrm>
      </p:grpSpPr>
      <p:pic>
        <p:nvPicPr>
          <p:cNvPr descr="Divider4.png" id="796" name="Google Shape;796;p115"/>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797" name="Google Shape;797;p115"/>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798" name="Google Shape;798;p115"/>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799" name="Google Shape;799;p115"/>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800" name="Google Shape;800;p115"/>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801" name="Google Shape;801;p115"/>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802" name="Shape 802"/>
        <p:cNvGrpSpPr/>
        <p:nvPr/>
      </p:nvGrpSpPr>
      <p:grpSpPr>
        <a:xfrm>
          <a:off x="0" y="0"/>
          <a:ext cx="0" cy="0"/>
          <a:chOff x="0" y="0"/>
          <a:chExt cx="0" cy="0"/>
        </a:xfrm>
      </p:grpSpPr>
      <p:sp>
        <p:nvSpPr>
          <p:cNvPr id="803" name="Google Shape;803;p116"/>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804" name="Google Shape;804;p116"/>
          <p:cNvGrpSpPr/>
          <p:nvPr/>
        </p:nvGrpSpPr>
        <p:grpSpPr>
          <a:xfrm rot="5400000">
            <a:off x="5719749" y="1629787"/>
            <a:ext cx="4964577" cy="1883925"/>
            <a:chOff x="4152224" y="1218499"/>
            <a:chExt cx="4964577" cy="1883925"/>
          </a:xfrm>
        </p:grpSpPr>
        <p:pic>
          <p:nvPicPr>
            <p:cNvPr id="805" name="Google Shape;805;p116"/>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806" name="Google Shape;806;p116"/>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807" name="Google Shape;807;p11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08" name="Google Shape;808;p11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09" name="Google Shape;809;p116"/>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810" name="Shape 810"/>
        <p:cNvGrpSpPr/>
        <p:nvPr/>
      </p:nvGrpSpPr>
      <p:grpSpPr>
        <a:xfrm>
          <a:off x="0" y="0"/>
          <a:ext cx="0" cy="0"/>
          <a:chOff x="0" y="0"/>
          <a:chExt cx="0" cy="0"/>
        </a:xfrm>
      </p:grpSpPr>
      <p:pic>
        <p:nvPicPr>
          <p:cNvPr id="811" name="Google Shape;811;p117"/>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12" name="Google Shape;812;p117"/>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813" name="Google Shape;813;p11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14" name="Google Shape;814;p11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15" name="Google Shape;815;p1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6" name="Google Shape;816;p1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17" name="Google Shape;817;p117"/>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18" name="Google Shape;818;p117"/>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19" name="Shape 819"/>
        <p:cNvGrpSpPr/>
        <p:nvPr/>
      </p:nvGrpSpPr>
      <p:grpSpPr>
        <a:xfrm>
          <a:off x="0" y="0"/>
          <a:ext cx="0" cy="0"/>
          <a:chOff x="0" y="0"/>
          <a:chExt cx="0" cy="0"/>
        </a:xfrm>
      </p:grpSpPr>
      <p:pic>
        <p:nvPicPr>
          <p:cNvPr id="820" name="Google Shape;820;p1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21" name="Google Shape;821;p1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22" name="Google Shape;822;p118"/>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23" name="Google Shape;823;p1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24" name="Google Shape;824;p11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25" name="Google Shape;825;p1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26" name="Google Shape;826;p1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827" name="Shape 827"/>
        <p:cNvGrpSpPr/>
        <p:nvPr/>
      </p:nvGrpSpPr>
      <p:grpSpPr>
        <a:xfrm>
          <a:off x="0" y="0"/>
          <a:ext cx="0" cy="0"/>
          <a:chOff x="0" y="0"/>
          <a:chExt cx="0" cy="0"/>
        </a:xfrm>
      </p:grpSpPr>
      <p:pic>
        <p:nvPicPr>
          <p:cNvPr id="828" name="Google Shape;828;p119"/>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29" name="Google Shape;829;p119"/>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830" name="Google Shape;830;p119"/>
          <p:cNvGrpSpPr/>
          <p:nvPr/>
        </p:nvGrpSpPr>
        <p:grpSpPr>
          <a:xfrm>
            <a:off x="5709066" y="201260"/>
            <a:ext cx="2296623" cy="4424889"/>
            <a:chOff x="5598780" y="137712"/>
            <a:chExt cx="2577001" cy="4664652"/>
          </a:xfrm>
        </p:grpSpPr>
        <p:pic>
          <p:nvPicPr>
            <p:cNvPr id="831" name="Google Shape;831;p119"/>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832" name="Google Shape;832;p119"/>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3" name="Google Shape;833;p119"/>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34" name="Google Shape;834;p11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35" name="Google Shape;835;p1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36" name="Google Shape;836;p119"/>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837" name="Shape 837"/>
        <p:cNvGrpSpPr/>
        <p:nvPr/>
      </p:nvGrpSpPr>
      <p:grpSpPr>
        <a:xfrm>
          <a:off x="0" y="0"/>
          <a:ext cx="0" cy="0"/>
          <a:chOff x="0" y="0"/>
          <a:chExt cx="0" cy="0"/>
        </a:xfrm>
      </p:grpSpPr>
      <p:pic>
        <p:nvPicPr>
          <p:cNvPr id="838" name="Google Shape;838;p1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39" name="Google Shape;839;p1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40" name="Google Shape;840;p1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41" name="Google Shape;841;p12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42" name="Google Shape;842;p1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43" name="Google Shape;843;p120"/>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44" name="Google Shape;844;p120"/>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845" name="Shape 845"/>
        <p:cNvGrpSpPr/>
        <p:nvPr/>
      </p:nvGrpSpPr>
      <p:grpSpPr>
        <a:xfrm>
          <a:off x="0" y="0"/>
          <a:ext cx="0" cy="0"/>
          <a:chOff x="0" y="0"/>
          <a:chExt cx="0" cy="0"/>
        </a:xfrm>
      </p:grpSpPr>
      <p:pic>
        <p:nvPicPr>
          <p:cNvPr id="846" name="Google Shape;846;p121"/>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847" name="Google Shape;847;p12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48" name="Google Shape;848;p12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49" name="Google Shape;849;p1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50" name="Google Shape;850;p1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851" name="Google Shape;851;p121"/>
          <p:cNvGrpSpPr/>
          <p:nvPr/>
        </p:nvGrpSpPr>
        <p:grpSpPr>
          <a:xfrm>
            <a:off x="4344100" y="398125"/>
            <a:ext cx="4546500" cy="4222800"/>
            <a:chOff x="4344100" y="398125"/>
            <a:chExt cx="4546500" cy="4222800"/>
          </a:xfrm>
        </p:grpSpPr>
        <p:sp>
          <p:nvSpPr>
            <p:cNvPr id="852" name="Google Shape;852;p121"/>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3" name="Google Shape;853;p121"/>
            <p:cNvGrpSpPr/>
            <p:nvPr/>
          </p:nvGrpSpPr>
          <p:grpSpPr>
            <a:xfrm>
              <a:off x="4445450" y="524200"/>
              <a:ext cx="399495" cy="101100"/>
              <a:chOff x="4445450" y="524200"/>
              <a:chExt cx="399495" cy="101100"/>
            </a:xfrm>
          </p:grpSpPr>
          <p:sp>
            <p:nvSpPr>
              <p:cNvPr id="854" name="Google Shape;854;p121"/>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21"/>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21"/>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7" name="Google Shape;857;p121"/>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858" name="Shape 858"/>
        <p:cNvGrpSpPr/>
        <p:nvPr/>
      </p:nvGrpSpPr>
      <p:grpSpPr>
        <a:xfrm>
          <a:off x="0" y="0"/>
          <a:ext cx="0" cy="0"/>
          <a:chOff x="0" y="0"/>
          <a:chExt cx="0" cy="0"/>
        </a:xfrm>
      </p:grpSpPr>
      <p:pic>
        <p:nvPicPr>
          <p:cNvPr id="859" name="Google Shape;859;p122"/>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60" name="Google Shape;860;p122"/>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61" name="Google Shape;861;p122"/>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62" name="Google Shape;862;p1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63" name="Google Shape;863;p1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864" name="Shape 864"/>
        <p:cNvGrpSpPr/>
        <p:nvPr/>
      </p:nvGrpSpPr>
      <p:grpSpPr>
        <a:xfrm>
          <a:off x="0" y="0"/>
          <a:ext cx="0" cy="0"/>
          <a:chOff x="0" y="0"/>
          <a:chExt cx="0" cy="0"/>
        </a:xfrm>
      </p:grpSpPr>
      <p:pic>
        <p:nvPicPr>
          <p:cNvPr id="865" name="Google Shape;865;p123"/>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866" name="Google Shape;866;p123"/>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23"/>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868" name="Google Shape;868;p1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69" name="Google Shape;869;p1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70" name="Google Shape;870;p123"/>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71" name="Google Shape;871;p123"/>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872" name="Google Shape;872;p123"/>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873" name="Shape 873"/>
        <p:cNvGrpSpPr/>
        <p:nvPr/>
      </p:nvGrpSpPr>
      <p:grpSpPr>
        <a:xfrm>
          <a:off x="0" y="0"/>
          <a:ext cx="0" cy="0"/>
          <a:chOff x="0" y="0"/>
          <a:chExt cx="0" cy="0"/>
        </a:xfrm>
      </p:grpSpPr>
      <p:pic>
        <p:nvPicPr>
          <p:cNvPr id="874" name="Google Shape;874;p124"/>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875" name="Google Shape;875;p124"/>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876" name="Google Shape;876;p12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77" name="Google Shape;877;p12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78" name="Google Shape;878;p1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79" name="Google Shape;879;p12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880" name="Google Shape;880;p12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81" name="Google Shape;881;p12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82" name="Google Shape;882;p124"/>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883" name="Shape 883"/>
        <p:cNvGrpSpPr/>
        <p:nvPr/>
      </p:nvGrpSpPr>
      <p:grpSpPr>
        <a:xfrm>
          <a:off x="0" y="0"/>
          <a:ext cx="0" cy="0"/>
          <a:chOff x="0" y="0"/>
          <a:chExt cx="0" cy="0"/>
        </a:xfrm>
      </p:grpSpPr>
      <p:pic>
        <p:nvPicPr>
          <p:cNvPr id="884" name="Google Shape;884;p12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885" name="Google Shape;885;p12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886" name="Google Shape;886;p125"/>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87" name="Google Shape;887;p1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88" name="Google Shape;888;p1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89" name="Google Shape;889;p125"/>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890" name="Google Shape;890;p1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891" name="Google Shape;891;p125"/>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892" name="Shape 892"/>
        <p:cNvGrpSpPr/>
        <p:nvPr/>
      </p:nvGrpSpPr>
      <p:grpSpPr>
        <a:xfrm>
          <a:off x="0" y="0"/>
          <a:ext cx="0" cy="0"/>
          <a:chOff x="0" y="0"/>
          <a:chExt cx="0" cy="0"/>
        </a:xfrm>
      </p:grpSpPr>
      <p:pic>
        <p:nvPicPr>
          <p:cNvPr id="893" name="Google Shape;893;p126"/>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894" name="Google Shape;894;p12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895" name="Google Shape;895;p126"/>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896" name="Google Shape;896;p126"/>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97" name="Google Shape;897;p12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98" name="Google Shape;898;p1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99" name="Google Shape;899;p1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900" name="Google Shape;900;p12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01" name="Google Shape;901;p12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902" name="Shape 902"/>
        <p:cNvGrpSpPr/>
        <p:nvPr/>
      </p:nvGrpSpPr>
      <p:grpSpPr>
        <a:xfrm>
          <a:off x="0" y="0"/>
          <a:ext cx="0" cy="0"/>
          <a:chOff x="0" y="0"/>
          <a:chExt cx="0" cy="0"/>
        </a:xfrm>
      </p:grpSpPr>
      <p:pic>
        <p:nvPicPr>
          <p:cNvPr id="903" name="Google Shape;903;p12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04" name="Google Shape;904;p127"/>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905" name="Google Shape;905;p1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906" name="Google Shape;906;p12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07" name="Google Shape;907;p1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8" name="Google Shape;908;p1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09" name="Google Shape;909;p1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910" name="Google Shape;910;p1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11" name="Google Shape;911;p1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912" name="Shape 912"/>
        <p:cNvGrpSpPr/>
        <p:nvPr/>
      </p:nvGrpSpPr>
      <p:grpSpPr>
        <a:xfrm>
          <a:off x="0" y="0"/>
          <a:ext cx="0" cy="0"/>
          <a:chOff x="0" y="0"/>
          <a:chExt cx="0" cy="0"/>
        </a:xfrm>
      </p:grpSpPr>
      <p:pic>
        <p:nvPicPr>
          <p:cNvPr id="913" name="Google Shape;913;p128"/>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914" name="Google Shape;914;p12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15" name="Google Shape;915;p12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16" name="Google Shape;916;p128"/>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17" name="Google Shape;917;p1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18" name="Google Shape;918;p1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9" name="Google Shape;919;p1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920" name="Google Shape;920;p1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21" name="Google Shape;921;p128"/>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922" name="Shape 922"/>
        <p:cNvGrpSpPr/>
        <p:nvPr/>
      </p:nvGrpSpPr>
      <p:grpSpPr>
        <a:xfrm>
          <a:off x="0" y="0"/>
          <a:ext cx="0" cy="0"/>
          <a:chOff x="0" y="0"/>
          <a:chExt cx="0" cy="0"/>
        </a:xfrm>
      </p:grpSpPr>
      <p:pic>
        <p:nvPicPr>
          <p:cNvPr id="923" name="Google Shape;923;p129"/>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924" name="Google Shape;924;p129"/>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925" name="Google Shape;925;p1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26" name="Google Shape;926;p129"/>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27" name="Google Shape;927;p1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28" name="Google Shape;928;p1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29" name="Google Shape;929;p12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930" name="Google Shape;930;p1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31" name="Google Shape;931;p12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932" name="Shape 932"/>
        <p:cNvGrpSpPr/>
        <p:nvPr/>
      </p:nvGrpSpPr>
      <p:grpSpPr>
        <a:xfrm>
          <a:off x="0" y="0"/>
          <a:ext cx="0" cy="0"/>
          <a:chOff x="0" y="0"/>
          <a:chExt cx="0" cy="0"/>
        </a:xfrm>
      </p:grpSpPr>
      <p:pic>
        <p:nvPicPr>
          <p:cNvPr id="933" name="Google Shape;933;p130"/>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934" name="Google Shape;934;p130"/>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935" name="Google Shape;935;p130"/>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36" name="Google Shape;936;p13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37" name="Google Shape;937;p1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38" name="Google Shape;938;p130"/>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30"/>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940" name="Google Shape;940;p130"/>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41" name="Google Shape;941;p130"/>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942" name="Google Shape;942;p130"/>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943" name="Shape 943"/>
        <p:cNvGrpSpPr/>
        <p:nvPr/>
      </p:nvGrpSpPr>
      <p:grpSpPr>
        <a:xfrm>
          <a:off x="0" y="0"/>
          <a:ext cx="0" cy="0"/>
          <a:chOff x="0" y="0"/>
          <a:chExt cx="0" cy="0"/>
        </a:xfrm>
      </p:grpSpPr>
      <p:pic>
        <p:nvPicPr>
          <p:cNvPr id="944" name="Google Shape;944;p13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945" name="Google Shape;945;p131"/>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946" name="Google Shape;946;p13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47" name="Google Shape;947;p13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48" name="Google Shape;948;p13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49" name="Google Shape;949;p1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50" name="Google Shape;950;p13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951" name="Google Shape;951;p13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52" name="Google Shape;952;p13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953" name="Shape 953"/>
        <p:cNvGrpSpPr/>
        <p:nvPr/>
      </p:nvGrpSpPr>
      <p:grpSpPr>
        <a:xfrm>
          <a:off x="0" y="0"/>
          <a:ext cx="0" cy="0"/>
          <a:chOff x="0" y="0"/>
          <a:chExt cx="0" cy="0"/>
        </a:xfrm>
      </p:grpSpPr>
      <p:pic>
        <p:nvPicPr>
          <p:cNvPr id="954" name="Google Shape;954;p132"/>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55" name="Google Shape;955;p13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56" name="Google Shape;956;p1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57" name="Google Shape;957;p132"/>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58" name="Google Shape;958;p1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59" name="Google Shape;959;p1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60" name="Google Shape;960;p1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961" name="Google Shape;961;p1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62" name="Google Shape;962;p1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963" name="Shape 963"/>
        <p:cNvGrpSpPr/>
        <p:nvPr/>
      </p:nvGrpSpPr>
      <p:grpSpPr>
        <a:xfrm>
          <a:off x="0" y="0"/>
          <a:ext cx="0" cy="0"/>
          <a:chOff x="0" y="0"/>
          <a:chExt cx="0" cy="0"/>
        </a:xfrm>
      </p:grpSpPr>
      <p:pic>
        <p:nvPicPr>
          <p:cNvPr id="964" name="Google Shape;964;p133"/>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965" name="Google Shape;965;p1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66" name="Google Shape;966;p133"/>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967" name="Google Shape;967;p133"/>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968" name="Google Shape;968;p133"/>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969" name="Google Shape;969;p133"/>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970" name="Shape 970"/>
        <p:cNvGrpSpPr/>
        <p:nvPr/>
      </p:nvGrpSpPr>
      <p:grpSpPr>
        <a:xfrm>
          <a:off x="0" y="0"/>
          <a:ext cx="0" cy="0"/>
          <a:chOff x="0" y="0"/>
          <a:chExt cx="0" cy="0"/>
        </a:xfrm>
      </p:grpSpPr>
      <p:pic>
        <p:nvPicPr>
          <p:cNvPr descr="Divider1.png" id="971" name="Google Shape;971;p134"/>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972" name="Google Shape;972;p134"/>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3" name="Google Shape;973;p134"/>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974" name="Shape 974"/>
        <p:cNvGrpSpPr/>
        <p:nvPr/>
      </p:nvGrpSpPr>
      <p:grpSpPr>
        <a:xfrm>
          <a:off x="0" y="0"/>
          <a:ext cx="0" cy="0"/>
          <a:chOff x="0" y="0"/>
          <a:chExt cx="0" cy="0"/>
        </a:xfrm>
      </p:grpSpPr>
      <p:pic>
        <p:nvPicPr>
          <p:cNvPr id="975" name="Google Shape;975;p135"/>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976" name="Google Shape;976;p135"/>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977" name="Google Shape;977;p135"/>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35"/>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979" name="Shape 979"/>
        <p:cNvGrpSpPr/>
        <p:nvPr/>
      </p:nvGrpSpPr>
      <p:grpSpPr>
        <a:xfrm>
          <a:off x="0" y="0"/>
          <a:ext cx="0" cy="0"/>
          <a:chOff x="0" y="0"/>
          <a:chExt cx="0" cy="0"/>
        </a:xfrm>
      </p:grpSpPr>
      <p:pic>
        <p:nvPicPr>
          <p:cNvPr id="980" name="Google Shape;980;p136"/>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981" name="Shape 981"/>
        <p:cNvGrpSpPr/>
        <p:nvPr/>
      </p:nvGrpSpPr>
      <p:grpSpPr>
        <a:xfrm>
          <a:off x="0" y="0"/>
          <a:ext cx="0" cy="0"/>
          <a:chOff x="0" y="0"/>
          <a:chExt cx="0" cy="0"/>
        </a:xfrm>
      </p:grpSpPr>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982" name="Shape 982"/>
        <p:cNvGrpSpPr/>
        <p:nvPr/>
      </p:nvGrpSpPr>
      <p:grpSpPr>
        <a:xfrm>
          <a:off x="0" y="0"/>
          <a:ext cx="0" cy="0"/>
          <a:chOff x="0" y="0"/>
          <a:chExt cx="0" cy="0"/>
        </a:xfrm>
      </p:grpSpPr>
      <p:grpSp>
        <p:nvGrpSpPr>
          <p:cNvPr id="983" name="Google Shape;983;p138"/>
          <p:cNvGrpSpPr/>
          <p:nvPr/>
        </p:nvGrpSpPr>
        <p:grpSpPr>
          <a:xfrm>
            <a:off x="6262100" y="-3850"/>
            <a:ext cx="2886900" cy="485125"/>
            <a:chOff x="6262100" y="-3850"/>
            <a:chExt cx="2886900" cy="485125"/>
          </a:xfrm>
        </p:grpSpPr>
        <p:pic>
          <p:nvPicPr>
            <p:cNvPr descr="1.png" id="984" name="Google Shape;984;p138"/>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985" name="Google Shape;985;p138"/>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986" name="Google Shape;986;p138"/>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987" name="Google Shape;987;p138"/>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988" name="Google Shape;988;p13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89" name="Google Shape;989;p13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90" name="Google Shape;990;p138"/>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991" name="Google Shape;991;p138"/>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992" name="Google Shape;992;p138"/>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993" name="Google Shape;993;p138"/>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994" name="Google Shape;994;p138"/>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995" name="Google Shape;995;p138"/>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996" name="Google Shape;996;p138"/>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997" name="Shape 997"/>
        <p:cNvGrpSpPr/>
        <p:nvPr/>
      </p:nvGrpSpPr>
      <p:grpSpPr>
        <a:xfrm>
          <a:off x="0" y="0"/>
          <a:ext cx="0" cy="0"/>
          <a:chOff x="0" y="0"/>
          <a:chExt cx="0" cy="0"/>
        </a:xfrm>
      </p:grpSpPr>
      <p:pic>
        <p:nvPicPr>
          <p:cNvPr id="998" name="Google Shape;998;p13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999" name="Google Shape;999;p13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000" name="Google Shape;1000;p1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1" name="Google Shape;1001;p1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02" name="Google Shape;1002;p139"/>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1003" name="Google Shape;1003;p139"/>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1007" name="Shape 1007"/>
        <p:cNvGrpSpPr/>
        <p:nvPr/>
      </p:nvGrpSpPr>
      <p:grpSpPr>
        <a:xfrm>
          <a:off x="0" y="0"/>
          <a:ext cx="0" cy="0"/>
          <a:chOff x="0" y="0"/>
          <a:chExt cx="0" cy="0"/>
        </a:xfrm>
      </p:grpSpPr>
      <p:pic>
        <p:nvPicPr>
          <p:cNvPr id="1008" name="Google Shape;1008;p14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1009" name="Google Shape;1009;p1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1010" name="Shape 1010"/>
        <p:cNvGrpSpPr/>
        <p:nvPr/>
      </p:nvGrpSpPr>
      <p:grpSpPr>
        <a:xfrm>
          <a:off x="0" y="0"/>
          <a:ext cx="0" cy="0"/>
          <a:chOff x="0" y="0"/>
          <a:chExt cx="0" cy="0"/>
        </a:xfrm>
      </p:grpSpPr>
      <p:pic>
        <p:nvPicPr>
          <p:cNvPr id="1011" name="Google Shape;1011;p14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1012" name="Google Shape;1012;p14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1013" name="Google Shape;1013;p1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4" name="Google Shape;1014;p14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1015" name="Shape 1015"/>
        <p:cNvGrpSpPr/>
        <p:nvPr/>
      </p:nvGrpSpPr>
      <p:grpSpPr>
        <a:xfrm>
          <a:off x="0" y="0"/>
          <a:ext cx="0" cy="0"/>
          <a:chOff x="0" y="0"/>
          <a:chExt cx="0" cy="0"/>
        </a:xfrm>
      </p:grpSpPr>
      <p:pic>
        <p:nvPicPr>
          <p:cNvPr descr="Divider4.png" id="1016" name="Google Shape;1016;p14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1017" name="Google Shape;1017;p14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1018" name="Google Shape;1018;p14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1019" name="Google Shape;1019;p14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1020" name="Google Shape;1020;p14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1021" name="Google Shape;1021;p14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1022" name="Shape 1022"/>
        <p:cNvGrpSpPr/>
        <p:nvPr/>
      </p:nvGrpSpPr>
      <p:grpSpPr>
        <a:xfrm>
          <a:off x="0" y="0"/>
          <a:ext cx="0" cy="0"/>
          <a:chOff x="0" y="0"/>
          <a:chExt cx="0" cy="0"/>
        </a:xfrm>
      </p:grpSpPr>
      <p:sp>
        <p:nvSpPr>
          <p:cNvPr id="1023" name="Google Shape;1023;p144"/>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1024" name="Google Shape;1024;p144"/>
          <p:cNvGrpSpPr/>
          <p:nvPr/>
        </p:nvGrpSpPr>
        <p:grpSpPr>
          <a:xfrm rot="5400000">
            <a:off x="5719749" y="1629787"/>
            <a:ext cx="4964577" cy="1883925"/>
            <a:chOff x="4152224" y="1218499"/>
            <a:chExt cx="4964577" cy="1883925"/>
          </a:xfrm>
        </p:grpSpPr>
        <p:pic>
          <p:nvPicPr>
            <p:cNvPr id="1025" name="Google Shape;1025;p14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1026" name="Google Shape;1026;p14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1027" name="Google Shape;1027;p14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28" name="Google Shape;1028;p1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029" name="Google Shape;1029;p144"/>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1030" name="Shape 1030"/>
        <p:cNvGrpSpPr/>
        <p:nvPr/>
      </p:nvGrpSpPr>
      <p:grpSpPr>
        <a:xfrm>
          <a:off x="0" y="0"/>
          <a:ext cx="0" cy="0"/>
          <a:chOff x="0" y="0"/>
          <a:chExt cx="0" cy="0"/>
        </a:xfrm>
      </p:grpSpPr>
      <p:pic>
        <p:nvPicPr>
          <p:cNvPr id="1031" name="Google Shape;1031;p14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032" name="Google Shape;1032;p14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1033" name="Google Shape;1033;p14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34" name="Google Shape;1034;p14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35" name="Google Shape;1035;p14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36" name="Google Shape;1036;p1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037" name="Google Shape;1037;p14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1038" name="Google Shape;1038;p14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1039" name="Shape 1039"/>
        <p:cNvGrpSpPr/>
        <p:nvPr/>
      </p:nvGrpSpPr>
      <p:grpSpPr>
        <a:xfrm>
          <a:off x="0" y="0"/>
          <a:ext cx="0" cy="0"/>
          <a:chOff x="0" y="0"/>
          <a:chExt cx="0" cy="0"/>
        </a:xfrm>
      </p:grpSpPr>
      <p:pic>
        <p:nvPicPr>
          <p:cNvPr id="1040" name="Google Shape;1040;p14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041" name="Google Shape;1041;p14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1042" name="Google Shape;1042;p14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1043" name="Google Shape;1043;p14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1044" name="Google Shape;1044;p14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045" name="Google Shape;1045;p1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46" name="Google Shape;1046;p14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1047" name="Shape 1047"/>
        <p:cNvGrpSpPr/>
        <p:nvPr/>
      </p:nvGrpSpPr>
      <p:grpSpPr>
        <a:xfrm>
          <a:off x="0" y="0"/>
          <a:ext cx="0" cy="0"/>
          <a:chOff x="0" y="0"/>
          <a:chExt cx="0" cy="0"/>
        </a:xfrm>
      </p:grpSpPr>
      <p:pic>
        <p:nvPicPr>
          <p:cNvPr id="1048" name="Google Shape;1048;p14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9" name="Google Shape;1049;p14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1050" name="Google Shape;1050;p147"/>
          <p:cNvGrpSpPr/>
          <p:nvPr/>
        </p:nvGrpSpPr>
        <p:grpSpPr>
          <a:xfrm>
            <a:off x="5709066" y="201260"/>
            <a:ext cx="2296623" cy="4424889"/>
            <a:chOff x="5598780" y="137712"/>
            <a:chExt cx="2577001" cy="4664652"/>
          </a:xfrm>
        </p:grpSpPr>
        <p:pic>
          <p:nvPicPr>
            <p:cNvPr id="1051" name="Google Shape;1051;p14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1052" name="Google Shape;1052;p14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3" name="Google Shape;1053;p14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54" name="Google Shape;1054;p1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55" name="Google Shape;1055;p1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56" name="Google Shape;1056;p14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57" name="Shape 1057"/>
        <p:cNvGrpSpPr/>
        <p:nvPr/>
      </p:nvGrpSpPr>
      <p:grpSpPr>
        <a:xfrm>
          <a:off x="0" y="0"/>
          <a:ext cx="0" cy="0"/>
          <a:chOff x="0" y="0"/>
          <a:chExt cx="0" cy="0"/>
        </a:xfrm>
      </p:grpSpPr>
      <p:pic>
        <p:nvPicPr>
          <p:cNvPr id="1058" name="Google Shape;1058;p14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59" name="Google Shape;1059;p14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60" name="Google Shape;1060;p14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1" name="Google Shape;1061;p14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62" name="Google Shape;1062;p1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63" name="Google Shape;1063;p14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64" name="Google Shape;1064;p14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065" name="Shape 1065"/>
        <p:cNvGrpSpPr/>
        <p:nvPr/>
      </p:nvGrpSpPr>
      <p:grpSpPr>
        <a:xfrm>
          <a:off x="0" y="0"/>
          <a:ext cx="0" cy="0"/>
          <a:chOff x="0" y="0"/>
          <a:chExt cx="0" cy="0"/>
        </a:xfrm>
      </p:grpSpPr>
      <p:pic>
        <p:nvPicPr>
          <p:cNvPr id="1066" name="Google Shape;1066;p14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067" name="Google Shape;1067;p14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68" name="Google Shape;1068;p14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9" name="Google Shape;1069;p14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0" name="Google Shape;1070;p1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071" name="Google Shape;1071;p149"/>
          <p:cNvGrpSpPr/>
          <p:nvPr/>
        </p:nvGrpSpPr>
        <p:grpSpPr>
          <a:xfrm>
            <a:off x="4344100" y="398125"/>
            <a:ext cx="4546500" cy="4222800"/>
            <a:chOff x="4344100" y="398125"/>
            <a:chExt cx="4546500" cy="4222800"/>
          </a:xfrm>
        </p:grpSpPr>
        <p:sp>
          <p:nvSpPr>
            <p:cNvPr id="1072" name="Google Shape;1072;p14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3" name="Google Shape;1073;p149"/>
            <p:cNvGrpSpPr/>
            <p:nvPr/>
          </p:nvGrpSpPr>
          <p:grpSpPr>
            <a:xfrm>
              <a:off x="4445450" y="524200"/>
              <a:ext cx="399495" cy="101100"/>
              <a:chOff x="4445450" y="524200"/>
              <a:chExt cx="399495" cy="101100"/>
            </a:xfrm>
          </p:grpSpPr>
          <p:sp>
            <p:nvSpPr>
              <p:cNvPr id="1074" name="Google Shape;1074;p14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4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4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7" name="Google Shape;1077;p14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078" name="Shape 1078"/>
        <p:cNvGrpSpPr/>
        <p:nvPr/>
      </p:nvGrpSpPr>
      <p:grpSpPr>
        <a:xfrm>
          <a:off x="0" y="0"/>
          <a:ext cx="0" cy="0"/>
          <a:chOff x="0" y="0"/>
          <a:chExt cx="0" cy="0"/>
        </a:xfrm>
      </p:grpSpPr>
      <p:pic>
        <p:nvPicPr>
          <p:cNvPr id="1079" name="Google Shape;1079;p15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80" name="Google Shape;1080;p15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81" name="Google Shape;1081;p15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82" name="Google Shape;1082;p1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83" name="Google Shape;1083;p1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084" name="Shape 1084"/>
        <p:cNvGrpSpPr/>
        <p:nvPr/>
      </p:nvGrpSpPr>
      <p:grpSpPr>
        <a:xfrm>
          <a:off x="0" y="0"/>
          <a:ext cx="0" cy="0"/>
          <a:chOff x="0" y="0"/>
          <a:chExt cx="0" cy="0"/>
        </a:xfrm>
      </p:grpSpPr>
      <p:pic>
        <p:nvPicPr>
          <p:cNvPr id="1085" name="Google Shape;1085;p15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086" name="Google Shape;1086;p15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51"/>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088" name="Google Shape;1088;p1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89" name="Google Shape;1089;p1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90" name="Google Shape;1090;p15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91" name="Google Shape;1091;p15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092" name="Google Shape;1092;p15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093" name="Shape 1093"/>
        <p:cNvGrpSpPr/>
        <p:nvPr/>
      </p:nvGrpSpPr>
      <p:grpSpPr>
        <a:xfrm>
          <a:off x="0" y="0"/>
          <a:ext cx="0" cy="0"/>
          <a:chOff x="0" y="0"/>
          <a:chExt cx="0" cy="0"/>
        </a:xfrm>
      </p:grpSpPr>
      <p:pic>
        <p:nvPicPr>
          <p:cNvPr id="1094" name="Google Shape;1094;p15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095" name="Google Shape;1095;p15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096" name="Google Shape;1096;p15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097" name="Google Shape;1097;p15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98" name="Google Shape;1098;p1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99" name="Google Shape;1099;p15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100" name="Google Shape;1100;p1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01" name="Google Shape;1101;p1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02" name="Google Shape;1102;p15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103" name="Shape 1103"/>
        <p:cNvGrpSpPr/>
        <p:nvPr/>
      </p:nvGrpSpPr>
      <p:grpSpPr>
        <a:xfrm>
          <a:off x="0" y="0"/>
          <a:ext cx="0" cy="0"/>
          <a:chOff x="0" y="0"/>
          <a:chExt cx="0" cy="0"/>
        </a:xfrm>
      </p:grpSpPr>
      <p:pic>
        <p:nvPicPr>
          <p:cNvPr id="1104" name="Google Shape;1104;p15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105" name="Google Shape;1105;p15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106" name="Google Shape;1106;p15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07" name="Google Shape;1107;p15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08" name="Google Shape;1108;p1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109" name="Google Shape;1109;p15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110" name="Google Shape;1110;p1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111" name="Google Shape;1111;p15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112" name="Shape 1112"/>
        <p:cNvGrpSpPr/>
        <p:nvPr/>
      </p:nvGrpSpPr>
      <p:grpSpPr>
        <a:xfrm>
          <a:off x="0" y="0"/>
          <a:ext cx="0" cy="0"/>
          <a:chOff x="0" y="0"/>
          <a:chExt cx="0" cy="0"/>
        </a:xfrm>
      </p:grpSpPr>
      <p:pic>
        <p:nvPicPr>
          <p:cNvPr id="1113" name="Google Shape;1113;p15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114" name="Google Shape;1114;p15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15" name="Google Shape;1115;p15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116" name="Google Shape;1116;p15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17" name="Google Shape;1117;p1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18" name="Google Shape;1118;p1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19" name="Google Shape;1119;p1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120" name="Google Shape;1120;p1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21" name="Google Shape;1121;p1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122" name="Shape 1122"/>
        <p:cNvGrpSpPr/>
        <p:nvPr/>
      </p:nvGrpSpPr>
      <p:grpSpPr>
        <a:xfrm>
          <a:off x="0" y="0"/>
          <a:ext cx="0" cy="0"/>
          <a:chOff x="0" y="0"/>
          <a:chExt cx="0" cy="0"/>
        </a:xfrm>
      </p:grpSpPr>
      <p:pic>
        <p:nvPicPr>
          <p:cNvPr id="1123" name="Google Shape;1123;p15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124" name="Google Shape;1124;p15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125" name="Google Shape;1125;p15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126" name="Google Shape;1126;p15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27" name="Google Shape;1127;p1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28" name="Google Shape;1128;p1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29" name="Google Shape;1129;p1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130" name="Google Shape;1130;p1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31" name="Google Shape;1131;p1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132" name="Shape 1132"/>
        <p:cNvGrpSpPr/>
        <p:nvPr/>
      </p:nvGrpSpPr>
      <p:grpSpPr>
        <a:xfrm>
          <a:off x="0" y="0"/>
          <a:ext cx="0" cy="0"/>
          <a:chOff x="0" y="0"/>
          <a:chExt cx="0" cy="0"/>
        </a:xfrm>
      </p:grpSpPr>
      <p:pic>
        <p:nvPicPr>
          <p:cNvPr id="1133" name="Google Shape;1133;p15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134" name="Google Shape;1134;p1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35" name="Google Shape;1135;p15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36" name="Google Shape;1136;p15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37" name="Google Shape;1137;p1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38" name="Google Shape;1138;p1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39" name="Google Shape;1139;p1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140" name="Google Shape;1140;p1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41" name="Google Shape;1141;p15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142" name="Shape 1142"/>
        <p:cNvGrpSpPr/>
        <p:nvPr/>
      </p:nvGrpSpPr>
      <p:grpSpPr>
        <a:xfrm>
          <a:off x="0" y="0"/>
          <a:ext cx="0" cy="0"/>
          <a:chOff x="0" y="0"/>
          <a:chExt cx="0" cy="0"/>
        </a:xfrm>
      </p:grpSpPr>
      <p:pic>
        <p:nvPicPr>
          <p:cNvPr id="1143" name="Google Shape;1143;p15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144" name="Google Shape;1144;p15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145" name="Google Shape;1145;p1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46" name="Google Shape;1146;p15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47" name="Google Shape;1147;p1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48" name="Google Shape;1148;p1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49" name="Google Shape;1149;p15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150" name="Google Shape;1150;p1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51" name="Google Shape;1151;p1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152" name="Shape 1152"/>
        <p:cNvGrpSpPr/>
        <p:nvPr/>
      </p:nvGrpSpPr>
      <p:grpSpPr>
        <a:xfrm>
          <a:off x="0" y="0"/>
          <a:ext cx="0" cy="0"/>
          <a:chOff x="0" y="0"/>
          <a:chExt cx="0" cy="0"/>
        </a:xfrm>
      </p:grpSpPr>
      <p:pic>
        <p:nvPicPr>
          <p:cNvPr id="1153" name="Google Shape;1153;p158"/>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1154" name="Google Shape;1154;p158"/>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1155" name="Google Shape;1155;p158"/>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56" name="Google Shape;1156;p15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57" name="Google Shape;1157;p1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58" name="Google Shape;1158;p158"/>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58"/>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1160" name="Google Shape;1160;p158"/>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61" name="Google Shape;1161;p158"/>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1162" name="Google Shape;1162;p158"/>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1163" name="Shape 1163"/>
        <p:cNvGrpSpPr/>
        <p:nvPr/>
      </p:nvGrpSpPr>
      <p:grpSpPr>
        <a:xfrm>
          <a:off x="0" y="0"/>
          <a:ext cx="0" cy="0"/>
          <a:chOff x="0" y="0"/>
          <a:chExt cx="0" cy="0"/>
        </a:xfrm>
      </p:grpSpPr>
      <p:pic>
        <p:nvPicPr>
          <p:cNvPr id="1164" name="Google Shape;1164;p15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165" name="Google Shape;1165;p15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166" name="Google Shape;1166;p15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67" name="Google Shape;1167;p15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68" name="Google Shape;1168;p15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69" name="Google Shape;1169;p1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70" name="Google Shape;1170;p15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1171" name="Google Shape;1171;p15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72" name="Google Shape;1172;p15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1173" name="Shape 1173"/>
        <p:cNvGrpSpPr/>
        <p:nvPr/>
      </p:nvGrpSpPr>
      <p:grpSpPr>
        <a:xfrm>
          <a:off x="0" y="0"/>
          <a:ext cx="0" cy="0"/>
          <a:chOff x="0" y="0"/>
          <a:chExt cx="0" cy="0"/>
        </a:xfrm>
      </p:grpSpPr>
      <p:pic>
        <p:nvPicPr>
          <p:cNvPr id="1174" name="Google Shape;1174;p16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175" name="Google Shape;1175;p16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76" name="Google Shape;1176;p16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77" name="Google Shape;1177;p16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78" name="Google Shape;1178;p16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79" name="Google Shape;1179;p1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80" name="Google Shape;1180;p16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1181" name="Google Shape;1181;p16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82" name="Google Shape;1182;p16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1183" name="Shape 1183"/>
        <p:cNvGrpSpPr/>
        <p:nvPr/>
      </p:nvGrpSpPr>
      <p:grpSpPr>
        <a:xfrm>
          <a:off x="0" y="0"/>
          <a:ext cx="0" cy="0"/>
          <a:chOff x="0" y="0"/>
          <a:chExt cx="0" cy="0"/>
        </a:xfrm>
      </p:grpSpPr>
      <p:pic>
        <p:nvPicPr>
          <p:cNvPr id="1184" name="Google Shape;1184;p16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1185" name="Google Shape;1185;p1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86" name="Google Shape;1186;p161"/>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1187" name="Google Shape;1187;p161"/>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1188" name="Google Shape;1188;p161"/>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1189" name="Google Shape;1189;p161"/>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1190" name="Shape 1190"/>
        <p:cNvGrpSpPr/>
        <p:nvPr/>
      </p:nvGrpSpPr>
      <p:grpSpPr>
        <a:xfrm>
          <a:off x="0" y="0"/>
          <a:ext cx="0" cy="0"/>
          <a:chOff x="0" y="0"/>
          <a:chExt cx="0" cy="0"/>
        </a:xfrm>
      </p:grpSpPr>
      <p:pic>
        <p:nvPicPr>
          <p:cNvPr descr="Divider1.png" id="1191" name="Google Shape;1191;p16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192" name="Google Shape;1192;p162"/>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93" name="Google Shape;1193;p16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1194" name="Shape 1194"/>
        <p:cNvGrpSpPr/>
        <p:nvPr/>
      </p:nvGrpSpPr>
      <p:grpSpPr>
        <a:xfrm>
          <a:off x="0" y="0"/>
          <a:ext cx="0" cy="0"/>
          <a:chOff x="0" y="0"/>
          <a:chExt cx="0" cy="0"/>
        </a:xfrm>
      </p:grpSpPr>
      <p:pic>
        <p:nvPicPr>
          <p:cNvPr id="1195" name="Google Shape;1195;p163"/>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1196" name="Google Shape;1196;p163"/>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1197" name="Google Shape;1197;p163"/>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63"/>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1199" name="Shape 1199"/>
        <p:cNvGrpSpPr/>
        <p:nvPr/>
      </p:nvGrpSpPr>
      <p:grpSpPr>
        <a:xfrm>
          <a:off x="0" y="0"/>
          <a:ext cx="0" cy="0"/>
          <a:chOff x="0" y="0"/>
          <a:chExt cx="0" cy="0"/>
        </a:xfrm>
      </p:grpSpPr>
      <p:pic>
        <p:nvPicPr>
          <p:cNvPr id="1200" name="Google Shape;1200;p16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01" name="Shape 1201"/>
        <p:cNvGrpSpPr/>
        <p:nvPr/>
      </p:nvGrpSpPr>
      <p:grpSpPr>
        <a:xfrm>
          <a:off x="0" y="0"/>
          <a:ext cx="0" cy="0"/>
          <a:chOff x="0" y="0"/>
          <a:chExt cx="0" cy="0"/>
        </a:xfrm>
      </p:grpSpPr>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1202" name="Shape 1202"/>
        <p:cNvGrpSpPr/>
        <p:nvPr/>
      </p:nvGrpSpPr>
      <p:grpSpPr>
        <a:xfrm>
          <a:off x="0" y="0"/>
          <a:ext cx="0" cy="0"/>
          <a:chOff x="0" y="0"/>
          <a:chExt cx="0" cy="0"/>
        </a:xfrm>
      </p:grpSpPr>
      <p:grpSp>
        <p:nvGrpSpPr>
          <p:cNvPr id="1203" name="Google Shape;1203;p166"/>
          <p:cNvGrpSpPr/>
          <p:nvPr/>
        </p:nvGrpSpPr>
        <p:grpSpPr>
          <a:xfrm>
            <a:off x="6262100" y="-3850"/>
            <a:ext cx="2886900" cy="485125"/>
            <a:chOff x="6262100" y="-3850"/>
            <a:chExt cx="2886900" cy="485125"/>
          </a:xfrm>
        </p:grpSpPr>
        <p:pic>
          <p:nvPicPr>
            <p:cNvPr descr="1.png" id="1204" name="Google Shape;1204;p166"/>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1205" name="Google Shape;1205;p166"/>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1206" name="Google Shape;1206;p166"/>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1207" name="Google Shape;1207;p166"/>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1208" name="Google Shape;1208;p16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209" name="Google Shape;1209;p16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10" name="Google Shape;1210;p166"/>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1211" name="Google Shape;1211;p166"/>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1212" name="Google Shape;1212;p166"/>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1213" name="Google Shape;1213;p166"/>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1214" name="Google Shape;1214;p166"/>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1215" name="Google Shape;1215;p166"/>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1216" name="Google Shape;1216;p166"/>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1217" name="Shape 1217"/>
        <p:cNvGrpSpPr/>
        <p:nvPr/>
      </p:nvGrpSpPr>
      <p:grpSpPr>
        <a:xfrm>
          <a:off x="0" y="0"/>
          <a:ext cx="0" cy="0"/>
          <a:chOff x="0" y="0"/>
          <a:chExt cx="0" cy="0"/>
        </a:xfrm>
      </p:grpSpPr>
      <p:pic>
        <p:nvPicPr>
          <p:cNvPr id="1218" name="Google Shape;1218;p167"/>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219" name="Google Shape;1219;p167"/>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220" name="Google Shape;1220;p16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221" name="Google Shape;1221;p16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22" name="Google Shape;1222;p167"/>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1223" name="Google Shape;1223;p167"/>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7" Type="http://schemas.openxmlformats.org/officeDocument/2006/relationships/theme" Target="../theme/theme4.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7.xml"/><Relationship Id="rId22" Type="http://schemas.openxmlformats.org/officeDocument/2006/relationships/slideLayout" Target="../slideLayouts/slideLayout59.xml"/><Relationship Id="rId21" Type="http://schemas.openxmlformats.org/officeDocument/2006/relationships/slideLayout" Target="../slideLayouts/slideLayout58.xml"/><Relationship Id="rId24" Type="http://schemas.openxmlformats.org/officeDocument/2006/relationships/slideLayout" Target="../slideLayouts/slideLayout61.xml"/><Relationship Id="rId23" Type="http://schemas.openxmlformats.org/officeDocument/2006/relationships/slideLayout" Target="../slideLayouts/slideLayout60.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26" Type="http://schemas.openxmlformats.org/officeDocument/2006/relationships/slideLayout" Target="../slideLayouts/slideLayout63.xml"/><Relationship Id="rId25" Type="http://schemas.openxmlformats.org/officeDocument/2006/relationships/slideLayout" Target="../slideLayouts/slideLayout62.xml"/><Relationship Id="rId28" Type="http://schemas.openxmlformats.org/officeDocument/2006/relationships/theme" Target="../theme/theme8.xml"/><Relationship Id="rId27" Type="http://schemas.openxmlformats.org/officeDocument/2006/relationships/slideLayout" Target="../slideLayouts/slideLayout64.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 Id="rId11" Type="http://schemas.openxmlformats.org/officeDocument/2006/relationships/slideLayout" Target="../slideLayouts/slideLayout48.xml"/><Relationship Id="rId10" Type="http://schemas.openxmlformats.org/officeDocument/2006/relationships/slideLayout" Target="../slideLayouts/slideLayout47.xml"/><Relationship Id="rId13" Type="http://schemas.openxmlformats.org/officeDocument/2006/relationships/slideLayout" Target="../slideLayouts/slideLayout50.xml"/><Relationship Id="rId12" Type="http://schemas.openxmlformats.org/officeDocument/2006/relationships/slideLayout" Target="../slideLayouts/slideLayout49.xml"/><Relationship Id="rId15" Type="http://schemas.openxmlformats.org/officeDocument/2006/relationships/slideLayout" Target="../slideLayouts/slideLayout52.xml"/><Relationship Id="rId14" Type="http://schemas.openxmlformats.org/officeDocument/2006/relationships/slideLayout" Target="../slideLayouts/slideLayout51.xml"/><Relationship Id="rId17" Type="http://schemas.openxmlformats.org/officeDocument/2006/relationships/slideLayout" Target="../slideLayouts/slideLayout54.xml"/><Relationship Id="rId16" Type="http://schemas.openxmlformats.org/officeDocument/2006/relationships/slideLayout" Target="../slideLayouts/slideLayout53.xml"/><Relationship Id="rId19" Type="http://schemas.openxmlformats.org/officeDocument/2006/relationships/slideLayout" Target="../slideLayouts/slideLayout56.xml"/><Relationship Id="rId18" Type="http://schemas.openxmlformats.org/officeDocument/2006/relationships/slideLayout" Target="../slideLayouts/slideLayout55.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slideLayout" Target="../slideLayouts/slideLayout66.xml"/><Relationship Id="rId3" Type="http://schemas.openxmlformats.org/officeDocument/2006/relationships/slideLayout" Target="../slideLayouts/slideLayout67.xml"/><Relationship Id="rId4" Type="http://schemas.openxmlformats.org/officeDocument/2006/relationships/slideLayout" Target="../slideLayouts/slideLayout68.xml"/><Relationship Id="rId9" Type="http://schemas.openxmlformats.org/officeDocument/2006/relationships/slideLayout" Target="../slideLayouts/slideLayout73.xml"/><Relationship Id="rId5" Type="http://schemas.openxmlformats.org/officeDocument/2006/relationships/slideLayout" Target="../slideLayouts/slideLayout69.xml"/><Relationship Id="rId6" Type="http://schemas.openxmlformats.org/officeDocument/2006/relationships/slideLayout" Target="../slideLayouts/slideLayout70.xml"/><Relationship Id="rId7" Type="http://schemas.openxmlformats.org/officeDocument/2006/relationships/slideLayout" Target="../slideLayouts/slideLayout71.xml"/><Relationship Id="rId8" Type="http://schemas.openxmlformats.org/officeDocument/2006/relationships/slideLayout" Target="../slideLayouts/slideLayout72.xml"/><Relationship Id="rId11" Type="http://schemas.openxmlformats.org/officeDocument/2006/relationships/slideLayout" Target="../slideLayouts/slideLayout75.xml"/><Relationship Id="rId10" Type="http://schemas.openxmlformats.org/officeDocument/2006/relationships/slideLayout" Target="../slideLayouts/slideLayout74.xml"/><Relationship Id="rId13" Type="http://schemas.openxmlformats.org/officeDocument/2006/relationships/slideLayout" Target="../slideLayouts/slideLayout77.xml"/><Relationship Id="rId12" Type="http://schemas.openxmlformats.org/officeDocument/2006/relationships/slideLayout" Target="../slideLayouts/slideLayout76.xml"/><Relationship Id="rId15" Type="http://schemas.openxmlformats.org/officeDocument/2006/relationships/slideLayout" Target="../slideLayouts/slideLayout79.xml"/><Relationship Id="rId14" Type="http://schemas.openxmlformats.org/officeDocument/2006/relationships/slideLayout" Target="../slideLayouts/slideLayout78.xml"/><Relationship Id="rId16" Type="http://schemas.openxmlformats.org/officeDocument/2006/relationships/theme" Target="../theme/theme3.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99.xml"/><Relationship Id="rId22" Type="http://schemas.openxmlformats.org/officeDocument/2006/relationships/slideLayout" Target="../slideLayouts/slideLayout101.xml"/><Relationship Id="rId21" Type="http://schemas.openxmlformats.org/officeDocument/2006/relationships/slideLayout" Target="../slideLayouts/slideLayout100.xml"/><Relationship Id="rId24" Type="http://schemas.openxmlformats.org/officeDocument/2006/relationships/slideLayout" Target="../slideLayouts/slideLayout103.xml"/><Relationship Id="rId23" Type="http://schemas.openxmlformats.org/officeDocument/2006/relationships/slideLayout" Target="../slideLayouts/slideLayout102.xml"/><Relationship Id="rId1" Type="http://schemas.openxmlformats.org/officeDocument/2006/relationships/slideLayout" Target="../slideLayouts/slideLayout80.xml"/><Relationship Id="rId2" Type="http://schemas.openxmlformats.org/officeDocument/2006/relationships/slideLayout" Target="../slideLayouts/slideLayout81.xml"/><Relationship Id="rId3" Type="http://schemas.openxmlformats.org/officeDocument/2006/relationships/slideLayout" Target="../slideLayouts/slideLayout82.xml"/><Relationship Id="rId4" Type="http://schemas.openxmlformats.org/officeDocument/2006/relationships/slideLayout" Target="../slideLayouts/slideLayout83.xml"/><Relationship Id="rId9" Type="http://schemas.openxmlformats.org/officeDocument/2006/relationships/slideLayout" Target="../slideLayouts/slideLayout88.xml"/><Relationship Id="rId26" Type="http://schemas.openxmlformats.org/officeDocument/2006/relationships/slideLayout" Target="../slideLayouts/slideLayout105.xml"/><Relationship Id="rId25" Type="http://schemas.openxmlformats.org/officeDocument/2006/relationships/slideLayout" Target="../slideLayouts/slideLayout104.xml"/><Relationship Id="rId28" Type="http://schemas.openxmlformats.org/officeDocument/2006/relationships/theme" Target="../theme/theme2.xml"/><Relationship Id="rId27" Type="http://schemas.openxmlformats.org/officeDocument/2006/relationships/slideLayout" Target="../slideLayouts/slideLayout106.xml"/><Relationship Id="rId5" Type="http://schemas.openxmlformats.org/officeDocument/2006/relationships/slideLayout" Target="../slideLayouts/slideLayout84.xml"/><Relationship Id="rId6" Type="http://schemas.openxmlformats.org/officeDocument/2006/relationships/slideLayout" Target="../slideLayouts/slideLayout85.xml"/><Relationship Id="rId7" Type="http://schemas.openxmlformats.org/officeDocument/2006/relationships/slideLayout" Target="../slideLayouts/slideLayout86.xml"/><Relationship Id="rId8" Type="http://schemas.openxmlformats.org/officeDocument/2006/relationships/slideLayout" Target="../slideLayouts/slideLayout87.xml"/><Relationship Id="rId11" Type="http://schemas.openxmlformats.org/officeDocument/2006/relationships/slideLayout" Target="../slideLayouts/slideLayout90.xml"/><Relationship Id="rId10" Type="http://schemas.openxmlformats.org/officeDocument/2006/relationships/slideLayout" Target="../slideLayouts/slideLayout89.xml"/><Relationship Id="rId13" Type="http://schemas.openxmlformats.org/officeDocument/2006/relationships/slideLayout" Target="../slideLayouts/slideLayout92.xml"/><Relationship Id="rId12" Type="http://schemas.openxmlformats.org/officeDocument/2006/relationships/slideLayout" Target="../slideLayouts/slideLayout91.xml"/><Relationship Id="rId15" Type="http://schemas.openxmlformats.org/officeDocument/2006/relationships/slideLayout" Target="../slideLayouts/slideLayout94.xml"/><Relationship Id="rId14" Type="http://schemas.openxmlformats.org/officeDocument/2006/relationships/slideLayout" Target="../slideLayouts/slideLayout93.xml"/><Relationship Id="rId17" Type="http://schemas.openxmlformats.org/officeDocument/2006/relationships/slideLayout" Target="../slideLayouts/slideLayout96.xml"/><Relationship Id="rId16" Type="http://schemas.openxmlformats.org/officeDocument/2006/relationships/slideLayout" Target="../slideLayouts/slideLayout95.xml"/><Relationship Id="rId19" Type="http://schemas.openxmlformats.org/officeDocument/2006/relationships/slideLayout" Target="../slideLayouts/slideLayout98.xml"/><Relationship Id="rId18" Type="http://schemas.openxmlformats.org/officeDocument/2006/relationships/slideLayout" Target="../slideLayouts/slideLayout97.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26.xml"/><Relationship Id="rId22" Type="http://schemas.openxmlformats.org/officeDocument/2006/relationships/slideLayout" Target="../slideLayouts/slideLayout128.xml"/><Relationship Id="rId21" Type="http://schemas.openxmlformats.org/officeDocument/2006/relationships/slideLayout" Target="../slideLayouts/slideLayout127.xml"/><Relationship Id="rId24" Type="http://schemas.openxmlformats.org/officeDocument/2006/relationships/slideLayout" Target="../slideLayouts/slideLayout130.xml"/><Relationship Id="rId23" Type="http://schemas.openxmlformats.org/officeDocument/2006/relationships/slideLayout" Target="../slideLayouts/slideLayout129.xml"/><Relationship Id="rId1" Type="http://schemas.openxmlformats.org/officeDocument/2006/relationships/slideLayout" Target="../slideLayouts/slideLayout107.xml"/><Relationship Id="rId2" Type="http://schemas.openxmlformats.org/officeDocument/2006/relationships/slideLayout" Target="../slideLayouts/slideLayout108.xml"/><Relationship Id="rId3" Type="http://schemas.openxmlformats.org/officeDocument/2006/relationships/slideLayout" Target="../slideLayouts/slideLayout109.xml"/><Relationship Id="rId4" Type="http://schemas.openxmlformats.org/officeDocument/2006/relationships/slideLayout" Target="../slideLayouts/slideLayout110.xml"/><Relationship Id="rId9" Type="http://schemas.openxmlformats.org/officeDocument/2006/relationships/slideLayout" Target="../slideLayouts/slideLayout115.xml"/><Relationship Id="rId26" Type="http://schemas.openxmlformats.org/officeDocument/2006/relationships/slideLayout" Target="../slideLayouts/slideLayout132.xml"/><Relationship Id="rId25" Type="http://schemas.openxmlformats.org/officeDocument/2006/relationships/slideLayout" Target="../slideLayouts/slideLayout131.xml"/><Relationship Id="rId28" Type="http://schemas.openxmlformats.org/officeDocument/2006/relationships/theme" Target="../theme/theme6.xml"/><Relationship Id="rId27" Type="http://schemas.openxmlformats.org/officeDocument/2006/relationships/slideLayout" Target="../slideLayouts/slideLayout133.xml"/><Relationship Id="rId5" Type="http://schemas.openxmlformats.org/officeDocument/2006/relationships/slideLayout" Target="../slideLayouts/slideLayout111.xml"/><Relationship Id="rId6" Type="http://schemas.openxmlformats.org/officeDocument/2006/relationships/slideLayout" Target="../slideLayouts/slideLayout112.xml"/><Relationship Id="rId7" Type="http://schemas.openxmlformats.org/officeDocument/2006/relationships/slideLayout" Target="../slideLayouts/slideLayout113.xml"/><Relationship Id="rId8" Type="http://schemas.openxmlformats.org/officeDocument/2006/relationships/slideLayout" Target="../slideLayouts/slideLayout114.xml"/><Relationship Id="rId11" Type="http://schemas.openxmlformats.org/officeDocument/2006/relationships/slideLayout" Target="../slideLayouts/slideLayout117.xml"/><Relationship Id="rId10" Type="http://schemas.openxmlformats.org/officeDocument/2006/relationships/slideLayout" Target="../slideLayouts/slideLayout116.xml"/><Relationship Id="rId13" Type="http://schemas.openxmlformats.org/officeDocument/2006/relationships/slideLayout" Target="../slideLayouts/slideLayout119.xml"/><Relationship Id="rId12" Type="http://schemas.openxmlformats.org/officeDocument/2006/relationships/slideLayout" Target="../slideLayouts/slideLayout118.xml"/><Relationship Id="rId15" Type="http://schemas.openxmlformats.org/officeDocument/2006/relationships/slideLayout" Target="../slideLayouts/slideLayout121.xml"/><Relationship Id="rId14" Type="http://schemas.openxmlformats.org/officeDocument/2006/relationships/slideLayout" Target="../slideLayouts/slideLayout120.xml"/><Relationship Id="rId17" Type="http://schemas.openxmlformats.org/officeDocument/2006/relationships/slideLayout" Target="../slideLayouts/slideLayout123.xml"/><Relationship Id="rId16" Type="http://schemas.openxmlformats.org/officeDocument/2006/relationships/slideLayout" Target="../slideLayouts/slideLayout122.xml"/><Relationship Id="rId19" Type="http://schemas.openxmlformats.org/officeDocument/2006/relationships/slideLayout" Target="../slideLayouts/slideLayout125.xml"/><Relationship Id="rId18" Type="http://schemas.openxmlformats.org/officeDocument/2006/relationships/slideLayout" Target="../slideLayouts/slideLayout124.xml"/></Relationships>
</file>

<file path=ppt/slideMasters/_rels/slideMaster7.xml.rels><?xml version="1.0" encoding="UTF-8" standalone="yes"?><Relationships xmlns="http://schemas.openxmlformats.org/package/2006/relationships"><Relationship Id="rId20" Type="http://schemas.openxmlformats.org/officeDocument/2006/relationships/slideLayout" Target="../slideLayouts/slideLayout153.xml"/><Relationship Id="rId22" Type="http://schemas.openxmlformats.org/officeDocument/2006/relationships/slideLayout" Target="../slideLayouts/slideLayout155.xml"/><Relationship Id="rId21" Type="http://schemas.openxmlformats.org/officeDocument/2006/relationships/slideLayout" Target="../slideLayouts/slideLayout154.xml"/><Relationship Id="rId24" Type="http://schemas.openxmlformats.org/officeDocument/2006/relationships/slideLayout" Target="../slideLayouts/slideLayout157.xml"/><Relationship Id="rId23" Type="http://schemas.openxmlformats.org/officeDocument/2006/relationships/slideLayout" Target="../slideLayouts/slideLayout156.xml"/><Relationship Id="rId1" Type="http://schemas.openxmlformats.org/officeDocument/2006/relationships/slideLayout" Target="../slideLayouts/slideLayout134.xml"/><Relationship Id="rId2" Type="http://schemas.openxmlformats.org/officeDocument/2006/relationships/slideLayout" Target="../slideLayouts/slideLayout135.xml"/><Relationship Id="rId3" Type="http://schemas.openxmlformats.org/officeDocument/2006/relationships/slideLayout" Target="../slideLayouts/slideLayout136.xml"/><Relationship Id="rId4" Type="http://schemas.openxmlformats.org/officeDocument/2006/relationships/slideLayout" Target="../slideLayouts/slideLayout137.xml"/><Relationship Id="rId9" Type="http://schemas.openxmlformats.org/officeDocument/2006/relationships/slideLayout" Target="../slideLayouts/slideLayout142.xml"/><Relationship Id="rId26" Type="http://schemas.openxmlformats.org/officeDocument/2006/relationships/slideLayout" Target="../slideLayouts/slideLayout159.xml"/><Relationship Id="rId25" Type="http://schemas.openxmlformats.org/officeDocument/2006/relationships/slideLayout" Target="../slideLayouts/slideLayout158.xml"/><Relationship Id="rId28" Type="http://schemas.openxmlformats.org/officeDocument/2006/relationships/theme" Target="../theme/theme7.xml"/><Relationship Id="rId27" Type="http://schemas.openxmlformats.org/officeDocument/2006/relationships/slideLayout" Target="../slideLayouts/slideLayout160.xml"/><Relationship Id="rId5" Type="http://schemas.openxmlformats.org/officeDocument/2006/relationships/slideLayout" Target="../slideLayouts/slideLayout138.xml"/><Relationship Id="rId6" Type="http://schemas.openxmlformats.org/officeDocument/2006/relationships/slideLayout" Target="../slideLayouts/slideLayout139.xml"/><Relationship Id="rId7" Type="http://schemas.openxmlformats.org/officeDocument/2006/relationships/slideLayout" Target="../slideLayouts/slideLayout140.xml"/><Relationship Id="rId8" Type="http://schemas.openxmlformats.org/officeDocument/2006/relationships/slideLayout" Target="../slideLayouts/slideLayout141.xml"/><Relationship Id="rId11" Type="http://schemas.openxmlformats.org/officeDocument/2006/relationships/slideLayout" Target="../slideLayouts/slideLayout144.xml"/><Relationship Id="rId10" Type="http://schemas.openxmlformats.org/officeDocument/2006/relationships/slideLayout" Target="../slideLayouts/slideLayout143.xml"/><Relationship Id="rId13" Type="http://schemas.openxmlformats.org/officeDocument/2006/relationships/slideLayout" Target="../slideLayouts/slideLayout146.xml"/><Relationship Id="rId12" Type="http://schemas.openxmlformats.org/officeDocument/2006/relationships/slideLayout" Target="../slideLayouts/slideLayout145.xml"/><Relationship Id="rId15" Type="http://schemas.openxmlformats.org/officeDocument/2006/relationships/slideLayout" Target="../slideLayouts/slideLayout148.xml"/><Relationship Id="rId14" Type="http://schemas.openxmlformats.org/officeDocument/2006/relationships/slideLayout" Target="../slideLayouts/slideLayout147.xml"/><Relationship Id="rId17" Type="http://schemas.openxmlformats.org/officeDocument/2006/relationships/slideLayout" Target="../slideLayouts/slideLayout150.xml"/><Relationship Id="rId16" Type="http://schemas.openxmlformats.org/officeDocument/2006/relationships/slideLayout" Target="../slideLayouts/slideLayout149.xml"/><Relationship Id="rId19" Type="http://schemas.openxmlformats.org/officeDocument/2006/relationships/slideLayout" Target="../slideLayouts/slideLayout152.xml"/><Relationship Id="rId18" Type="http://schemas.openxmlformats.org/officeDocument/2006/relationships/slideLayout" Target="../slideLayouts/slideLayout15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3" name="Shape 263"/>
        <p:cNvGrpSpPr/>
        <p:nvPr/>
      </p:nvGrpSpPr>
      <p:grpSpPr>
        <a:xfrm>
          <a:off x="0" y="0"/>
          <a:ext cx="0" cy="0"/>
          <a:chOff x="0" y="0"/>
          <a:chExt cx="0" cy="0"/>
        </a:xfrm>
      </p:grpSpPr>
      <p:sp>
        <p:nvSpPr>
          <p:cNvPr id="264" name="Google Shape;264;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65" name="Google Shape;265;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83" name="Shape 483"/>
        <p:cNvGrpSpPr/>
        <p:nvPr/>
      </p:nvGrpSpPr>
      <p:grpSpPr>
        <a:xfrm>
          <a:off x="0" y="0"/>
          <a:ext cx="0" cy="0"/>
          <a:chOff x="0" y="0"/>
          <a:chExt cx="0" cy="0"/>
        </a:xfrm>
      </p:grpSpPr>
      <p:sp>
        <p:nvSpPr>
          <p:cNvPr id="484" name="Google Shape;484;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485" name="Google Shape;485;p6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486" name="Google Shape;486;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7" name="Shape 557"/>
        <p:cNvGrpSpPr/>
        <p:nvPr/>
      </p:nvGrpSpPr>
      <p:grpSpPr>
        <a:xfrm>
          <a:off x="0" y="0"/>
          <a:ext cx="0" cy="0"/>
          <a:chOff x="0" y="0"/>
          <a:chExt cx="0" cy="0"/>
        </a:xfrm>
      </p:grpSpPr>
      <p:sp>
        <p:nvSpPr>
          <p:cNvPr id="558" name="Google Shape;558;p8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59" name="Google Shape;559;p8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 id="2147483752" r:id="rId26"/>
    <p:sldLayoutId id="2147483753"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84" name="Shape 784"/>
        <p:cNvGrpSpPr/>
        <p:nvPr/>
      </p:nvGrpSpPr>
      <p:grpSpPr>
        <a:xfrm>
          <a:off x="0" y="0"/>
          <a:ext cx="0" cy="0"/>
          <a:chOff x="0" y="0"/>
          <a:chExt cx="0" cy="0"/>
        </a:xfrm>
      </p:grpSpPr>
      <p:sp>
        <p:nvSpPr>
          <p:cNvPr id="785" name="Google Shape;785;p1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86" name="Google Shape;786;p1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 id="2147483771" r:id="rId18"/>
    <p:sldLayoutId id="2147483772" r:id="rId19"/>
    <p:sldLayoutId id="2147483773" r:id="rId20"/>
    <p:sldLayoutId id="2147483774" r:id="rId21"/>
    <p:sldLayoutId id="2147483775" r:id="rId22"/>
    <p:sldLayoutId id="2147483776" r:id="rId23"/>
    <p:sldLayoutId id="2147483777" r:id="rId24"/>
    <p:sldLayoutId id="2147483778" r:id="rId25"/>
    <p:sldLayoutId id="2147483779" r:id="rId26"/>
    <p:sldLayoutId id="2147483780"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04" name="Shape 1004"/>
        <p:cNvGrpSpPr/>
        <p:nvPr/>
      </p:nvGrpSpPr>
      <p:grpSpPr>
        <a:xfrm>
          <a:off x="0" y="0"/>
          <a:ext cx="0" cy="0"/>
          <a:chOff x="0" y="0"/>
          <a:chExt cx="0" cy="0"/>
        </a:xfrm>
      </p:grpSpPr>
      <p:sp>
        <p:nvSpPr>
          <p:cNvPr id="1005" name="Google Shape;1005;p1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006" name="Google Shape;1006;p1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 id="2147483797" r:id="rId17"/>
    <p:sldLayoutId id="2147483798" r:id="rId18"/>
    <p:sldLayoutId id="2147483799" r:id="rId19"/>
    <p:sldLayoutId id="2147483800" r:id="rId20"/>
    <p:sldLayoutId id="2147483801" r:id="rId21"/>
    <p:sldLayoutId id="2147483802" r:id="rId22"/>
    <p:sldLayoutId id="2147483803" r:id="rId23"/>
    <p:sldLayoutId id="2147483804" r:id="rId24"/>
    <p:sldLayoutId id="2147483805" r:id="rId25"/>
    <p:sldLayoutId id="2147483806" r:id="rId26"/>
    <p:sldLayoutId id="2147483807"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4.xml"/><Relationship Id="rId3" Type="http://schemas.openxmlformats.org/officeDocument/2006/relationships/image" Target="../media/image191.png"/><Relationship Id="rId4" Type="http://schemas.openxmlformats.org/officeDocument/2006/relationships/image" Target="../media/image19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7.xml"/><Relationship Id="rId3" Type="http://schemas.openxmlformats.org/officeDocument/2006/relationships/image" Target="../media/image200.png"/><Relationship Id="rId4" Type="http://schemas.openxmlformats.org/officeDocument/2006/relationships/image" Target="../media/image19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8.xml"/><Relationship Id="rId3" Type="http://schemas.openxmlformats.org/officeDocument/2006/relationships/hyperlink" Target="https://vimeo.com/showcase/12239071?fl=so&amp;fe=fs" TargetMode="External"/><Relationship Id="rId4" Type="http://schemas.openxmlformats.org/officeDocument/2006/relationships/hyperlink" Target="https://vimeo.com/showcase/12252539?fl=so&amp;fe=fs" TargetMode="External"/><Relationship Id="rId5" Type="http://schemas.openxmlformats.org/officeDocument/2006/relationships/hyperlink" Target="https://vimeo.com/showcase/12252541?fl=so&amp;fe=fs" TargetMode="External"/><Relationship Id="rId6" Type="http://schemas.openxmlformats.org/officeDocument/2006/relationships/image" Target="../media/image20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9.xml"/><Relationship Id="rId3" Type="http://schemas.openxmlformats.org/officeDocument/2006/relationships/image" Target="../media/image19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12.xml"/><Relationship Id="rId3" Type="http://schemas.openxmlformats.org/officeDocument/2006/relationships/image" Target="../media/image2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16.xml"/><Relationship Id="rId3" Type="http://schemas.openxmlformats.org/officeDocument/2006/relationships/image" Target="../media/image20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7.xml"/><Relationship Id="rId3" Type="http://schemas.openxmlformats.org/officeDocument/2006/relationships/hyperlink" Target="https://courses.codepath.org/courses/tip101/unit/2#!cheatsheet" TargetMode="External"/><Relationship Id="rId4" Type="http://schemas.openxmlformats.org/officeDocument/2006/relationships/image" Target="../media/image2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19.xml"/><Relationship Id="rId3" Type="http://schemas.openxmlformats.org/officeDocument/2006/relationships/image" Target="../media/image19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9.xml"/><Relationship Id="rId2" Type="http://schemas.openxmlformats.org/officeDocument/2006/relationships/notesSlide" Target="../notesSlides/notesSlide22.xml"/><Relationship Id="rId3" Type="http://schemas.openxmlformats.org/officeDocument/2006/relationships/hyperlink" Target="http://www.youtube.com/watch?v=Jwd_lkXoLKk" TargetMode="External"/><Relationship Id="rId4" Type="http://schemas.openxmlformats.org/officeDocument/2006/relationships/image" Target="../media/image20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24.xml"/><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13.png"/><Relationship Id="rId6" Type="http://schemas.openxmlformats.org/officeDocument/2006/relationships/image" Target="../media/image206.png"/><Relationship Id="rId7" Type="http://schemas.openxmlformats.org/officeDocument/2006/relationships/image" Target="../media/image2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26.xml"/><Relationship Id="rId3" Type="http://schemas.openxmlformats.org/officeDocument/2006/relationships/image" Target="../media/image207.png"/><Relationship Id="rId4" Type="http://schemas.openxmlformats.org/officeDocument/2006/relationships/image" Target="../media/image20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8.xml"/><Relationship Id="rId3" Type="http://schemas.openxmlformats.org/officeDocument/2006/relationships/image" Target="../media/image19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32.xml"/><Relationship Id="rId3" Type="http://schemas.openxmlformats.org/officeDocument/2006/relationships/image" Target="../media/image212.png"/><Relationship Id="rId4" Type="http://schemas.openxmlformats.org/officeDocument/2006/relationships/hyperlink" Target="http://www.youtube.com/watch?v=BTZMUDKSpSs" TargetMode="External"/><Relationship Id="rId5" Type="http://schemas.openxmlformats.org/officeDocument/2006/relationships/image" Target="../media/image209.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8.xml"/><Relationship Id="rId2" Type="http://schemas.openxmlformats.org/officeDocument/2006/relationships/notesSlide" Target="../notesSlides/notesSlide33.xml"/><Relationship Id="rId3" Type="http://schemas.openxmlformats.org/officeDocument/2006/relationships/image" Target="../media/image2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168"/>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Dictionaries</a:t>
            </a:r>
            <a:endParaRPr sz="3600"/>
          </a:p>
        </p:txBody>
      </p:sp>
      <p:sp>
        <p:nvSpPr>
          <p:cNvPr id="1229" name="Google Shape;1229;p168"/>
          <p:cNvSpPr txBox="1"/>
          <p:nvPr>
            <p:ph idx="1" type="subTitle"/>
          </p:nvPr>
        </p:nvSpPr>
        <p:spPr>
          <a:xfrm>
            <a:off x="35825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16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235" name="Google Shape;1235;p169"/>
          <p:cNvGraphicFramePr/>
          <p:nvPr/>
        </p:nvGraphicFramePr>
        <p:xfrm>
          <a:off x="451525" y="1065822"/>
          <a:ext cx="3000000" cy="3000000"/>
        </p:xfrm>
        <a:graphic>
          <a:graphicData uri="http://schemas.openxmlformats.org/drawingml/2006/table">
            <a:tbl>
              <a:tblPr>
                <a:noFill/>
                <a:tableStyleId>{6343EAC7-9FF8-441D-88F8-5490911E96A0}</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Time Management</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None/>
                      </a:pPr>
                      <a:r>
                        <a:rPr lang="en" sz="1800">
                          <a:solidFill>
                            <a:schemeClr val="dk1"/>
                          </a:solidFill>
                          <a:latin typeface="Consolas"/>
                          <a:ea typeface="Consolas"/>
                          <a:cs typeface="Consolas"/>
                          <a:sym typeface="Consolas"/>
                        </a:rPr>
                        <a:t>10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Dictionaries</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25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800">
                          <a:solidFill>
                            <a:schemeClr val="dk1"/>
                          </a:solidFill>
                          <a:latin typeface="Poppins"/>
                          <a:ea typeface="Poppins"/>
                          <a:cs typeface="Poppins"/>
                          <a:sym typeface="Poppins"/>
                        </a:rPr>
                        <a:t>BREAK</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AI Checkpoint #1</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lang="en" sz="1800">
                          <a:solidFill>
                            <a:schemeClr val="dk1"/>
                          </a:solidFill>
                          <a:latin typeface="Consolas"/>
                          <a:ea typeface="Consolas"/>
                          <a:cs typeface="Consolas"/>
                          <a:sym typeface="Consolas"/>
                        </a:rPr>
                        <a:t>10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6</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7</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170"/>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1241" name="Google Shape;1241;p170"/>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17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47" name="Google Shape;1247;p171"/>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1248" name="Google Shape;1248;p171"/>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1249" name="Google Shape;1249;p171"/>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1250" name="Google Shape;1250;p171"/>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172"/>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1256" name="Google Shape;1256;p17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57" name="Google Shape;1257;p17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a:t>
            </a:r>
            <a:endParaRPr b="1"/>
          </a:p>
          <a:p>
            <a:pPr indent="0" lvl="0" marL="0" rtl="0" algn="l">
              <a:spcBef>
                <a:spcPts val="1000"/>
              </a:spcBef>
              <a:spcAft>
                <a:spcPts val="0"/>
              </a:spcAft>
              <a:buNone/>
            </a:pPr>
            <a:r>
              <a:rPr lang="en"/>
              <a:t>Cooking is one of the best skills to have. Where do you rank yourself on the chef scale? What is your go to dish to make for an event?</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See who your cooking competition might be!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173"/>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Students are excited to meet their classmates.</a:t>
            </a:r>
            <a:endParaRPr/>
          </a:p>
          <a:p>
            <a:pPr indent="-342900" lvl="0" marL="457200" rtl="0" algn="l">
              <a:spcBef>
                <a:spcPts val="0"/>
              </a:spcBef>
              <a:spcAft>
                <a:spcPts val="0"/>
              </a:spcAft>
              <a:buSzPts val="1800"/>
              <a:buChar char="+"/>
            </a:pPr>
            <a:r>
              <a:rPr lang="en"/>
              <a:t>High class confidence level.</a:t>
            </a:r>
            <a:endParaRPr/>
          </a:p>
        </p:txBody>
      </p:sp>
      <p:sp>
        <p:nvSpPr>
          <p:cNvPr id="1263" name="Google Shape;1263;p17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64" name="Google Shape;1264;p173"/>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 VS Code logistics (Garage Session reminder!)</a:t>
            </a:r>
            <a:endParaRPr sz="1700"/>
          </a:p>
          <a:p>
            <a:pPr indent="0" lvl="0" marL="0" rtl="0" algn="l">
              <a:spcBef>
                <a:spcPts val="1600"/>
              </a:spcBef>
              <a:spcAft>
                <a:spcPts val="1600"/>
              </a:spcAft>
              <a:buNone/>
            </a:pPr>
            <a:r>
              <a:rPr lang="en" sz="1700"/>
              <a:t>- Pacing discussions (unit test based pacing).</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174"/>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 &amp; Reminders</a:t>
            </a:r>
            <a:endParaRPr/>
          </a:p>
        </p:txBody>
      </p:sp>
      <p:sp>
        <p:nvSpPr>
          <p:cNvPr id="1270" name="Google Shape;1270;p174"/>
          <p:cNvSpPr txBox="1"/>
          <p:nvPr>
            <p:ph idx="1" type="body"/>
          </p:nvPr>
        </p:nvSpPr>
        <p:spPr>
          <a:xfrm>
            <a:off x="452400" y="1132825"/>
            <a:ext cx="4764000" cy="24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Don't Forget Cameras On!</a:t>
            </a:r>
            <a:endParaRPr/>
          </a:p>
          <a:p>
            <a:pPr indent="0" lvl="0" marL="0" rtl="0" algn="l">
              <a:spcBef>
                <a:spcPts val="1600"/>
              </a:spcBef>
              <a:spcAft>
                <a:spcPts val="0"/>
              </a:spcAft>
              <a:buNone/>
            </a:pPr>
            <a:r>
              <a:rPr lang="en"/>
              <a:t>You will be removed from today's session if you are not on camera and are unresponsive.</a:t>
            </a:r>
            <a:endParaRPr/>
          </a:p>
          <a:p>
            <a:pPr indent="0" lvl="0" marL="0" rtl="0" algn="l">
              <a:spcBef>
                <a:spcPts val="1600"/>
              </a:spcBef>
              <a:spcAft>
                <a:spcPts val="1600"/>
              </a:spcAft>
              <a:buNone/>
            </a:pPr>
            <a:r>
              <a:rPr lang="en"/>
              <a:t>You will be unable to return to today's session if you are removed.</a:t>
            </a:r>
            <a:endParaRPr/>
          </a:p>
        </p:txBody>
      </p:sp>
      <p:sp>
        <p:nvSpPr>
          <p:cNvPr id="1271" name="Google Shape;1271;p17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72" name="Google Shape;1272;p174"/>
          <p:cNvPicPr preferRelativeResize="0"/>
          <p:nvPr/>
        </p:nvPicPr>
        <p:blipFill>
          <a:blip r:embed="rId3">
            <a:alphaModFix/>
          </a:blip>
          <a:stretch>
            <a:fillRect/>
          </a:stretch>
        </p:blipFill>
        <p:spPr>
          <a:xfrm>
            <a:off x="452400" y="350275"/>
            <a:ext cx="679601" cy="679601"/>
          </a:xfrm>
          <a:prstGeom prst="rect">
            <a:avLst/>
          </a:prstGeom>
          <a:noFill/>
          <a:ln>
            <a:noFill/>
          </a:ln>
        </p:spPr>
      </p:pic>
      <p:pic>
        <p:nvPicPr>
          <p:cNvPr id="1273" name="Google Shape;1273;p174"/>
          <p:cNvPicPr preferRelativeResize="0"/>
          <p:nvPr/>
        </p:nvPicPr>
        <p:blipFill>
          <a:blip r:embed="rId4">
            <a:alphaModFix/>
          </a:blip>
          <a:stretch>
            <a:fillRect/>
          </a:stretch>
        </p:blipFill>
        <p:spPr>
          <a:xfrm>
            <a:off x="5486400" y="1132825"/>
            <a:ext cx="3151174" cy="31511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175"/>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 &amp; Reminders</a:t>
            </a:r>
            <a:endParaRPr/>
          </a:p>
        </p:txBody>
      </p:sp>
      <p:sp>
        <p:nvSpPr>
          <p:cNvPr id="1279" name="Google Shape;1279;p17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Class and study hall recordings have begun getting posted below.</a:t>
            </a:r>
            <a:endParaRPr sz="1700"/>
          </a:p>
          <a:p>
            <a:pPr indent="-336550" lvl="0" marL="457200" rtl="0" algn="l">
              <a:spcBef>
                <a:spcPts val="0"/>
              </a:spcBef>
              <a:spcAft>
                <a:spcPts val="0"/>
              </a:spcAft>
              <a:buSzPts val="1700"/>
              <a:buChar char="✱"/>
            </a:pPr>
            <a:r>
              <a:rPr lang="en" sz="1700"/>
              <a:t>They be found on the course portal under the Resources tab.</a:t>
            </a:r>
            <a:endParaRPr sz="1700"/>
          </a:p>
          <a:p>
            <a:pPr indent="-295275" lvl="1" marL="914400" rtl="0" algn="l">
              <a:spcBef>
                <a:spcPts val="0"/>
              </a:spcBef>
              <a:spcAft>
                <a:spcPts val="0"/>
              </a:spcAft>
              <a:buSzPts val="1050"/>
              <a:buFont typeface="Arial"/>
              <a:buChar char="●"/>
            </a:pPr>
            <a:r>
              <a:rPr lang="en" sz="1050" u="sng">
                <a:solidFill>
                  <a:srgbClr val="4252FF"/>
                </a:solidFill>
                <a:latin typeface="Arial"/>
                <a:ea typeface="Arial"/>
                <a:cs typeface="Arial"/>
                <a:sym typeface="Arial"/>
                <a:hlinkClick r:id="rId3">
                  <a:extLst>
                    <a:ext uri="{A12FA001-AC4F-418D-AE19-62706E023703}">
                      <ahyp:hlinkClr val="tx"/>
                    </a:ext>
                  </a:extLst>
                </a:hlinkClick>
              </a:rPr>
              <a:t>Instructor Led Sessions Playlist</a:t>
            </a:r>
            <a:endParaRPr sz="1050" u="sng">
              <a:solidFill>
                <a:srgbClr val="4252FF"/>
              </a:solidFill>
              <a:latin typeface="Arial"/>
              <a:ea typeface="Arial"/>
              <a:cs typeface="Arial"/>
              <a:sym typeface="Arial"/>
            </a:endParaRPr>
          </a:p>
          <a:p>
            <a:pPr indent="-295275" lvl="1" marL="914400" rtl="0" algn="l">
              <a:spcBef>
                <a:spcPts val="0"/>
              </a:spcBef>
              <a:spcAft>
                <a:spcPts val="0"/>
              </a:spcAft>
              <a:buSzPts val="1050"/>
              <a:buFont typeface="Arial"/>
              <a:buChar char="●"/>
            </a:pPr>
            <a:r>
              <a:rPr lang="en" sz="1050" u="sng">
                <a:solidFill>
                  <a:srgbClr val="4252FF"/>
                </a:solidFill>
                <a:latin typeface="Arial"/>
                <a:ea typeface="Arial"/>
                <a:cs typeface="Arial"/>
                <a:sym typeface="Arial"/>
                <a:hlinkClick r:id="rId4">
                  <a:extLst>
                    <a:ext uri="{A12FA001-AC4F-418D-AE19-62706E023703}">
                      <ahyp:hlinkClr val="tx"/>
                    </a:ext>
                  </a:extLst>
                </a:hlinkClick>
              </a:rPr>
              <a:t>Study Hall Playlist</a:t>
            </a:r>
            <a:endParaRPr sz="1050" u="sng">
              <a:solidFill>
                <a:srgbClr val="4252FF"/>
              </a:solidFill>
              <a:latin typeface="Arial"/>
              <a:ea typeface="Arial"/>
              <a:cs typeface="Arial"/>
              <a:sym typeface="Arial"/>
            </a:endParaRPr>
          </a:p>
          <a:p>
            <a:pPr indent="-295275" lvl="1" marL="914400" rtl="0" algn="l">
              <a:spcBef>
                <a:spcPts val="0"/>
              </a:spcBef>
              <a:spcAft>
                <a:spcPts val="0"/>
              </a:spcAft>
              <a:buSzPts val="1050"/>
              <a:buFont typeface="Arial"/>
              <a:buChar char="●"/>
            </a:pPr>
            <a:r>
              <a:rPr lang="en" sz="1050" u="sng">
                <a:solidFill>
                  <a:srgbClr val="4252FF"/>
                </a:solidFill>
                <a:latin typeface="Arial"/>
                <a:ea typeface="Arial"/>
                <a:cs typeface="Arial"/>
                <a:sym typeface="Arial"/>
                <a:hlinkClick r:id="rId5">
                  <a:extLst>
                    <a:ext uri="{A12FA001-AC4F-418D-AE19-62706E023703}">
                      <ahyp:hlinkClr val="tx"/>
                    </a:ext>
                  </a:extLst>
                </a:hlinkClick>
              </a:rPr>
              <a:t>Fix-it Garage Playlist</a:t>
            </a:r>
            <a:endParaRPr sz="1050" u="sng">
              <a:solidFill>
                <a:srgbClr val="4252FF"/>
              </a:solidFill>
              <a:latin typeface="Arial"/>
              <a:ea typeface="Arial"/>
              <a:cs typeface="Arial"/>
              <a:sym typeface="Arial"/>
            </a:endParaRPr>
          </a:p>
          <a:p>
            <a:pPr indent="0" lvl="0" marL="914400" rtl="0" algn="l">
              <a:spcBef>
                <a:spcPts val="1600"/>
              </a:spcBef>
              <a:spcAft>
                <a:spcPts val="0"/>
              </a:spcAft>
              <a:buNone/>
            </a:pPr>
            <a:r>
              <a:t/>
            </a:r>
            <a:endParaRPr sz="1050" u="sng">
              <a:solidFill>
                <a:srgbClr val="4252FF"/>
              </a:solidFill>
              <a:latin typeface="Arial"/>
              <a:ea typeface="Arial"/>
              <a:cs typeface="Arial"/>
              <a:sym typeface="Arial"/>
            </a:endParaRPr>
          </a:p>
          <a:p>
            <a:pPr indent="-336550" lvl="0" marL="457200" rtl="0" algn="l">
              <a:spcBef>
                <a:spcPts val="1600"/>
              </a:spcBef>
              <a:spcAft>
                <a:spcPts val="0"/>
              </a:spcAft>
              <a:buSzPts val="1700"/>
              <a:buChar char="✱"/>
            </a:pPr>
            <a:r>
              <a:rPr lang="en" sz="1700"/>
              <a:t>Assessment Reminder:</a:t>
            </a:r>
            <a:endParaRPr sz="1700"/>
          </a:p>
          <a:p>
            <a:pPr indent="-336550" lvl="1" marL="914400" rtl="0" algn="l">
              <a:spcBef>
                <a:spcPts val="0"/>
              </a:spcBef>
              <a:spcAft>
                <a:spcPts val="0"/>
              </a:spcAft>
              <a:buSzPts val="1700"/>
              <a:buChar char="●"/>
            </a:pPr>
            <a:r>
              <a:rPr lang="en" sz="1700"/>
              <a:t>Students </a:t>
            </a:r>
            <a:r>
              <a:rPr b="1" lang="en" sz="1700"/>
              <a:t>must submit one</a:t>
            </a:r>
            <a:r>
              <a:rPr lang="en" sz="1700"/>
              <a:t> attempted HackerRank assessment </a:t>
            </a:r>
            <a:r>
              <a:rPr b="1" lang="en" sz="1700"/>
              <a:t>weekly</a:t>
            </a:r>
            <a:r>
              <a:rPr lang="en" sz="1700"/>
              <a:t> to remain in the course (due Sunday at 11:59pm PST).  Please reach out to support channels if unexpected delays occur.</a:t>
            </a:r>
            <a:endParaRPr sz="1700"/>
          </a:p>
          <a:p>
            <a:pPr indent="-336550" lvl="1" marL="914400" rtl="0" algn="l">
              <a:spcBef>
                <a:spcPts val="0"/>
              </a:spcBef>
              <a:spcAft>
                <a:spcPts val="0"/>
              </a:spcAft>
              <a:buSzPts val="1700"/>
              <a:buChar char="●"/>
            </a:pPr>
            <a:r>
              <a:rPr lang="en" sz="1700"/>
              <a:t>If a student moves ahead early in the units, and finishes passes all 10 units, they no longer require weekly attempts, but attendance is still mandatory.</a:t>
            </a:r>
            <a:endParaRPr sz="1700"/>
          </a:p>
          <a:p>
            <a:pPr indent="0" lvl="0" marL="0" rtl="0" algn="l">
              <a:spcBef>
                <a:spcPts val="1600"/>
              </a:spcBef>
              <a:spcAft>
                <a:spcPts val="0"/>
              </a:spcAft>
              <a:buNone/>
            </a:pPr>
            <a:r>
              <a:t/>
            </a:r>
            <a:endParaRPr sz="1150" u="sng">
              <a:solidFill>
                <a:srgbClr val="4252FF"/>
              </a:solidFill>
              <a:latin typeface="Arial"/>
              <a:ea typeface="Arial"/>
              <a:cs typeface="Arial"/>
              <a:sym typeface="Arial"/>
            </a:endParaRPr>
          </a:p>
          <a:p>
            <a:pPr indent="0" lvl="0" marL="0" rtl="0" algn="l">
              <a:spcBef>
                <a:spcPts val="1600"/>
              </a:spcBef>
              <a:spcAft>
                <a:spcPts val="1600"/>
              </a:spcAft>
              <a:buNone/>
            </a:pPr>
            <a:r>
              <a:t/>
            </a:r>
            <a:endParaRPr/>
          </a:p>
        </p:txBody>
      </p:sp>
      <p:sp>
        <p:nvSpPr>
          <p:cNvPr id="1280" name="Google Shape;1280;p17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81" name="Google Shape;1281;p175"/>
          <p:cNvPicPr preferRelativeResize="0"/>
          <p:nvPr/>
        </p:nvPicPr>
        <p:blipFill>
          <a:blip r:embed="rId6">
            <a:alphaModFix/>
          </a:blip>
          <a:stretch>
            <a:fillRect/>
          </a:stretch>
        </p:blipFill>
        <p:spPr>
          <a:xfrm>
            <a:off x="452400" y="350275"/>
            <a:ext cx="679601" cy="6796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17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Choosing Your Breakout Room</a:t>
            </a:r>
            <a:endParaRPr/>
          </a:p>
        </p:txBody>
      </p:sp>
      <p:sp>
        <p:nvSpPr>
          <p:cNvPr id="1287" name="Google Shape;1287;p176"/>
          <p:cNvSpPr txBox="1"/>
          <p:nvPr>
            <p:ph idx="1" type="body"/>
          </p:nvPr>
        </p:nvSpPr>
        <p:spPr>
          <a:xfrm>
            <a:off x="452400" y="1132825"/>
            <a:ext cx="55884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We’ll share the link to the entry ticket so you can indicate what unit you are on.</a:t>
            </a:r>
            <a:endParaRPr/>
          </a:p>
          <a:p>
            <a:pPr indent="-342900" lvl="0" marL="457200" rtl="0" algn="l">
              <a:spcBef>
                <a:spcPts val="1000"/>
              </a:spcBef>
              <a:spcAft>
                <a:spcPts val="0"/>
              </a:spcAft>
              <a:buSzPts val="1800"/>
              <a:buAutoNum type="arabicPeriod"/>
            </a:pPr>
            <a:r>
              <a:rPr lang="en"/>
              <a:t>We’ll create breakout groups based on the unit you selected.</a:t>
            </a:r>
            <a:endParaRPr/>
          </a:p>
          <a:p>
            <a:pPr indent="-342900" lvl="0" marL="457200" rtl="0" algn="l">
              <a:spcBef>
                <a:spcPts val="1000"/>
              </a:spcBef>
              <a:spcAft>
                <a:spcPts val="1000"/>
              </a:spcAft>
              <a:buSzPts val="1800"/>
              <a:buAutoNum type="arabicPeriod"/>
            </a:pPr>
            <a:r>
              <a:rPr lang="en"/>
              <a:t>When it’s Collaborative Problem Solving time, we’ll share the room assignments and demonstrate how to get to your room.</a:t>
            </a:r>
            <a:endParaRPr/>
          </a:p>
        </p:txBody>
      </p:sp>
      <p:sp>
        <p:nvSpPr>
          <p:cNvPr id="1288" name="Google Shape;1288;p17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89" name="Google Shape;1289;p176"/>
          <p:cNvPicPr preferRelativeResize="0"/>
          <p:nvPr/>
        </p:nvPicPr>
        <p:blipFill>
          <a:blip r:embed="rId3">
            <a:alphaModFix/>
          </a:blip>
          <a:stretch>
            <a:fillRect/>
          </a:stretch>
        </p:blipFill>
        <p:spPr>
          <a:xfrm>
            <a:off x="6356625" y="1207600"/>
            <a:ext cx="2334975" cy="2334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sp>
        <p:nvSpPr>
          <p:cNvPr id="1294" name="Google Shape;1294;p177"/>
          <p:cNvSpPr txBox="1"/>
          <p:nvPr>
            <p:ph type="title"/>
          </p:nvPr>
        </p:nvSpPr>
        <p:spPr>
          <a:xfrm>
            <a:off x="884825" y="2317200"/>
            <a:ext cx="3938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Time Management</a:t>
            </a:r>
            <a:endParaRPr/>
          </a:p>
        </p:txBody>
      </p:sp>
      <p:sp>
        <p:nvSpPr>
          <p:cNvPr id="1295" name="Google Shape;1295;p177"/>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178"/>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3 minutes</a:t>
            </a:r>
            <a:endParaRPr/>
          </a:p>
        </p:txBody>
      </p:sp>
      <p:sp>
        <p:nvSpPr>
          <p:cNvPr id="1301" name="Google Shape;1301;p17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02" name="Google Shape;1302;p17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Grab a scrap piece of paper or a sticky note!</a:t>
            </a:r>
            <a:endParaRPr/>
          </a:p>
          <a:p>
            <a:pPr indent="0" lvl="0" marL="0" rtl="0" algn="l">
              <a:spcBef>
                <a:spcPts val="1000"/>
              </a:spcBef>
              <a:spcAft>
                <a:spcPts val="1000"/>
              </a:spcAft>
              <a:buNone/>
            </a:pPr>
            <a:r>
              <a:rPr lang="en"/>
              <a:t>Write down </a:t>
            </a:r>
            <a:r>
              <a:rPr b="1" lang="en"/>
              <a:t>one short-term goal</a:t>
            </a:r>
            <a:r>
              <a:rPr lang="en"/>
              <a:t> for this week and </a:t>
            </a:r>
            <a:r>
              <a:rPr b="1" lang="en"/>
              <a:t>one long-term goal</a:t>
            </a:r>
            <a:r>
              <a:rPr lang="en"/>
              <a:t> for the course.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17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Balancing Study with Other Commitments</a:t>
            </a:r>
            <a:endParaRPr/>
          </a:p>
        </p:txBody>
      </p:sp>
      <p:sp>
        <p:nvSpPr>
          <p:cNvPr id="1308" name="Google Shape;1308;p179"/>
          <p:cNvSpPr txBox="1"/>
          <p:nvPr>
            <p:ph idx="1" type="body"/>
          </p:nvPr>
        </p:nvSpPr>
        <p:spPr>
          <a:xfrm>
            <a:off x="452400" y="1132825"/>
            <a:ext cx="44265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Identify non-negotiables (e.g., work, family) and fit study time around them.</a:t>
            </a:r>
            <a:endParaRPr/>
          </a:p>
          <a:p>
            <a:pPr indent="-342900" lvl="0" marL="457200" rtl="0" algn="l">
              <a:spcBef>
                <a:spcPts val="1000"/>
              </a:spcBef>
              <a:spcAft>
                <a:spcPts val="1000"/>
              </a:spcAft>
              <a:buSzPts val="1800"/>
              <a:buChar char="✱"/>
            </a:pPr>
            <a:r>
              <a:rPr lang="en"/>
              <a:t>Be realistic about what you can accomplish!</a:t>
            </a:r>
            <a:endParaRPr/>
          </a:p>
        </p:txBody>
      </p:sp>
      <p:sp>
        <p:nvSpPr>
          <p:cNvPr id="1309" name="Google Shape;1309;p17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10" name="Google Shape;1310;p179"/>
          <p:cNvPicPr preferRelativeResize="0"/>
          <p:nvPr/>
        </p:nvPicPr>
        <p:blipFill>
          <a:blip r:embed="rId3">
            <a:alphaModFix/>
          </a:blip>
          <a:stretch>
            <a:fillRect/>
          </a:stretch>
        </p:blipFill>
        <p:spPr>
          <a:xfrm>
            <a:off x="5436401" y="1175100"/>
            <a:ext cx="3226200" cy="3226200"/>
          </a:xfrm>
          <a:prstGeom prst="rect">
            <a:avLst/>
          </a:prstGeom>
          <a:noFill/>
          <a:ln>
            <a:noFill/>
          </a:ln>
        </p:spPr>
      </p:pic>
      <p:grpSp>
        <p:nvGrpSpPr>
          <p:cNvPr id="1311" name="Google Shape;1311;p179"/>
          <p:cNvGrpSpPr/>
          <p:nvPr/>
        </p:nvGrpSpPr>
        <p:grpSpPr>
          <a:xfrm>
            <a:off x="89100" y="4739882"/>
            <a:ext cx="324008" cy="322851"/>
            <a:chOff x="0" y="3867912"/>
            <a:chExt cx="1280160" cy="1275588"/>
          </a:xfrm>
        </p:grpSpPr>
        <p:sp>
          <p:nvSpPr>
            <p:cNvPr id="1312" name="Google Shape;1312;p179"/>
            <p:cNvSpPr/>
            <p:nvPr/>
          </p:nvSpPr>
          <p:spPr>
            <a:xfrm>
              <a:off x="0" y="4229100"/>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79"/>
            <p:cNvSpPr/>
            <p:nvPr/>
          </p:nvSpPr>
          <p:spPr>
            <a:xfrm>
              <a:off x="182880" y="405079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79"/>
            <p:cNvSpPr/>
            <p:nvPr/>
          </p:nvSpPr>
          <p:spPr>
            <a:xfrm>
              <a:off x="365760" y="386791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8">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180"/>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3 minutes</a:t>
            </a:r>
            <a:endParaRPr/>
          </a:p>
        </p:txBody>
      </p:sp>
      <p:sp>
        <p:nvSpPr>
          <p:cNvPr id="1320" name="Google Shape;1320;p18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21" name="Google Shape;1321;p180"/>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t>In the chat . . .</a:t>
            </a:r>
            <a:endParaRPr b="1" sz="2400"/>
          </a:p>
          <a:p>
            <a:pPr indent="0" lvl="0" marL="0" rtl="0" algn="ctr">
              <a:spcBef>
                <a:spcPts val="1000"/>
              </a:spcBef>
              <a:spcAft>
                <a:spcPts val="0"/>
              </a:spcAft>
              <a:buNone/>
            </a:pPr>
            <a:r>
              <a:rPr lang="en" sz="2400"/>
              <a:t>What challenges do you face in balancing study with other commitments?</a:t>
            </a:r>
            <a:endParaRPr sz="2400"/>
          </a:p>
          <a:p>
            <a:pPr indent="0" lvl="0" marL="0" rtl="0" algn="ctr">
              <a:spcBef>
                <a:spcPts val="1000"/>
              </a:spcBef>
              <a:spcAft>
                <a:spcPts val="0"/>
              </a:spcAft>
              <a:buNone/>
            </a:pPr>
            <a:r>
              <a:rPr lang="en" sz="2400"/>
              <a:t>How do you plan to overcome them? Any suggestions for time management that work well for you? Think about how to integrate UMPIRE into your study approach. (Look up Leetcode Patterns)</a:t>
            </a:r>
            <a:endParaRPr sz="2400"/>
          </a:p>
          <a:p>
            <a:pPr indent="0" lvl="0" marL="0" rtl="0" algn="l">
              <a:spcBef>
                <a:spcPts val="1000"/>
              </a:spcBef>
              <a:spcAft>
                <a:spcPts val="1000"/>
              </a:spcAft>
              <a:buNone/>
            </a:pPr>
            <a:r>
              <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sp>
        <p:nvSpPr>
          <p:cNvPr id="1326" name="Google Shape;1326;p181"/>
          <p:cNvSpPr txBox="1"/>
          <p:nvPr>
            <p:ph type="title"/>
          </p:nvPr>
        </p:nvSpPr>
        <p:spPr>
          <a:xfrm>
            <a:off x="884825" y="2317200"/>
            <a:ext cx="3204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Dictionaries</a:t>
            </a:r>
            <a:endParaRPr/>
          </a:p>
        </p:txBody>
      </p:sp>
      <p:sp>
        <p:nvSpPr>
          <p:cNvPr id="1327" name="Google Shape;1327;p18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25 minutes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182"/>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3 minutes</a:t>
            </a:r>
            <a:endParaRPr/>
          </a:p>
        </p:txBody>
      </p:sp>
      <p:sp>
        <p:nvSpPr>
          <p:cNvPr id="1333" name="Google Shape;1333;p18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34" name="Google Shape;1334;p182"/>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p>
            <a:pPr indent="0" lvl="0" marL="0" rtl="0" algn="ctr">
              <a:spcBef>
                <a:spcPts val="0"/>
              </a:spcBef>
              <a:spcAft>
                <a:spcPts val="1000"/>
              </a:spcAft>
              <a:buNone/>
            </a:pPr>
            <a:r>
              <a:rPr lang="en" sz="3000"/>
              <a:t>What do we know about dictionaries?</a:t>
            </a:r>
            <a:endParaRPr sz="3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18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Dictionaries</a:t>
            </a:r>
            <a:endParaRPr/>
          </a:p>
        </p:txBody>
      </p:sp>
      <p:sp>
        <p:nvSpPr>
          <p:cNvPr id="1340" name="Google Shape;1340;p183"/>
          <p:cNvSpPr txBox="1"/>
          <p:nvPr>
            <p:ph idx="1" type="body"/>
          </p:nvPr>
        </p:nvSpPr>
        <p:spPr>
          <a:xfrm>
            <a:off x="452400" y="1132825"/>
            <a:ext cx="8239200" cy="908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Key-value pairs for fast lookups.</a:t>
            </a:r>
            <a:endParaRPr/>
          </a:p>
          <a:p>
            <a:pPr indent="-342900" lvl="0" marL="457200" rtl="0" algn="l">
              <a:spcBef>
                <a:spcPts val="1000"/>
              </a:spcBef>
              <a:spcAft>
                <a:spcPts val="1000"/>
              </a:spcAft>
              <a:buSzPts val="1800"/>
              <a:buChar char="✱"/>
            </a:pPr>
            <a:r>
              <a:rPr b="1" lang="en"/>
              <a:t>Use cases:</a:t>
            </a:r>
            <a:r>
              <a:rPr lang="en"/>
              <a:t> Efficient retrieval and updating of data by unique keys.</a:t>
            </a:r>
            <a:endParaRPr/>
          </a:p>
        </p:txBody>
      </p:sp>
      <p:sp>
        <p:nvSpPr>
          <p:cNvPr id="1341" name="Google Shape;1341;p18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1342" name="Google Shape;1342;p183"/>
          <p:cNvGrpSpPr/>
          <p:nvPr/>
        </p:nvGrpSpPr>
        <p:grpSpPr>
          <a:xfrm>
            <a:off x="89100" y="4739882"/>
            <a:ext cx="324008" cy="322851"/>
            <a:chOff x="0" y="3867912"/>
            <a:chExt cx="1280160" cy="1275588"/>
          </a:xfrm>
        </p:grpSpPr>
        <p:sp>
          <p:nvSpPr>
            <p:cNvPr id="1343" name="Google Shape;1343;p183"/>
            <p:cNvSpPr/>
            <p:nvPr/>
          </p:nvSpPr>
          <p:spPr>
            <a:xfrm>
              <a:off x="0" y="4229100"/>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83"/>
            <p:cNvSpPr/>
            <p:nvPr/>
          </p:nvSpPr>
          <p:spPr>
            <a:xfrm>
              <a:off x="182880" y="405079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83"/>
            <p:cNvSpPr/>
            <p:nvPr/>
          </p:nvSpPr>
          <p:spPr>
            <a:xfrm>
              <a:off x="365760" y="386791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46" name="Google Shape;1346;p183"/>
          <p:cNvPicPr preferRelativeResize="0"/>
          <p:nvPr/>
        </p:nvPicPr>
        <p:blipFill rotWithShape="1">
          <a:blip r:embed="rId3">
            <a:alphaModFix/>
          </a:blip>
          <a:srcRect b="29809" l="6024" r="6156" t="12163"/>
          <a:stretch/>
        </p:blipFill>
        <p:spPr>
          <a:xfrm>
            <a:off x="1296487" y="2256525"/>
            <a:ext cx="6551025" cy="23526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0">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p184"/>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1352" name="Google Shape;1352;p18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53" name="Google Shape;1353;p184"/>
          <p:cNvSpPr txBox="1"/>
          <p:nvPr>
            <p:ph idx="2" type="body"/>
          </p:nvPr>
        </p:nvSpPr>
        <p:spPr>
          <a:xfrm>
            <a:off x="604800" y="1412900"/>
            <a:ext cx="40245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 the </a:t>
            </a:r>
            <a:r>
              <a:rPr b="1" lang="en" u="sng">
                <a:solidFill>
                  <a:schemeClr val="hlink"/>
                </a:solidFill>
                <a:hlinkClick r:id="rId3"/>
              </a:rPr>
              <a:t>Unit 2 Cheat Sheet</a:t>
            </a:r>
            <a:r>
              <a:rPr lang="en"/>
              <a:t> and find </a:t>
            </a:r>
            <a:r>
              <a:rPr b="1" lang="en"/>
              <a:t>Dictionary Methods &amp; Syntax</a:t>
            </a:r>
            <a:r>
              <a:rPr lang="en"/>
              <a:t>. Take a moment to review the functions and examples.</a:t>
            </a:r>
            <a:endParaRPr/>
          </a:p>
          <a:p>
            <a:pPr indent="0" lvl="0" marL="0" rtl="0" algn="ctr">
              <a:spcBef>
                <a:spcPts val="1000"/>
              </a:spcBef>
              <a:spcAft>
                <a:spcPts val="0"/>
              </a:spcAft>
              <a:buNone/>
            </a:pPr>
            <a:r>
              <a:rPr lang="en"/>
              <a:t>What do you notice?</a:t>
            </a:r>
            <a:endParaRPr/>
          </a:p>
          <a:p>
            <a:pPr indent="0" lvl="0" marL="0" rtl="0" algn="ctr">
              <a:spcBef>
                <a:spcPts val="1000"/>
              </a:spcBef>
              <a:spcAft>
                <a:spcPts val="1000"/>
              </a:spcAft>
              <a:buNone/>
            </a:pPr>
            <a:r>
              <a:rPr lang="en"/>
              <a:t>What do you wonder?</a:t>
            </a:r>
            <a:endParaRPr/>
          </a:p>
        </p:txBody>
      </p:sp>
      <p:pic>
        <p:nvPicPr>
          <p:cNvPr id="1354" name="Google Shape;1354;p184"/>
          <p:cNvPicPr preferRelativeResize="0"/>
          <p:nvPr/>
        </p:nvPicPr>
        <p:blipFill>
          <a:blip r:embed="rId4">
            <a:alphaModFix/>
          </a:blip>
          <a:stretch>
            <a:fillRect/>
          </a:stretch>
        </p:blipFill>
        <p:spPr>
          <a:xfrm>
            <a:off x="4840950" y="1490125"/>
            <a:ext cx="4024500" cy="234801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18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Common Use Cases</a:t>
            </a:r>
            <a:endParaRPr/>
          </a:p>
        </p:txBody>
      </p:sp>
      <p:sp>
        <p:nvSpPr>
          <p:cNvPr id="1360" name="Google Shape;1360;p18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Frequency maps:</a:t>
            </a:r>
            <a:r>
              <a:rPr lang="en"/>
              <a:t> Counting the frequency of characters in a string or elements in a list. This ecompasses simple “</a:t>
            </a:r>
            <a:r>
              <a:rPr b="1" lang="en"/>
              <a:t>does it exist</a:t>
            </a:r>
            <a:r>
              <a:rPr lang="en"/>
              <a:t>” checks as well.</a:t>
            </a:r>
            <a:endParaRPr/>
          </a:p>
          <a:p>
            <a:pPr indent="-342900" lvl="0" marL="457200" rtl="0" algn="l">
              <a:spcBef>
                <a:spcPts val="1000"/>
              </a:spcBef>
              <a:spcAft>
                <a:spcPts val="0"/>
              </a:spcAft>
              <a:buSzPts val="1800"/>
              <a:buChar char="✱"/>
            </a:pPr>
            <a:r>
              <a:rPr b="1" lang="en"/>
              <a:t>Key-value data storage:</a:t>
            </a:r>
            <a:r>
              <a:rPr lang="en"/>
              <a:t> Storing data for quick 1 to 1 lookups:</a:t>
            </a:r>
            <a:endParaRPr/>
          </a:p>
          <a:p>
            <a:pPr indent="-342900" lvl="1" marL="914400" rtl="0" algn="l">
              <a:spcBef>
                <a:spcPts val="1000"/>
              </a:spcBef>
              <a:spcAft>
                <a:spcPts val="0"/>
              </a:spcAft>
              <a:buSzPts val="1800"/>
              <a:buChar char="●"/>
            </a:pPr>
            <a:r>
              <a:rPr lang="en"/>
              <a:t>Contact name : phone number</a:t>
            </a:r>
            <a:endParaRPr/>
          </a:p>
          <a:p>
            <a:pPr indent="-342900" lvl="1" marL="914400" rtl="0" algn="l">
              <a:spcBef>
                <a:spcPts val="1000"/>
              </a:spcBef>
              <a:spcAft>
                <a:spcPts val="0"/>
              </a:spcAft>
              <a:buSzPts val="1800"/>
              <a:buChar char="●"/>
            </a:pPr>
            <a:r>
              <a:rPr lang="en"/>
              <a:t>English word : Spanish word</a:t>
            </a:r>
            <a:endParaRPr/>
          </a:p>
          <a:p>
            <a:pPr indent="-342900" lvl="1" marL="914400" rtl="0" algn="l">
              <a:spcBef>
                <a:spcPts val="1000"/>
              </a:spcBef>
              <a:spcAft>
                <a:spcPts val="1000"/>
              </a:spcAft>
              <a:buSzPts val="1800"/>
              <a:buChar char="●"/>
            </a:pPr>
            <a:r>
              <a:rPr lang="en"/>
              <a:t>Software setting : Is enabled? (yes or no)</a:t>
            </a:r>
            <a:endParaRPr/>
          </a:p>
        </p:txBody>
      </p:sp>
      <p:sp>
        <p:nvSpPr>
          <p:cNvPr id="1361" name="Google Shape;1361;p18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186"/>
          <p:cNvSpPr txBox="1"/>
          <p:nvPr>
            <p:ph type="title"/>
          </p:nvPr>
        </p:nvSpPr>
        <p:spPr>
          <a:xfrm>
            <a:off x="304425" y="373838"/>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Frequency Map Flowchart</a:t>
            </a:r>
            <a:endParaRPr/>
          </a:p>
        </p:txBody>
      </p:sp>
      <p:sp>
        <p:nvSpPr>
          <p:cNvPr id="1367" name="Google Shape;1367;p18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68" name="Google Shape;1368;p186"/>
          <p:cNvPicPr preferRelativeResize="0"/>
          <p:nvPr/>
        </p:nvPicPr>
        <p:blipFill>
          <a:blip r:embed="rId3">
            <a:alphaModFix/>
          </a:blip>
          <a:stretch>
            <a:fillRect/>
          </a:stretch>
        </p:blipFill>
        <p:spPr>
          <a:xfrm>
            <a:off x="2013700" y="140875"/>
            <a:ext cx="6044426" cy="490517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Google Shape;1373;p18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4" name="Google Shape;1374;p18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UPI Recap</a:t>
            </a:r>
            <a:endParaRPr/>
          </a:p>
        </p:txBody>
      </p:sp>
      <p:sp>
        <p:nvSpPr>
          <p:cNvPr id="1375" name="Google Shape;1375;p187"/>
          <p:cNvSpPr/>
          <p:nvPr/>
        </p:nvSpPr>
        <p:spPr>
          <a:xfrm>
            <a:off x="577725" y="1329000"/>
            <a:ext cx="2331300" cy="868800"/>
          </a:xfrm>
          <a:prstGeom prst="roundRect">
            <a:avLst>
              <a:gd fmla="val 34507" name="adj"/>
            </a:avLst>
          </a:prstGeom>
          <a:solidFill>
            <a:srgbClr val="6EC396"/>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UNDERSTAND</a:t>
            </a:r>
            <a:endParaRPr b="1" sz="1800">
              <a:solidFill>
                <a:schemeClr val="lt1"/>
              </a:solidFill>
              <a:latin typeface="Poppins"/>
              <a:ea typeface="Poppins"/>
              <a:cs typeface="Poppins"/>
              <a:sym typeface="Poppins"/>
            </a:endParaRPr>
          </a:p>
        </p:txBody>
      </p:sp>
      <p:sp>
        <p:nvSpPr>
          <p:cNvPr id="1376" name="Google Shape;1376;p187"/>
          <p:cNvSpPr/>
          <p:nvPr/>
        </p:nvSpPr>
        <p:spPr>
          <a:xfrm>
            <a:off x="577725"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MATCH</a:t>
            </a:r>
            <a:endParaRPr b="1" sz="1800">
              <a:latin typeface="Poppins"/>
              <a:ea typeface="Poppins"/>
              <a:cs typeface="Poppins"/>
              <a:sym typeface="Poppins"/>
            </a:endParaRPr>
          </a:p>
        </p:txBody>
      </p:sp>
      <p:sp>
        <p:nvSpPr>
          <p:cNvPr id="1377" name="Google Shape;1377;p187"/>
          <p:cNvSpPr/>
          <p:nvPr/>
        </p:nvSpPr>
        <p:spPr>
          <a:xfrm>
            <a:off x="3406350" y="2829575"/>
            <a:ext cx="2331300" cy="868800"/>
          </a:xfrm>
          <a:prstGeom prst="roundRect">
            <a:avLst>
              <a:gd fmla="val 34507" name="adj"/>
            </a:avLst>
          </a:prstGeom>
          <a:solidFill>
            <a:srgbClr val="6EC396"/>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PLAN</a:t>
            </a:r>
            <a:endParaRPr b="1" sz="1800">
              <a:solidFill>
                <a:schemeClr val="lt1"/>
              </a:solidFill>
              <a:latin typeface="Poppins"/>
              <a:ea typeface="Poppins"/>
              <a:cs typeface="Poppins"/>
              <a:sym typeface="Poppins"/>
            </a:endParaRPr>
          </a:p>
        </p:txBody>
      </p:sp>
      <p:sp>
        <p:nvSpPr>
          <p:cNvPr id="1378" name="Google Shape;1378;p187"/>
          <p:cNvSpPr/>
          <p:nvPr/>
        </p:nvSpPr>
        <p:spPr>
          <a:xfrm>
            <a:off x="3406350" y="1329000"/>
            <a:ext cx="2331300" cy="868800"/>
          </a:xfrm>
          <a:prstGeom prst="roundRect">
            <a:avLst>
              <a:gd fmla="val 34507" name="adj"/>
            </a:avLst>
          </a:prstGeom>
          <a:solidFill>
            <a:srgbClr val="6EC396"/>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IMPLEMENT</a:t>
            </a:r>
            <a:endParaRPr b="1" sz="1800">
              <a:solidFill>
                <a:schemeClr val="lt1"/>
              </a:solidFill>
              <a:latin typeface="Poppins"/>
              <a:ea typeface="Poppins"/>
              <a:cs typeface="Poppins"/>
              <a:sym typeface="Poppins"/>
            </a:endParaRPr>
          </a:p>
        </p:txBody>
      </p:sp>
      <p:sp>
        <p:nvSpPr>
          <p:cNvPr id="1379" name="Google Shape;1379;p187"/>
          <p:cNvSpPr/>
          <p:nvPr/>
        </p:nvSpPr>
        <p:spPr>
          <a:xfrm>
            <a:off x="6234975"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REVIEW</a:t>
            </a:r>
            <a:endParaRPr b="1" sz="1800">
              <a:latin typeface="Poppins"/>
              <a:ea typeface="Poppins"/>
              <a:cs typeface="Poppins"/>
              <a:sym typeface="Poppins"/>
            </a:endParaRPr>
          </a:p>
        </p:txBody>
      </p:sp>
      <p:sp>
        <p:nvSpPr>
          <p:cNvPr id="1380" name="Google Shape;1380;p187"/>
          <p:cNvSpPr/>
          <p:nvPr/>
        </p:nvSpPr>
        <p:spPr>
          <a:xfrm>
            <a:off x="6234975"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EVALUATE</a:t>
            </a:r>
            <a:endParaRPr b="1" sz="1800">
              <a:latin typeface="Poppins"/>
              <a:ea typeface="Poppins"/>
              <a:cs typeface="Poppins"/>
              <a:sym typeface="Poppins"/>
            </a:endParaRPr>
          </a:p>
        </p:txBody>
      </p:sp>
      <p:cxnSp>
        <p:nvCxnSpPr>
          <p:cNvPr id="1381" name="Google Shape;1381;p187"/>
          <p:cNvCxnSpPr>
            <a:stCxn id="1375" idx="2"/>
            <a:endCxn id="1376" idx="0"/>
          </p:cNvCxnSpPr>
          <p:nvPr/>
        </p:nvCxnSpPr>
        <p:spPr>
          <a:xfrm>
            <a:off x="1743375" y="2197800"/>
            <a:ext cx="0" cy="631800"/>
          </a:xfrm>
          <a:prstGeom prst="straightConnector1">
            <a:avLst/>
          </a:prstGeom>
          <a:noFill/>
          <a:ln cap="flat" cmpd="sng" w="19050">
            <a:solidFill>
              <a:srgbClr val="000000"/>
            </a:solidFill>
            <a:prstDash val="solid"/>
            <a:round/>
            <a:headEnd len="med" w="med" type="none"/>
            <a:tailEnd len="med" w="med" type="triangle"/>
          </a:ln>
        </p:spPr>
      </p:cxnSp>
      <p:cxnSp>
        <p:nvCxnSpPr>
          <p:cNvPr id="1382" name="Google Shape;1382;p187"/>
          <p:cNvCxnSpPr>
            <a:stCxn id="1376" idx="3"/>
            <a:endCxn id="1377" idx="1"/>
          </p:cNvCxnSpPr>
          <p:nvPr/>
        </p:nvCxnSpPr>
        <p:spPr>
          <a:xfrm>
            <a:off x="2909025" y="3263975"/>
            <a:ext cx="497400" cy="0"/>
          </a:xfrm>
          <a:prstGeom prst="straightConnector1">
            <a:avLst/>
          </a:prstGeom>
          <a:noFill/>
          <a:ln cap="flat" cmpd="sng" w="19050">
            <a:solidFill>
              <a:srgbClr val="000000"/>
            </a:solidFill>
            <a:prstDash val="solid"/>
            <a:round/>
            <a:headEnd len="med" w="med" type="none"/>
            <a:tailEnd len="med" w="med" type="triangle"/>
          </a:ln>
        </p:spPr>
      </p:cxnSp>
      <p:cxnSp>
        <p:nvCxnSpPr>
          <p:cNvPr id="1383" name="Google Shape;1383;p187"/>
          <p:cNvCxnSpPr>
            <a:stCxn id="1377" idx="0"/>
            <a:endCxn id="1378" idx="2"/>
          </p:cNvCxnSpPr>
          <p:nvPr/>
        </p:nvCxnSpPr>
        <p:spPr>
          <a:xfrm rot="10800000">
            <a:off x="4572000" y="2197775"/>
            <a:ext cx="0" cy="631800"/>
          </a:xfrm>
          <a:prstGeom prst="straightConnector1">
            <a:avLst/>
          </a:prstGeom>
          <a:noFill/>
          <a:ln cap="flat" cmpd="sng" w="19050">
            <a:solidFill>
              <a:srgbClr val="000000"/>
            </a:solidFill>
            <a:prstDash val="solid"/>
            <a:round/>
            <a:headEnd len="med" w="med" type="none"/>
            <a:tailEnd len="med" w="med" type="triangle"/>
          </a:ln>
        </p:spPr>
      </p:cxnSp>
      <p:cxnSp>
        <p:nvCxnSpPr>
          <p:cNvPr id="1384" name="Google Shape;1384;p187"/>
          <p:cNvCxnSpPr>
            <a:stCxn id="1378" idx="3"/>
            <a:endCxn id="1379" idx="1"/>
          </p:cNvCxnSpPr>
          <p:nvPr/>
        </p:nvCxnSpPr>
        <p:spPr>
          <a:xfrm>
            <a:off x="5737650" y="1763400"/>
            <a:ext cx="497400" cy="0"/>
          </a:xfrm>
          <a:prstGeom prst="straightConnector1">
            <a:avLst/>
          </a:prstGeom>
          <a:noFill/>
          <a:ln cap="flat" cmpd="sng" w="19050">
            <a:solidFill>
              <a:srgbClr val="000000"/>
            </a:solidFill>
            <a:prstDash val="solid"/>
            <a:round/>
            <a:headEnd len="med" w="med" type="none"/>
            <a:tailEnd len="med" w="med" type="triangle"/>
          </a:ln>
        </p:spPr>
      </p:cxnSp>
      <p:cxnSp>
        <p:nvCxnSpPr>
          <p:cNvPr id="1385" name="Google Shape;1385;p187"/>
          <p:cNvCxnSpPr>
            <a:stCxn id="1379" idx="2"/>
            <a:endCxn id="1380" idx="0"/>
          </p:cNvCxnSpPr>
          <p:nvPr/>
        </p:nvCxnSpPr>
        <p:spPr>
          <a:xfrm>
            <a:off x="7400625" y="2197800"/>
            <a:ext cx="0" cy="631800"/>
          </a:xfrm>
          <a:prstGeom prst="straightConnector1">
            <a:avLst/>
          </a:prstGeom>
          <a:noFill/>
          <a:ln cap="flat" cmpd="sng" w="19050">
            <a:solidFill>
              <a:srgbClr val="000000"/>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9" name="Shape 1389"/>
        <p:cNvGrpSpPr/>
        <p:nvPr/>
      </p:nvGrpSpPr>
      <p:grpSpPr>
        <a:xfrm>
          <a:off x="0" y="0"/>
          <a:ext cx="0" cy="0"/>
          <a:chOff x="0" y="0"/>
          <a:chExt cx="0" cy="0"/>
        </a:xfrm>
      </p:grpSpPr>
      <p:sp>
        <p:nvSpPr>
          <p:cNvPr id="1390" name="Google Shape;1390;p188"/>
          <p:cNvSpPr txBox="1"/>
          <p:nvPr>
            <p:ph idx="1" type="body"/>
          </p:nvPr>
        </p:nvSpPr>
        <p:spPr>
          <a:xfrm>
            <a:off x="452400" y="1184288"/>
            <a:ext cx="8239200" cy="1545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Given a list of strings </a:t>
            </a:r>
            <a:r>
              <a:rPr b="1" lang="en">
                <a:latin typeface="Consolas"/>
                <a:ea typeface="Consolas"/>
                <a:cs typeface="Consolas"/>
                <a:sym typeface="Consolas"/>
              </a:rPr>
              <a:t>words</a:t>
            </a:r>
            <a:r>
              <a:rPr lang="en"/>
              <a:t>, group the strings that are anagrams of each other.</a:t>
            </a:r>
            <a:endParaRPr/>
          </a:p>
          <a:p>
            <a:pPr indent="0" lvl="0" marL="0" rtl="0" algn="l">
              <a:spcBef>
                <a:spcPts val="1000"/>
              </a:spcBef>
              <a:spcAft>
                <a:spcPts val="1000"/>
              </a:spcAft>
              <a:buNone/>
            </a:pPr>
            <a:r>
              <a:rPr lang="en"/>
              <a:t>An anagram is defined as a word formed by rearranging the letters of another, such as </a:t>
            </a:r>
            <a:r>
              <a:rPr b="1" lang="en">
                <a:latin typeface="Consolas"/>
                <a:ea typeface="Consolas"/>
                <a:cs typeface="Consolas"/>
                <a:sym typeface="Consolas"/>
              </a:rPr>
              <a:t>"eat"</a:t>
            </a:r>
            <a:r>
              <a:rPr lang="en"/>
              <a:t> and </a:t>
            </a:r>
            <a:r>
              <a:rPr b="1" lang="en">
                <a:latin typeface="Consolas"/>
                <a:ea typeface="Consolas"/>
                <a:cs typeface="Consolas"/>
                <a:sym typeface="Consolas"/>
              </a:rPr>
              <a:t>"tea"</a:t>
            </a:r>
            <a:r>
              <a:rPr lang="en"/>
              <a:t>.</a:t>
            </a:r>
            <a:endParaRPr/>
          </a:p>
        </p:txBody>
      </p:sp>
      <p:sp>
        <p:nvSpPr>
          <p:cNvPr id="1391" name="Google Shape;1391;p18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92" name="Google Shape;1392;p188"/>
          <p:cNvSpPr txBox="1"/>
          <p:nvPr/>
        </p:nvSpPr>
        <p:spPr>
          <a:xfrm>
            <a:off x="452400" y="2771050"/>
            <a:ext cx="8239200" cy="965100"/>
          </a:xfrm>
          <a:prstGeom prst="rect">
            <a:avLst/>
          </a:prstGeom>
          <a:solidFill>
            <a:srgbClr val="EEEEEE"/>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800">
                <a:solidFill>
                  <a:srgbClr val="000000"/>
                </a:solidFill>
                <a:latin typeface="Consolas"/>
                <a:ea typeface="Consolas"/>
                <a:cs typeface="Consolas"/>
                <a:sym typeface="Consolas"/>
              </a:rPr>
              <a:t>def </a:t>
            </a:r>
            <a:r>
              <a:rPr lang="en" sz="1800">
                <a:latin typeface="Consolas"/>
                <a:ea typeface="Consolas"/>
                <a:cs typeface="Consolas"/>
                <a:sym typeface="Consolas"/>
              </a:rPr>
              <a:t>group_anagrams</a:t>
            </a:r>
            <a:r>
              <a:rPr lang="en" sz="1800">
                <a:solidFill>
                  <a:srgbClr val="000000"/>
                </a:solidFill>
                <a:latin typeface="Consolas"/>
                <a:ea typeface="Consolas"/>
                <a:cs typeface="Consolas"/>
                <a:sym typeface="Consolas"/>
              </a:rPr>
              <a:t>(</a:t>
            </a:r>
            <a:r>
              <a:rPr lang="en" sz="1800">
                <a:latin typeface="Consolas"/>
                <a:ea typeface="Consolas"/>
                <a:cs typeface="Consolas"/>
                <a:sym typeface="Consolas"/>
              </a:rPr>
              <a:t>words</a:t>
            </a:r>
            <a:r>
              <a:rPr lang="en" sz="1800">
                <a:solidFill>
                  <a:srgbClr val="000000"/>
                </a:solidFill>
                <a:latin typeface="Consolas"/>
                <a:ea typeface="Consolas"/>
                <a:cs typeface="Consolas"/>
                <a:sym typeface="Consolas"/>
              </a:rPr>
              <a:t>):</a:t>
            </a:r>
            <a:endParaRPr sz="18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rgbClr val="000000"/>
                </a:solidFill>
                <a:latin typeface="Consolas"/>
                <a:ea typeface="Consolas"/>
                <a:cs typeface="Consolas"/>
                <a:sym typeface="Consolas"/>
              </a:rPr>
              <a:t>    pass</a:t>
            </a:r>
            <a:endParaRPr sz="1800">
              <a:solidFill>
                <a:srgbClr val="000000"/>
              </a:solidFill>
              <a:latin typeface="Consolas"/>
              <a:ea typeface="Consolas"/>
              <a:cs typeface="Consolas"/>
              <a:sym typeface="Consolas"/>
            </a:endParaRPr>
          </a:p>
        </p:txBody>
      </p:sp>
      <p:sp>
        <p:nvSpPr>
          <p:cNvPr id="1393" name="Google Shape;1393;p188"/>
          <p:cNvSpPr txBox="1"/>
          <p:nvPr/>
        </p:nvSpPr>
        <p:spPr>
          <a:xfrm>
            <a:off x="452400" y="3867525"/>
            <a:ext cx="8239200" cy="9087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000000"/>
                </a:solidFill>
                <a:latin typeface="Poppins"/>
                <a:ea typeface="Poppins"/>
                <a:cs typeface="Poppins"/>
                <a:sym typeface="Poppins"/>
              </a:rPr>
              <a:t>Input:</a:t>
            </a:r>
            <a:r>
              <a:rPr lang="en" sz="1800">
                <a:solidFill>
                  <a:srgbClr val="000000"/>
                </a:solidFill>
                <a:latin typeface="Poppins"/>
                <a:ea typeface="Poppins"/>
                <a:cs typeface="Poppins"/>
                <a:sym typeface="Poppins"/>
              </a:rPr>
              <a:t> </a:t>
            </a:r>
            <a:r>
              <a:rPr lang="en" sz="1800">
                <a:latin typeface="Consolas"/>
                <a:ea typeface="Consolas"/>
                <a:cs typeface="Consolas"/>
                <a:sym typeface="Consolas"/>
              </a:rPr>
              <a:t>words = ["eat", "tea", "tan", "ate", "nat", "bat"]</a:t>
            </a:r>
            <a:endParaRPr sz="1800">
              <a:solidFill>
                <a:srgbClr val="000000"/>
              </a:solidFill>
              <a:latin typeface="Consolas"/>
              <a:ea typeface="Consolas"/>
              <a:cs typeface="Consolas"/>
              <a:sym typeface="Consolas"/>
            </a:endParaRPr>
          </a:p>
          <a:p>
            <a:pPr indent="0" lvl="0" marL="0" rtl="0" algn="l">
              <a:lnSpc>
                <a:spcPct val="115000"/>
              </a:lnSpc>
              <a:spcBef>
                <a:spcPts val="1000"/>
              </a:spcBef>
              <a:spcAft>
                <a:spcPts val="1000"/>
              </a:spcAft>
              <a:buNone/>
            </a:pPr>
            <a:r>
              <a:rPr b="1" lang="en" sz="1800">
                <a:solidFill>
                  <a:srgbClr val="000000"/>
                </a:solidFill>
                <a:latin typeface="Poppins"/>
                <a:ea typeface="Poppins"/>
                <a:cs typeface="Poppins"/>
                <a:sym typeface="Poppins"/>
              </a:rPr>
              <a:t>Output:</a:t>
            </a:r>
            <a:r>
              <a:rPr lang="en" sz="1800">
                <a:solidFill>
                  <a:srgbClr val="000000"/>
                </a:solidFill>
                <a:latin typeface="Poppins"/>
                <a:ea typeface="Poppins"/>
                <a:cs typeface="Poppins"/>
                <a:sym typeface="Poppins"/>
              </a:rPr>
              <a:t> </a:t>
            </a:r>
            <a:r>
              <a:rPr lang="en" sz="1800">
                <a:latin typeface="Consolas"/>
                <a:ea typeface="Consolas"/>
                <a:cs typeface="Consolas"/>
                <a:sym typeface="Consolas"/>
              </a:rPr>
              <a:t>[["eat", "tea", "ate"], ["tan", "nat"], ["bat"]]</a:t>
            </a:r>
            <a:endParaRPr sz="1800">
              <a:solidFill>
                <a:srgbClr val="000000"/>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p189"/>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1399" name="Google Shape;1399;p189"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190"/>
          <p:cNvSpPr txBox="1"/>
          <p:nvPr>
            <p:ph type="title"/>
          </p:nvPr>
        </p:nvSpPr>
        <p:spPr>
          <a:xfrm>
            <a:off x="884825" y="2317200"/>
            <a:ext cx="4086900" cy="509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AI Checkpoint #1</a:t>
            </a:r>
            <a:endParaRPr/>
          </a:p>
        </p:txBody>
      </p:sp>
      <p:sp>
        <p:nvSpPr>
          <p:cNvPr id="1405" name="Google Shape;1405;p190"/>
          <p:cNvSpPr txBox="1"/>
          <p:nvPr>
            <p:ph idx="1" type="subTitle"/>
          </p:nvPr>
        </p:nvSpPr>
        <p:spPr>
          <a:xfrm>
            <a:off x="785650" y="1770100"/>
            <a:ext cx="4127100" cy="388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10 minutes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sp>
        <p:nvSpPr>
          <p:cNvPr id="1410" name="Google Shape;1410;p191"/>
          <p:cNvSpPr txBox="1"/>
          <p:nvPr>
            <p:ph idx="2" type="body"/>
          </p:nvPr>
        </p:nvSpPr>
        <p:spPr>
          <a:xfrm>
            <a:off x="452413" y="1294613"/>
            <a:ext cx="8239200" cy="5541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2400"/>
              <a:t>What </a:t>
            </a:r>
            <a:r>
              <a:rPr b="1" lang="en" sz="2400"/>
              <a:t>roles </a:t>
            </a:r>
            <a:r>
              <a:rPr lang="en" sz="2400"/>
              <a:t>can AI play in your learning?</a:t>
            </a:r>
            <a:endParaRPr sz="2400"/>
          </a:p>
        </p:txBody>
      </p:sp>
      <p:sp>
        <p:nvSpPr>
          <p:cNvPr id="1411" name="Google Shape;1411;p191"/>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p>
            <a:pPr indent="0" lvl="0" marL="0" rtl="0" algn="r">
              <a:spcBef>
                <a:spcPts val="0"/>
              </a:spcBef>
              <a:spcAft>
                <a:spcPts val="0"/>
              </a:spcAft>
              <a:buNone/>
            </a:pPr>
            <a:fld id="{00000000-1234-1234-1234-123412341234}" type="slidenum">
              <a:rPr lang="en"/>
              <a:t>‹#›</a:t>
            </a:fld>
            <a:endParaRPr/>
          </a:p>
        </p:txBody>
      </p:sp>
      <p:sp>
        <p:nvSpPr>
          <p:cNvPr id="1412" name="Google Shape;1412;p191"/>
          <p:cNvSpPr txBox="1"/>
          <p:nvPr>
            <p:ph idx="1" type="subTitle"/>
          </p:nvPr>
        </p:nvSpPr>
        <p:spPr>
          <a:xfrm>
            <a:off x="7103500" y="551600"/>
            <a:ext cx="1617300" cy="4317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a:t>2-3 minutes</a:t>
            </a:r>
            <a:endParaRPr/>
          </a:p>
        </p:txBody>
      </p:sp>
      <p:pic>
        <p:nvPicPr>
          <p:cNvPr id="1413" name="Google Shape;1413;p191" title="high-five.png"/>
          <p:cNvPicPr preferRelativeResize="0"/>
          <p:nvPr/>
        </p:nvPicPr>
        <p:blipFill>
          <a:blip r:embed="rId3">
            <a:alphaModFix/>
          </a:blip>
          <a:stretch>
            <a:fillRect/>
          </a:stretch>
        </p:blipFill>
        <p:spPr>
          <a:xfrm>
            <a:off x="2450882" y="2160048"/>
            <a:ext cx="834418" cy="834403"/>
          </a:xfrm>
          <a:prstGeom prst="rect">
            <a:avLst/>
          </a:prstGeom>
          <a:noFill/>
          <a:ln>
            <a:noFill/>
          </a:ln>
        </p:spPr>
      </p:pic>
      <p:pic>
        <p:nvPicPr>
          <p:cNvPr id="1414" name="Google Shape;1414;p191" title="research.png"/>
          <p:cNvPicPr preferRelativeResize="0"/>
          <p:nvPr/>
        </p:nvPicPr>
        <p:blipFill>
          <a:blip r:embed="rId4">
            <a:alphaModFix/>
          </a:blip>
          <a:stretch>
            <a:fillRect/>
          </a:stretch>
        </p:blipFill>
        <p:spPr>
          <a:xfrm>
            <a:off x="4154822" y="2542253"/>
            <a:ext cx="834418" cy="834404"/>
          </a:xfrm>
          <a:prstGeom prst="rect">
            <a:avLst/>
          </a:prstGeom>
          <a:noFill/>
          <a:ln>
            <a:noFill/>
          </a:ln>
        </p:spPr>
      </p:pic>
      <p:pic>
        <p:nvPicPr>
          <p:cNvPr id="1415" name="Google Shape;1415;p191" title="duck.png"/>
          <p:cNvPicPr preferRelativeResize="0"/>
          <p:nvPr/>
        </p:nvPicPr>
        <p:blipFill>
          <a:blip r:embed="rId5">
            <a:alphaModFix/>
          </a:blip>
          <a:stretch>
            <a:fillRect/>
          </a:stretch>
        </p:blipFill>
        <p:spPr>
          <a:xfrm>
            <a:off x="758901" y="2542999"/>
            <a:ext cx="834418" cy="834405"/>
          </a:xfrm>
          <a:prstGeom prst="rect">
            <a:avLst/>
          </a:prstGeom>
          <a:noFill/>
          <a:ln>
            <a:noFill/>
          </a:ln>
        </p:spPr>
      </p:pic>
      <p:sp>
        <p:nvSpPr>
          <p:cNvPr id="1416" name="Google Shape;1416;p191"/>
          <p:cNvSpPr txBox="1"/>
          <p:nvPr>
            <p:ph idx="2" type="body"/>
          </p:nvPr>
        </p:nvSpPr>
        <p:spPr>
          <a:xfrm>
            <a:off x="1907954" y="2986639"/>
            <a:ext cx="1920300" cy="434400"/>
          </a:xfrm>
          <a:prstGeom prst="rect">
            <a:avLst/>
          </a:prstGeom>
        </p:spPr>
        <p:txBody>
          <a:bodyPr anchorCtr="0" anchor="t" bIns="78175" lIns="78175" spcFirstLastPara="1" rIns="78175" wrap="square" tIns="78175">
            <a:spAutoFit/>
          </a:bodyPr>
          <a:lstStyle/>
          <a:p>
            <a:pPr indent="0" lvl="0" marL="0" rtl="0" algn="ctr">
              <a:spcBef>
                <a:spcPts val="0"/>
              </a:spcBef>
              <a:spcAft>
                <a:spcPts val="855"/>
              </a:spcAft>
              <a:buNone/>
            </a:pPr>
            <a:r>
              <a:rPr lang="en" sz="1796"/>
              <a:t>Virtual TA</a:t>
            </a:r>
            <a:endParaRPr b="1" sz="1796"/>
          </a:p>
        </p:txBody>
      </p:sp>
      <p:sp>
        <p:nvSpPr>
          <p:cNvPr id="1417" name="Google Shape;1417;p191"/>
          <p:cNvSpPr txBox="1"/>
          <p:nvPr>
            <p:ph idx="2" type="body"/>
          </p:nvPr>
        </p:nvSpPr>
        <p:spPr>
          <a:xfrm>
            <a:off x="3568856" y="3332388"/>
            <a:ext cx="1920300" cy="752100"/>
          </a:xfrm>
          <a:prstGeom prst="rect">
            <a:avLst/>
          </a:prstGeom>
        </p:spPr>
        <p:txBody>
          <a:bodyPr anchorCtr="0" anchor="t" bIns="78175" lIns="78175" spcFirstLastPara="1" rIns="78175" wrap="square" tIns="78175">
            <a:spAutoFit/>
          </a:bodyPr>
          <a:lstStyle/>
          <a:p>
            <a:pPr indent="0" lvl="0" marL="0" rtl="0" algn="ctr">
              <a:spcBef>
                <a:spcPts val="0"/>
              </a:spcBef>
              <a:spcAft>
                <a:spcPts val="855"/>
              </a:spcAft>
              <a:buNone/>
            </a:pPr>
            <a:r>
              <a:rPr lang="en" sz="1796"/>
              <a:t>Research </a:t>
            </a:r>
            <a:br>
              <a:rPr lang="en" sz="1796"/>
            </a:br>
            <a:r>
              <a:rPr lang="en" sz="1796"/>
              <a:t>Assistant</a:t>
            </a:r>
            <a:endParaRPr b="1" sz="1796"/>
          </a:p>
        </p:txBody>
      </p:sp>
      <p:sp>
        <p:nvSpPr>
          <p:cNvPr id="1418" name="Google Shape;1418;p191"/>
          <p:cNvSpPr txBox="1"/>
          <p:nvPr>
            <p:ph idx="2" type="body"/>
          </p:nvPr>
        </p:nvSpPr>
        <p:spPr>
          <a:xfrm>
            <a:off x="215989" y="3332380"/>
            <a:ext cx="1920300" cy="752100"/>
          </a:xfrm>
          <a:prstGeom prst="rect">
            <a:avLst/>
          </a:prstGeom>
        </p:spPr>
        <p:txBody>
          <a:bodyPr anchorCtr="0" anchor="t" bIns="78175" lIns="78175" spcFirstLastPara="1" rIns="78175" wrap="square" tIns="78175">
            <a:spAutoFit/>
          </a:bodyPr>
          <a:lstStyle/>
          <a:p>
            <a:pPr indent="0" lvl="0" marL="0" rtl="0" algn="ctr">
              <a:spcBef>
                <a:spcPts val="0"/>
              </a:spcBef>
              <a:spcAft>
                <a:spcPts val="855"/>
              </a:spcAft>
              <a:buNone/>
            </a:pPr>
            <a:r>
              <a:rPr lang="en" sz="1796"/>
              <a:t>Debugging </a:t>
            </a:r>
            <a:br>
              <a:rPr lang="en" sz="1796"/>
            </a:br>
            <a:r>
              <a:rPr lang="en" sz="1796"/>
              <a:t>Partner</a:t>
            </a:r>
            <a:endParaRPr sz="1796"/>
          </a:p>
        </p:txBody>
      </p:sp>
      <p:pic>
        <p:nvPicPr>
          <p:cNvPr id="1419" name="Google Shape;1419;p191" title="request.png"/>
          <p:cNvPicPr preferRelativeResize="0"/>
          <p:nvPr/>
        </p:nvPicPr>
        <p:blipFill>
          <a:blip r:embed="rId6">
            <a:alphaModFix/>
          </a:blip>
          <a:stretch>
            <a:fillRect/>
          </a:stretch>
        </p:blipFill>
        <p:spPr>
          <a:xfrm>
            <a:off x="7502928" y="2525589"/>
            <a:ext cx="929919" cy="929907"/>
          </a:xfrm>
          <a:prstGeom prst="rect">
            <a:avLst/>
          </a:prstGeom>
          <a:noFill/>
          <a:ln>
            <a:noFill/>
          </a:ln>
        </p:spPr>
      </p:pic>
      <p:sp>
        <p:nvSpPr>
          <p:cNvPr id="1420" name="Google Shape;1420;p191"/>
          <p:cNvSpPr txBox="1"/>
          <p:nvPr>
            <p:ph idx="2" type="body"/>
          </p:nvPr>
        </p:nvSpPr>
        <p:spPr>
          <a:xfrm>
            <a:off x="7007750" y="3447700"/>
            <a:ext cx="1920300" cy="434400"/>
          </a:xfrm>
          <a:prstGeom prst="rect">
            <a:avLst/>
          </a:prstGeom>
        </p:spPr>
        <p:txBody>
          <a:bodyPr anchorCtr="0" anchor="t" bIns="78175" lIns="78175" spcFirstLastPara="1" rIns="78175" wrap="square" tIns="78175">
            <a:spAutoFit/>
          </a:bodyPr>
          <a:lstStyle/>
          <a:p>
            <a:pPr indent="0" lvl="0" marL="0" rtl="0" algn="ctr">
              <a:spcBef>
                <a:spcPts val="0"/>
              </a:spcBef>
              <a:spcAft>
                <a:spcPts val="855"/>
              </a:spcAft>
              <a:buNone/>
            </a:pPr>
            <a:r>
              <a:rPr b="1" lang="en" sz="1796"/>
              <a:t>What else?</a:t>
            </a:r>
            <a:endParaRPr b="1" sz="1796"/>
          </a:p>
        </p:txBody>
      </p:sp>
      <p:pic>
        <p:nvPicPr>
          <p:cNvPr id="1421" name="Google Shape;1421;p191"/>
          <p:cNvPicPr preferRelativeResize="0"/>
          <p:nvPr/>
        </p:nvPicPr>
        <p:blipFill>
          <a:blip r:embed="rId7">
            <a:alphaModFix/>
          </a:blip>
          <a:stretch>
            <a:fillRect/>
          </a:stretch>
        </p:blipFill>
        <p:spPr>
          <a:xfrm>
            <a:off x="5870262" y="2192437"/>
            <a:ext cx="834400" cy="834400"/>
          </a:xfrm>
          <a:prstGeom prst="rect">
            <a:avLst/>
          </a:prstGeom>
          <a:noFill/>
          <a:ln>
            <a:noFill/>
          </a:ln>
        </p:spPr>
      </p:pic>
      <p:sp>
        <p:nvSpPr>
          <p:cNvPr id="1422" name="Google Shape;1422;p191"/>
          <p:cNvSpPr txBox="1"/>
          <p:nvPr>
            <p:ph idx="2" type="body"/>
          </p:nvPr>
        </p:nvSpPr>
        <p:spPr>
          <a:xfrm>
            <a:off x="5579463" y="3036538"/>
            <a:ext cx="1338000" cy="752100"/>
          </a:xfrm>
          <a:prstGeom prst="rect">
            <a:avLst/>
          </a:prstGeom>
        </p:spPr>
        <p:txBody>
          <a:bodyPr anchorCtr="0" anchor="t" bIns="78175" lIns="78175" spcFirstLastPara="1" rIns="78175" wrap="square" tIns="78175">
            <a:spAutoFit/>
          </a:bodyPr>
          <a:lstStyle/>
          <a:p>
            <a:pPr indent="0" lvl="0" marL="0" rtl="0" algn="ctr">
              <a:spcBef>
                <a:spcPts val="0"/>
              </a:spcBef>
              <a:spcAft>
                <a:spcPts val="855"/>
              </a:spcAft>
              <a:buNone/>
            </a:pPr>
            <a:r>
              <a:rPr lang="en" sz="1796"/>
              <a:t>CodePath AI Tutor</a:t>
            </a:r>
            <a:endParaRPr b="1" sz="1796"/>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192"/>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p>
            <a:pPr indent="0" lvl="0" marL="0" rtl="0" algn="r">
              <a:spcBef>
                <a:spcPts val="0"/>
              </a:spcBef>
              <a:spcAft>
                <a:spcPts val="0"/>
              </a:spcAft>
              <a:buNone/>
            </a:pPr>
            <a:fld id="{00000000-1234-1234-1234-123412341234}" type="slidenum">
              <a:rPr lang="en"/>
              <a:t>‹#›</a:t>
            </a:fld>
            <a:endParaRPr/>
          </a:p>
        </p:txBody>
      </p:sp>
      <p:sp>
        <p:nvSpPr>
          <p:cNvPr id="1428" name="Google Shape;1428;p192"/>
          <p:cNvSpPr txBox="1"/>
          <p:nvPr>
            <p:ph idx="1" type="subTitle"/>
          </p:nvPr>
        </p:nvSpPr>
        <p:spPr>
          <a:xfrm>
            <a:off x="7103500" y="551600"/>
            <a:ext cx="1617300" cy="4317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a:t>2-3 minutes</a:t>
            </a:r>
            <a:endParaRPr/>
          </a:p>
        </p:txBody>
      </p:sp>
      <p:sp>
        <p:nvSpPr>
          <p:cNvPr id="1429" name="Google Shape;1429;p192"/>
          <p:cNvSpPr txBox="1"/>
          <p:nvPr>
            <p:ph idx="2" type="body"/>
          </p:nvPr>
        </p:nvSpPr>
        <p:spPr>
          <a:xfrm>
            <a:off x="517268" y="1869892"/>
            <a:ext cx="3741300" cy="14037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2400"/>
              <a:t>What’s the </a:t>
            </a:r>
            <a:r>
              <a:rPr b="1" lang="en" sz="2400"/>
              <a:t>easiest mistake</a:t>
            </a:r>
            <a:r>
              <a:rPr lang="en" sz="2400"/>
              <a:t> to make when using AI?</a:t>
            </a:r>
            <a:endParaRPr sz="2400"/>
          </a:p>
        </p:txBody>
      </p:sp>
      <p:sp>
        <p:nvSpPr>
          <p:cNvPr id="1430" name="Google Shape;1430;p192"/>
          <p:cNvSpPr txBox="1"/>
          <p:nvPr>
            <p:ph idx="2" type="body"/>
          </p:nvPr>
        </p:nvSpPr>
        <p:spPr>
          <a:xfrm>
            <a:off x="4710968" y="1869893"/>
            <a:ext cx="3741300" cy="14037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2400"/>
              <a:t>What’s the </a:t>
            </a:r>
            <a:r>
              <a:rPr b="1" lang="en" sz="2400"/>
              <a:t>best tip</a:t>
            </a:r>
            <a:r>
              <a:rPr lang="en" sz="2400"/>
              <a:t> you know on how to make better use of AI?</a:t>
            </a: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4" name="Shape 1434"/>
        <p:cNvGrpSpPr/>
        <p:nvPr/>
      </p:nvGrpSpPr>
      <p:grpSpPr>
        <a:xfrm>
          <a:off x="0" y="0"/>
          <a:ext cx="0" cy="0"/>
          <a:chOff x="0" y="0"/>
          <a:chExt cx="0" cy="0"/>
        </a:xfrm>
      </p:grpSpPr>
      <p:sp>
        <p:nvSpPr>
          <p:cNvPr id="1435" name="Google Shape;1435;p193"/>
          <p:cNvSpPr txBox="1"/>
          <p:nvPr>
            <p:ph idx="1" type="subTitle"/>
          </p:nvPr>
        </p:nvSpPr>
        <p:spPr>
          <a:xfrm>
            <a:off x="1031750" y="2247950"/>
            <a:ext cx="3272400" cy="2189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Clarify unfamiliar terms</a:t>
            </a:r>
            <a:endParaRPr sz="1600"/>
          </a:p>
          <a:p>
            <a:pPr indent="-330200" lvl="0" marL="457200" rtl="0" algn="l">
              <a:spcBef>
                <a:spcPts val="1000"/>
              </a:spcBef>
              <a:spcAft>
                <a:spcPts val="0"/>
              </a:spcAft>
              <a:buSzPts val="1600"/>
              <a:buChar char="+"/>
            </a:pPr>
            <a:r>
              <a:rPr lang="en" sz="1600"/>
              <a:t>Explain code concepts</a:t>
            </a:r>
            <a:endParaRPr sz="1600"/>
          </a:p>
          <a:p>
            <a:pPr indent="-330200" lvl="0" marL="457200" rtl="0" algn="l">
              <a:spcBef>
                <a:spcPts val="1000"/>
              </a:spcBef>
              <a:spcAft>
                <a:spcPts val="0"/>
              </a:spcAft>
              <a:buSzPts val="1600"/>
              <a:buChar char="+"/>
            </a:pPr>
            <a:r>
              <a:rPr lang="en" sz="1600"/>
              <a:t>Check your code for errors</a:t>
            </a:r>
            <a:endParaRPr sz="1600"/>
          </a:p>
          <a:p>
            <a:pPr indent="-330200" lvl="0" marL="457200" rtl="0" algn="l">
              <a:spcBef>
                <a:spcPts val="1000"/>
              </a:spcBef>
              <a:spcAft>
                <a:spcPts val="1000"/>
              </a:spcAft>
              <a:buSzPts val="1600"/>
              <a:buChar char="+"/>
            </a:pPr>
            <a:r>
              <a:rPr lang="en" sz="1600"/>
              <a:t>Brainstorm ideas for your code</a:t>
            </a:r>
            <a:endParaRPr sz="1600"/>
          </a:p>
        </p:txBody>
      </p:sp>
      <p:sp>
        <p:nvSpPr>
          <p:cNvPr id="1436" name="Google Shape;1436;p19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7" name="Google Shape;1437;p193"/>
          <p:cNvSpPr txBox="1"/>
          <p:nvPr>
            <p:ph idx="4294967295" type="body"/>
          </p:nvPr>
        </p:nvSpPr>
        <p:spPr>
          <a:xfrm>
            <a:off x="408527" y="302675"/>
            <a:ext cx="4677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b="1" lang="en" sz="2400">
                <a:solidFill>
                  <a:schemeClr val="dk1"/>
                </a:solidFill>
              </a:rPr>
              <a:t>How to Use AI in this Course</a:t>
            </a:r>
            <a:endParaRPr b="1" sz="2400">
              <a:solidFill>
                <a:schemeClr val="dk1"/>
              </a:solidFill>
            </a:endParaRPr>
          </a:p>
        </p:txBody>
      </p:sp>
      <p:sp>
        <p:nvSpPr>
          <p:cNvPr id="1438" name="Google Shape;1438;p193"/>
          <p:cNvSpPr txBox="1"/>
          <p:nvPr>
            <p:ph idx="4294967295" type="body"/>
          </p:nvPr>
        </p:nvSpPr>
        <p:spPr>
          <a:xfrm>
            <a:off x="1515825" y="1531325"/>
            <a:ext cx="2300700" cy="461700"/>
          </a:xfrm>
          <a:prstGeom prst="rect">
            <a:avLst/>
          </a:prstGeom>
        </p:spPr>
        <p:txBody>
          <a:bodyPr anchorCtr="0" anchor="t" bIns="91425" lIns="91425" spcFirstLastPara="1" rIns="91425" wrap="square" tIns="91425">
            <a:spAutoFit/>
          </a:bodyPr>
          <a:lstStyle/>
          <a:p>
            <a:pPr indent="0" lvl="0" marL="0" rtl="0" algn="ctr">
              <a:spcBef>
                <a:spcPts val="0"/>
              </a:spcBef>
              <a:spcAft>
                <a:spcPts val="1600"/>
              </a:spcAft>
              <a:buNone/>
            </a:pPr>
            <a:r>
              <a:rPr b="1" lang="en">
                <a:solidFill>
                  <a:schemeClr val="dk1"/>
                </a:solidFill>
              </a:rPr>
              <a:t>Green Flags</a:t>
            </a:r>
            <a:endParaRPr b="1">
              <a:solidFill>
                <a:schemeClr val="dk1"/>
              </a:solidFill>
            </a:endParaRPr>
          </a:p>
        </p:txBody>
      </p:sp>
      <p:sp>
        <p:nvSpPr>
          <p:cNvPr id="1439" name="Google Shape;1439;p193"/>
          <p:cNvSpPr/>
          <p:nvPr/>
        </p:nvSpPr>
        <p:spPr>
          <a:xfrm>
            <a:off x="814300" y="1229950"/>
            <a:ext cx="912000" cy="894900"/>
          </a:xfrm>
          <a:prstGeom prst="ellipse">
            <a:avLst/>
          </a:prstGeom>
          <a:solidFill>
            <a:schemeClr val="lt1"/>
          </a:solidFill>
          <a:ln cap="flat" cmpd="sng" w="38100">
            <a:solidFill>
              <a:srgbClr val="D7FF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pic>
        <p:nvPicPr>
          <p:cNvPr id="1440" name="Google Shape;1440;p193" title="flag.png"/>
          <p:cNvPicPr preferRelativeResize="0"/>
          <p:nvPr/>
        </p:nvPicPr>
        <p:blipFill>
          <a:blip r:embed="rId3">
            <a:alphaModFix/>
          </a:blip>
          <a:stretch>
            <a:fillRect/>
          </a:stretch>
        </p:blipFill>
        <p:spPr>
          <a:xfrm>
            <a:off x="1031750" y="1372225"/>
            <a:ext cx="620800" cy="620800"/>
          </a:xfrm>
          <a:prstGeom prst="rect">
            <a:avLst/>
          </a:prstGeom>
          <a:noFill/>
          <a:ln>
            <a:noFill/>
          </a:ln>
        </p:spPr>
      </p:pic>
      <p:sp>
        <p:nvSpPr>
          <p:cNvPr id="1441" name="Google Shape;1441;p193"/>
          <p:cNvSpPr txBox="1"/>
          <p:nvPr>
            <p:ph idx="4294967295" type="body"/>
          </p:nvPr>
        </p:nvSpPr>
        <p:spPr>
          <a:xfrm>
            <a:off x="5324475" y="1531325"/>
            <a:ext cx="2300700" cy="461700"/>
          </a:xfrm>
          <a:prstGeom prst="rect">
            <a:avLst/>
          </a:prstGeom>
        </p:spPr>
        <p:txBody>
          <a:bodyPr anchorCtr="0" anchor="t" bIns="91425" lIns="91425" spcFirstLastPara="1" rIns="91425" wrap="square" tIns="91425">
            <a:spAutoFit/>
          </a:bodyPr>
          <a:lstStyle/>
          <a:p>
            <a:pPr indent="0" lvl="0" marL="0" rtl="0" algn="ctr">
              <a:spcBef>
                <a:spcPts val="0"/>
              </a:spcBef>
              <a:spcAft>
                <a:spcPts val="1600"/>
              </a:spcAft>
              <a:buNone/>
            </a:pPr>
            <a:r>
              <a:rPr b="1" lang="en">
                <a:solidFill>
                  <a:schemeClr val="dk1"/>
                </a:solidFill>
              </a:rPr>
              <a:t>Red Flags</a:t>
            </a:r>
            <a:endParaRPr b="1">
              <a:solidFill>
                <a:schemeClr val="dk1"/>
              </a:solidFill>
            </a:endParaRPr>
          </a:p>
        </p:txBody>
      </p:sp>
      <p:sp>
        <p:nvSpPr>
          <p:cNvPr id="1442" name="Google Shape;1442;p193"/>
          <p:cNvSpPr/>
          <p:nvPr/>
        </p:nvSpPr>
        <p:spPr>
          <a:xfrm>
            <a:off x="4659900" y="1229950"/>
            <a:ext cx="912000" cy="894900"/>
          </a:xfrm>
          <a:prstGeom prst="ellipse">
            <a:avLst/>
          </a:prstGeom>
          <a:solidFill>
            <a:schemeClr val="lt1"/>
          </a:solidFill>
          <a:ln cap="flat" cmpd="sng" w="38100">
            <a:solidFill>
              <a:srgbClr val="FFEDF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pic>
        <p:nvPicPr>
          <p:cNvPr id="1443" name="Google Shape;1443;p193" title="flag (1).png"/>
          <p:cNvPicPr preferRelativeResize="0"/>
          <p:nvPr/>
        </p:nvPicPr>
        <p:blipFill>
          <a:blip r:embed="rId4">
            <a:alphaModFix/>
          </a:blip>
          <a:stretch>
            <a:fillRect/>
          </a:stretch>
        </p:blipFill>
        <p:spPr>
          <a:xfrm>
            <a:off x="4805500" y="1367000"/>
            <a:ext cx="620800" cy="620800"/>
          </a:xfrm>
          <a:prstGeom prst="rect">
            <a:avLst/>
          </a:prstGeom>
          <a:noFill/>
          <a:ln>
            <a:noFill/>
          </a:ln>
        </p:spPr>
      </p:pic>
      <p:sp>
        <p:nvSpPr>
          <p:cNvPr id="1444" name="Google Shape;1444;p193"/>
          <p:cNvSpPr txBox="1"/>
          <p:nvPr>
            <p:ph idx="4294967295" type="body"/>
          </p:nvPr>
        </p:nvSpPr>
        <p:spPr>
          <a:xfrm>
            <a:off x="1515825" y="1832450"/>
            <a:ext cx="2300700" cy="415500"/>
          </a:xfrm>
          <a:prstGeom prst="rect">
            <a:avLst/>
          </a:prstGeom>
        </p:spPr>
        <p:txBody>
          <a:bodyPr anchorCtr="0" anchor="t" bIns="91425" lIns="91425" spcFirstLastPara="1" rIns="91425" wrap="square" tIns="91425">
            <a:spAutoFit/>
          </a:bodyPr>
          <a:lstStyle/>
          <a:p>
            <a:pPr indent="0" lvl="0" marL="0" rtl="0" algn="ctr">
              <a:spcBef>
                <a:spcPts val="0"/>
              </a:spcBef>
              <a:spcAft>
                <a:spcPts val="1600"/>
              </a:spcAft>
              <a:buNone/>
            </a:pPr>
            <a:r>
              <a:rPr i="1" lang="en" sz="1500">
                <a:solidFill>
                  <a:schemeClr val="dk1"/>
                </a:solidFill>
              </a:rPr>
              <a:t>Use AI to…</a:t>
            </a:r>
            <a:endParaRPr i="1" sz="1500">
              <a:solidFill>
                <a:schemeClr val="dk1"/>
              </a:solidFill>
            </a:endParaRPr>
          </a:p>
        </p:txBody>
      </p:sp>
      <p:sp>
        <p:nvSpPr>
          <p:cNvPr id="1445" name="Google Shape;1445;p193"/>
          <p:cNvSpPr txBox="1"/>
          <p:nvPr>
            <p:ph idx="4294967295" type="body"/>
          </p:nvPr>
        </p:nvSpPr>
        <p:spPr>
          <a:xfrm>
            <a:off x="5324475" y="1832450"/>
            <a:ext cx="2300700" cy="415500"/>
          </a:xfrm>
          <a:prstGeom prst="rect">
            <a:avLst/>
          </a:prstGeom>
        </p:spPr>
        <p:txBody>
          <a:bodyPr anchorCtr="0" anchor="t" bIns="91425" lIns="91425" spcFirstLastPara="1" rIns="91425" wrap="square" tIns="91425">
            <a:spAutoFit/>
          </a:bodyPr>
          <a:lstStyle/>
          <a:p>
            <a:pPr indent="0" lvl="0" marL="0" rtl="0" algn="ctr">
              <a:spcBef>
                <a:spcPts val="0"/>
              </a:spcBef>
              <a:spcAft>
                <a:spcPts val="1600"/>
              </a:spcAft>
              <a:buNone/>
            </a:pPr>
            <a:r>
              <a:rPr i="1" lang="en" sz="1500">
                <a:solidFill>
                  <a:schemeClr val="dk1"/>
                </a:solidFill>
              </a:rPr>
              <a:t>When using AI, don’t…</a:t>
            </a:r>
            <a:endParaRPr i="1" sz="1500">
              <a:solidFill>
                <a:schemeClr val="dk1"/>
              </a:solidFill>
            </a:endParaRPr>
          </a:p>
        </p:txBody>
      </p:sp>
      <p:sp>
        <p:nvSpPr>
          <p:cNvPr id="1446" name="Google Shape;1446;p193"/>
          <p:cNvSpPr txBox="1"/>
          <p:nvPr>
            <p:ph idx="1" type="subTitle"/>
          </p:nvPr>
        </p:nvSpPr>
        <p:spPr>
          <a:xfrm>
            <a:off x="4838625" y="2247950"/>
            <a:ext cx="3272400" cy="2189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Trust it blindly</a:t>
            </a:r>
            <a:endParaRPr sz="1600"/>
          </a:p>
          <a:p>
            <a:pPr indent="-330200" lvl="0" marL="457200" rtl="0" algn="l">
              <a:spcBef>
                <a:spcPts val="1000"/>
              </a:spcBef>
              <a:spcAft>
                <a:spcPts val="0"/>
              </a:spcAft>
              <a:buSzPts val="1600"/>
              <a:buChar char="+"/>
            </a:pPr>
            <a:r>
              <a:rPr lang="en" sz="1600"/>
              <a:t>Use AI-provided code without understanding it</a:t>
            </a:r>
            <a:endParaRPr sz="1600"/>
          </a:p>
          <a:p>
            <a:pPr indent="-330200" lvl="0" marL="457200" rtl="0" algn="l">
              <a:spcBef>
                <a:spcPts val="1000"/>
              </a:spcBef>
              <a:spcAft>
                <a:spcPts val="0"/>
              </a:spcAft>
              <a:buSzPts val="1600"/>
              <a:buChar char="+"/>
            </a:pPr>
            <a:r>
              <a:rPr lang="en" sz="1600"/>
              <a:t>Ignore best practices </a:t>
            </a:r>
            <a:endParaRPr sz="1600"/>
          </a:p>
          <a:p>
            <a:pPr indent="-330200" lvl="0" marL="457200" rtl="0" algn="l">
              <a:spcBef>
                <a:spcPts val="1000"/>
              </a:spcBef>
              <a:spcAft>
                <a:spcPts val="1000"/>
              </a:spcAft>
              <a:buSzPts val="1600"/>
              <a:buChar char="+"/>
            </a:pPr>
            <a:r>
              <a:rPr lang="en" sz="1600"/>
              <a:t>Replace your own decision-making</a:t>
            </a:r>
            <a:endParaRPr sz="16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194"/>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1452" name="Google Shape;1452;p194"/>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50 minutes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19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Choosing Your Breakout Room</a:t>
            </a:r>
            <a:endParaRPr/>
          </a:p>
        </p:txBody>
      </p:sp>
      <p:sp>
        <p:nvSpPr>
          <p:cNvPr id="1458" name="Google Shape;1458;p195"/>
          <p:cNvSpPr txBox="1"/>
          <p:nvPr>
            <p:ph idx="1" type="body"/>
          </p:nvPr>
        </p:nvSpPr>
        <p:spPr>
          <a:xfrm>
            <a:off x="452400" y="1132825"/>
            <a:ext cx="55884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We’ll share the room assignments.</a:t>
            </a:r>
            <a:endParaRPr/>
          </a:p>
          <a:p>
            <a:pPr indent="-342900" lvl="0" marL="457200" rtl="0" algn="l">
              <a:spcBef>
                <a:spcPts val="1000"/>
              </a:spcBef>
              <a:spcAft>
                <a:spcPts val="1000"/>
              </a:spcAft>
              <a:buSzPts val="1800"/>
              <a:buAutoNum type="arabicPeriod"/>
            </a:pPr>
            <a:r>
              <a:rPr lang="en"/>
              <a:t>We’ll demonstrate how to find your room assignment and navigate to your room.</a:t>
            </a:r>
            <a:endParaRPr/>
          </a:p>
        </p:txBody>
      </p:sp>
      <p:sp>
        <p:nvSpPr>
          <p:cNvPr id="1459" name="Google Shape;1459;p19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460" name="Google Shape;1460;p195"/>
          <p:cNvPicPr preferRelativeResize="0"/>
          <p:nvPr/>
        </p:nvPicPr>
        <p:blipFill>
          <a:blip r:embed="rId3">
            <a:alphaModFix/>
          </a:blip>
          <a:stretch>
            <a:fillRect/>
          </a:stretch>
        </p:blipFill>
        <p:spPr>
          <a:xfrm>
            <a:off x="6356625" y="1207600"/>
            <a:ext cx="2334975" cy="23349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 name="Shape 1464"/>
        <p:cNvGrpSpPr/>
        <p:nvPr/>
      </p:nvGrpSpPr>
      <p:grpSpPr>
        <a:xfrm>
          <a:off x="0" y="0"/>
          <a:ext cx="0" cy="0"/>
          <a:chOff x="0" y="0"/>
          <a:chExt cx="0" cy="0"/>
        </a:xfrm>
      </p:grpSpPr>
      <p:sp>
        <p:nvSpPr>
          <p:cNvPr id="1465" name="Google Shape;1465;p196"/>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50 minutes</a:t>
            </a:r>
            <a:endParaRPr/>
          </a:p>
        </p:txBody>
      </p:sp>
      <p:sp>
        <p:nvSpPr>
          <p:cNvPr id="1466" name="Google Shape;1466;p19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67" name="Google Shape;1467;p196"/>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197"/>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1473" name="Google Shape;1473;p197"/>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7" name="Shape 1477"/>
        <p:cNvGrpSpPr/>
        <p:nvPr/>
      </p:nvGrpSpPr>
      <p:grpSpPr>
        <a:xfrm>
          <a:off x="0" y="0"/>
          <a:ext cx="0" cy="0"/>
          <a:chOff x="0" y="0"/>
          <a:chExt cx="0" cy="0"/>
        </a:xfrm>
      </p:grpSpPr>
      <p:sp>
        <p:nvSpPr>
          <p:cNvPr id="1478" name="Google Shape;1478;p19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19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84" name="Google Shape;1484;p199"/>
          <p:cNvSpPr txBox="1"/>
          <p:nvPr/>
        </p:nvSpPr>
        <p:spPr>
          <a:xfrm>
            <a:off x="1048400" y="1031050"/>
            <a:ext cx="4693200" cy="1662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800">
                <a:solidFill>
                  <a:schemeClr val="dk1"/>
                </a:solidFill>
                <a:latin typeface="Poppins"/>
                <a:ea typeface="Poppins"/>
                <a:cs typeface="Poppins"/>
                <a:sym typeface="Poppins"/>
              </a:rPr>
              <a:t>Session Survey Time!</a:t>
            </a:r>
            <a:endParaRPr b="1" sz="4800">
              <a:solidFill>
                <a:schemeClr val="dk1"/>
              </a:solidFill>
              <a:latin typeface="Poppins"/>
              <a:ea typeface="Poppins"/>
              <a:cs typeface="Poppins"/>
              <a:sym typeface="Poppins"/>
            </a:endParaRPr>
          </a:p>
        </p:txBody>
      </p:sp>
      <p:pic>
        <p:nvPicPr>
          <p:cNvPr id="1485" name="Google Shape;1485;p199"/>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3 Minute Timer Relaxing Music Lofi Sky Background&#10;&#10;&#10;&#10;&#10;&#10;&#10;&#10;&#10;Tags&#10;1 minute&#10;1 minute countdown&#10;1 minute lo-fi hiphop timer&#10;1 minute timer&#10;countdown&#10;lo-fi music&#10;lofi study song&#10;study music&#10;study timer&#10;time&#10;timer&#10;working music&#10;1 minute timer with music&#10;1 minute clock&#10;lofi hiphop&#10;relaxing timers&#10;relaxing music&#10;relaxing lofi timer&#10;nature timer&#10;meditation&#10;meditation music&#10;relaxing sleep music&#10;school timer&#10;sleep timer&#10;chill timer&#10;chill music&#10;lofi timer&#10;lofi hiphop timer&#10;lofi hip hop" id="1486" name="Google Shape;1486;p199" title="3 Minute Timer Relaxing Music Lofi Sky Background">
            <a:hlinkClick r:id="rId4"/>
          </p:cNvPr>
          <p:cNvPicPr preferRelativeResize="0"/>
          <p:nvPr/>
        </p:nvPicPr>
        <p:blipFill>
          <a:blip r:embed="rId5">
            <a:alphaModFix/>
          </a:blip>
          <a:stretch>
            <a:fillRect/>
          </a:stretch>
        </p:blipFill>
        <p:spPr>
          <a:xfrm>
            <a:off x="3437925" y="3125450"/>
            <a:ext cx="2268150" cy="127584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0" name="Shape 1490"/>
        <p:cNvGrpSpPr/>
        <p:nvPr/>
      </p:nvGrpSpPr>
      <p:grpSpPr>
        <a:xfrm>
          <a:off x="0" y="0"/>
          <a:ext cx="0" cy="0"/>
          <a:chOff x="0" y="0"/>
          <a:chExt cx="0" cy="0"/>
        </a:xfrm>
      </p:grpSpPr>
      <p:sp>
        <p:nvSpPr>
          <p:cNvPr id="1491" name="Google Shape;1491;p200"/>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1492" name="Google Shape;1492;p20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93" name="Google Shape;1493;p200"/>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Take the weekly HackerRank assessment by Sunday @ midnight PST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p:txBody>
      </p:sp>
      <p:pic>
        <p:nvPicPr>
          <p:cNvPr id="1494" name="Google Shape;1494;p200"/>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