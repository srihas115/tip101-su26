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28.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794" r:id="rId5"/>
    <p:sldMasterId id="2147483795" r:id="rId6"/>
    <p:sldMasterId id="2147483796" r:id="rId7"/>
    <p:sldMasterId id="2147483797" r:id="rId8"/>
    <p:sldMasterId id="2147483798" r:id="rId9"/>
    <p:sldMasterId id="2147483799" r:id="rId10"/>
  </p:sldMasterIdLst>
  <p:notesMasterIdLst>
    <p:notesMasterId r:id="rId11"/>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3" r:id="rId39"/>
    <p:sldId id="284" r:id="rId40"/>
    <p:sldId id="285" r:id="rId41"/>
  </p:sldIdLst>
  <p:sldSz cy="5143500" cx="9144000"/>
  <p:notesSz cx="6858000" cy="9144000"/>
  <p:embeddedFontLst>
    <p:embeddedFont>
      <p:font typeface="Space Mono"/>
      <p:regular r:id="rId42"/>
      <p:bold r:id="rId43"/>
      <p:italic r:id="rId44"/>
      <p:boldItalic r:id="rId45"/>
    </p:embeddedFont>
    <p:embeddedFont>
      <p:font typeface="Proxima Nova"/>
      <p:regular r:id="rId46"/>
      <p:bold r:id="rId47"/>
      <p:italic r:id="rId48"/>
      <p:boldItalic r:id="rId49"/>
    </p:embeddedFont>
    <p:embeddedFont>
      <p:font typeface="Poppins"/>
      <p:regular r:id="rId50"/>
      <p:bold r:id="rId51"/>
      <p:italic r:id="rId52"/>
      <p:boldItalic r:id="rId53"/>
    </p:embeddedFont>
    <p:embeddedFont>
      <p:font typeface="Poppins Light"/>
      <p:regular r:id="rId54"/>
      <p:bold r:id="rId55"/>
      <p:italic r:id="rId56"/>
      <p:boldItalic r:id="rId57"/>
    </p:embeddedFont>
    <p:embeddedFont>
      <p:font typeface="Poppins Medium"/>
      <p:regular r:id="rId58"/>
      <p:bold r:id="rId59"/>
      <p:italic r:id="rId60"/>
      <p:boldItalic r:id="rId61"/>
    </p:embeddedFont>
    <p:embeddedFont>
      <p:font typeface="Helvetica Neue"/>
      <p:regular r:id="rId62"/>
      <p:bold r:id="rId63"/>
      <p:italic r:id="rId64"/>
      <p:boldItalic r:id="rId65"/>
    </p:embeddedFont>
    <p:embeddedFont>
      <p:font typeface="Roboto Mono"/>
      <p:regular r:id="rId66"/>
      <p:bold r:id="rId67"/>
      <p:italic r:id="rId68"/>
      <p:boldItalic r:id="rId69"/>
    </p:embeddedFont>
    <p:embeddedFont>
      <p:font typeface="Helvetica Neue Light"/>
      <p:regular r:id="rId70"/>
      <p:bold r:id="rId71"/>
      <p:italic r:id="rId72"/>
      <p:boldItalic r:id="rId7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pos="576">
          <p15:clr>
            <a:srgbClr val="9AA0A6"/>
          </p15:clr>
        </p15:guide>
        <p15:guide id="4" pos="1152">
          <p15:clr>
            <a:srgbClr val="9AA0A6"/>
          </p15:clr>
        </p15:guide>
        <p15:guide id="5" pos="1728">
          <p15:clr>
            <a:srgbClr val="9AA0A6"/>
          </p15:clr>
        </p15:guide>
        <p15:guide id="6" pos="2304">
          <p15:clr>
            <a:srgbClr val="9AA0A6"/>
          </p15:clr>
        </p15:guide>
        <p15:guide id="7" pos="3456">
          <p15:clr>
            <a:srgbClr val="9AA0A6"/>
          </p15:clr>
        </p15:guide>
        <p15:guide id="8" pos="4032">
          <p15:clr>
            <a:srgbClr val="9AA0A6"/>
          </p15:clr>
        </p15:guide>
        <p15:guide id="9" pos="4608">
          <p15:clr>
            <a:srgbClr val="9AA0A6"/>
          </p15:clr>
        </p15:guide>
        <p15:guide id="10" pos="5184">
          <p15:clr>
            <a:srgbClr val="9AA0A6"/>
          </p15:clr>
        </p15:guide>
        <p15:guide id="11" orient="horz" pos="468">
          <p15:clr>
            <a:srgbClr val="9AA0A6"/>
          </p15:clr>
        </p15:guide>
        <p15:guide id="12" orient="horz" pos="1044">
          <p15:clr>
            <a:srgbClr val="9AA0A6"/>
          </p15:clr>
        </p15:guide>
        <p15:guide id="13" orient="horz" pos="2772">
          <p15:clr>
            <a:srgbClr val="9AA0A6"/>
          </p15:clr>
        </p15:guide>
        <p15:guide id="14" orient="horz" pos="2196">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FACD05B-F715-4B4C-9537-6BAFA0544D2F}">
  <a:tblStyle styleId="{3FACD05B-F715-4B4C-9537-6BAFA0544D2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576"/>
        <p:guide pos="1152"/>
        <p:guide pos="1728"/>
        <p:guide pos="2304"/>
        <p:guide pos="3456"/>
        <p:guide pos="4032"/>
        <p:guide pos="4608"/>
        <p:guide pos="5184"/>
        <p:guide pos="468" orient="horz"/>
        <p:guide pos="1044" orient="horz"/>
        <p:guide pos="2772" orient="horz"/>
        <p:guide pos="2196"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29.xml"/><Relationship Id="rId42" Type="http://schemas.openxmlformats.org/officeDocument/2006/relationships/font" Target="fonts/SpaceMono-regular.fntdata"/><Relationship Id="rId41" Type="http://schemas.openxmlformats.org/officeDocument/2006/relationships/slide" Target="slides/slide30.xml"/><Relationship Id="rId44" Type="http://schemas.openxmlformats.org/officeDocument/2006/relationships/font" Target="fonts/SpaceMono-italic.fntdata"/><Relationship Id="rId43" Type="http://schemas.openxmlformats.org/officeDocument/2006/relationships/font" Target="fonts/SpaceMono-bold.fntdata"/><Relationship Id="rId46" Type="http://schemas.openxmlformats.org/officeDocument/2006/relationships/font" Target="fonts/ProximaNova-regular.fntdata"/><Relationship Id="rId45" Type="http://schemas.openxmlformats.org/officeDocument/2006/relationships/font" Target="fonts/SpaceMono-boldItalic.fntdata"/><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48" Type="http://schemas.openxmlformats.org/officeDocument/2006/relationships/font" Target="fonts/ProximaNova-italic.fntdata"/><Relationship Id="rId47" Type="http://schemas.openxmlformats.org/officeDocument/2006/relationships/font" Target="fonts/ProximaNova-bold.fntdata"/><Relationship Id="rId49" Type="http://schemas.openxmlformats.org/officeDocument/2006/relationships/font" Target="fonts/ProximaNova-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73" Type="http://schemas.openxmlformats.org/officeDocument/2006/relationships/font" Target="fonts/HelveticaNeueLight-boldItalic.fntdata"/><Relationship Id="rId72" Type="http://schemas.openxmlformats.org/officeDocument/2006/relationships/font" Target="fonts/HelveticaNeueLight-italic.fntdata"/><Relationship Id="rId31" Type="http://schemas.openxmlformats.org/officeDocument/2006/relationships/slide" Target="slides/slide20.xml"/><Relationship Id="rId30" Type="http://schemas.openxmlformats.org/officeDocument/2006/relationships/slide" Target="slides/slide19.xml"/><Relationship Id="rId33" Type="http://schemas.openxmlformats.org/officeDocument/2006/relationships/slide" Target="slides/slide22.xml"/><Relationship Id="rId32" Type="http://schemas.openxmlformats.org/officeDocument/2006/relationships/slide" Target="slides/slide21.xml"/><Relationship Id="rId35" Type="http://schemas.openxmlformats.org/officeDocument/2006/relationships/slide" Target="slides/slide24.xml"/><Relationship Id="rId34" Type="http://schemas.openxmlformats.org/officeDocument/2006/relationships/slide" Target="slides/slide23.xml"/><Relationship Id="rId71" Type="http://schemas.openxmlformats.org/officeDocument/2006/relationships/font" Target="fonts/HelveticaNeueLight-bold.fntdata"/><Relationship Id="rId70" Type="http://schemas.openxmlformats.org/officeDocument/2006/relationships/font" Target="fonts/HelveticaNeueLight-regular.fntdata"/><Relationship Id="rId37" Type="http://schemas.openxmlformats.org/officeDocument/2006/relationships/slide" Target="slides/slide26.xml"/><Relationship Id="rId36" Type="http://schemas.openxmlformats.org/officeDocument/2006/relationships/slide" Target="slides/slide25.xml"/><Relationship Id="rId39" Type="http://schemas.openxmlformats.org/officeDocument/2006/relationships/slide" Target="slides/slide28.xml"/><Relationship Id="rId38" Type="http://schemas.openxmlformats.org/officeDocument/2006/relationships/slide" Target="slides/slide27.xml"/><Relationship Id="rId62" Type="http://schemas.openxmlformats.org/officeDocument/2006/relationships/font" Target="fonts/HelveticaNeue-regular.fntdata"/><Relationship Id="rId61" Type="http://schemas.openxmlformats.org/officeDocument/2006/relationships/font" Target="fonts/PoppinsMedium-boldItalic.fntdata"/><Relationship Id="rId20" Type="http://schemas.openxmlformats.org/officeDocument/2006/relationships/slide" Target="slides/slide9.xml"/><Relationship Id="rId64" Type="http://schemas.openxmlformats.org/officeDocument/2006/relationships/font" Target="fonts/HelveticaNeue-italic.fntdata"/><Relationship Id="rId63" Type="http://schemas.openxmlformats.org/officeDocument/2006/relationships/font" Target="fonts/HelveticaNeue-bold.fntdata"/><Relationship Id="rId22" Type="http://schemas.openxmlformats.org/officeDocument/2006/relationships/slide" Target="slides/slide11.xml"/><Relationship Id="rId66" Type="http://schemas.openxmlformats.org/officeDocument/2006/relationships/font" Target="fonts/RobotoMono-regular.fntdata"/><Relationship Id="rId21" Type="http://schemas.openxmlformats.org/officeDocument/2006/relationships/slide" Target="slides/slide10.xml"/><Relationship Id="rId65" Type="http://schemas.openxmlformats.org/officeDocument/2006/relationships/font" Target="fonts/HelveticaNeue-boldItalic.fntdata"/><Relationship Id="rId24" Type="http://schemas.openxmlformats.org/officeDocument/2006/relationships/slide" Target="slides/slide13.xml"/><Relationship Id="rId68" Type="http://schemas.openxmlformats.org/officeDocument/2006/relationships/font" Target="fonts/RobotoMono-italic.fntdata"/><Relationship Id="rId23" Type="http://schemas.openxmlformats.org/officeDocument/2006/relationships/slide" Target="slides/slide12.xml"/><Relationship Id="rId67" Type="http://schemas.openxmlformats.org/officeDocument/2006/relationships/font" Target="fonts/RobotoMono-bold.fntdata"/><Relationship Id="rId60" Type="http://schemas.openxmlformats.org/officeDocument/2006/relationships/font" Target="fonts/PoppinsMedium-italic.fntdata"/><Relationship Id="rId26" Type="http://schemas.openxmlformats.org/officeDocument/2006/relationships/slide" Target="slides/slide15.xml"/><Relationship Id="rId25" Type="http://schemas.openxmlformats.org/officeDocument/2006/relationships/slide" Target="slides/slide14.xml"/><Relationship Id="rId69" Type="http://schemas.openxmlformats.org/officeDocument/2006/relationships/font" Target="fonts/RobotoMono-boldItalic.fntdata"/><Relationship Id="rId28" Type="http://schemas.openxmlformats.org/officeDocument/2006/relationships/slide" Target="slides/slide17.xml"/><Relationship Id="rId27" Type="http://schemas.openxmlformats.org/officeDocument/2006/relationships/slide" Target="slides/slide16.xml"/><Relationship Id="rId29" Type="http://schemas.openxmlformats.org/officeDocument/2006/relationships/slide" Target="slides/slide18.xml"/><Relationship Id="rId51" Type="http://schemas.openxmlformats.org/officeDocument/2006/relationships/font" Target="fonts/Poppins-bold.fntdata"/><Relationship Id="rId50" Type="http://schemas.openxmlformats.org/officeDocument/2006/relationships/font" Target="fonts/Poppins-regular.fntdata"/><Relationship Id="rId53" Type="http://schemas.openxmlformats.org/officeDocument/2006/relationships/font" Target="fonts/Poppins-boldItalic.fntdata"/><Relationship Id="rId52" Type="http://schemas.openxmlformats.org/officeDocument/2006/relationships/font" Target="fonts/Poppins-italic.fntdata"/><Relationship Id="rId11" Type="http://schemas.openxmlformats.org/officeDocument/2006/relationships/notesMaster" Target="notesMasters/notesMaster1.xml"/><Relationship Id="rId55" Type="http://schemas.openxmlformats.org/officeDocument/2006/relationships/font" Target="fonts/PoppinsLight-bold.fntdata"/><Relationship Id="rId10" Type="http://schemas.openxmlformats.org/officeDocument/2006/relationships/slideMaster" Target="slideMasters/slideMaster6.xml"/><Relationship Id="rId54" Type="http://schemas.openxmlformats.org/officeDocument/2006/relationships/font" Target="fonts/PoppinsLight-regular.fntdata"/><Relationship Id="rId13" Type="http://schemas.openxmlformats.org/officeDocument/2006/relationships/slide" Target="slides/slide2.xml"/><Relationship Id="rId57" Type="http://schemas.openxmlformats.org/officeDocument/2006/relationships/font" Target="fonts/PoppinsLight-boldItalic.fntdata"/><Relationship Id="rId12" Type="http://schemas.openxmlformats.org/officeDocument/2006/relationships/slide" Target="slides/slide1.xml"/><Relationship Id="rId56" Type="http://schemas.openxmlformats.org/officeDocument/2006/relationships/font" Target="fonts/PoppinsLight-italic.fntdata"/><Relationship Id="rId15" Type="http://schemas.openxmlformats.org/officeDocument/2006/relationships/slide" Target="slides/slide4.xml"/><Relationship Id="rId59" Type="http://schemas.openxmlformats.org/officeDocument/2006/relationships/font" Target="fonts/PoppinsMedium-bold.fntdata"/><Relationship Id="rId14" Type="http://schemas.openxmlformats.org/officeDocument/2006/relationships/slide" Target="slides/slide3.xml"/><Relationship Id="rId58" Type="http://schemas.openxmlformats.org/officeDocument/2006/relationships/font" Target="fonts/PoppinsMedium-regular.fntdata"/><Relationship Id="rId17" Type="http://schemas.openxmlformats.org/officeDocument/2006/relationships/slide" Target="slides/slide6.xml"/><Relationship Id="rId16" Type="http://schemas.openxmlformats.org/officeDocument/2006/relationships/slide" Target="slides/slide5.xml"/><Relationship Id="rId19" Type="http://schemas.openxmlformats.org/officeDocument/2006/relationships/slide" Target="slides/slide8.xml"/><Relationship Id="rId1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g322065ca792_0_18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8" name="Google Shape;1088;g322065ca792_0_18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Set the tone for the session and create a welcoming, inclusive environment.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Greet students warmly as they join the session.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Welcome, everyone, to today’s session! I’m so glad to see all of you here.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Use humor or positivity: "Let’s see those smiles! Or maybe coffee mugs!"</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g322065ca792_0_19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4" name="Google Shape;1094;g322065ca792_0_19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Provide an overview of the session to set clear expectations and help students follow along.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Briefly walk students through the agenda.</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Highlight any key segments or timeframes they should be aware of.</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Here’s what we’ll be covering today. First, we’ll begin with searching and traversing binary trees. Then, we’ll take a short break to recharge before diving into collaborative problem-solving in breakout rooms.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Finally, we’ll wrap up with a quick reflection and a few reminders.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If you have any questions about the agenda or what to expect, feel free to ask!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Pause after presenting the agenda: "Does anyone have questions about what’s on the agenda today?"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Ask: "Which part of today’s session are you most excited about? Let me know in the chat!"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Reassure: "If you’re unsure about anything, don’t worry! We’ll guide you every step of the way."</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322065ca792_0_19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0" name="Google Shape;1100;g322065ca792_0_19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SLIDES_API208139489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6" name="Google Shape;1106;SLIDES_API208139489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Encourage visual engagement to foster connection during the session.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Prompt students to enable their cameras and submit the entry ticket.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kick off our session by turning on our cameras!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Also, don’t forget to fill out the entry ticket to help us organize breakout rooms later.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Use humor or compliments: "Let’s see those smiles!"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Acknowledge and thank students who turn on their cameras.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g3f5cd92b95b_0_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5" name="Google Shape;1115;g3f5cd92b95b_0_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g3f5df038483_0_6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2" name="Google Shape;1122;g3f5df038483_0_6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Share feedback from the previous session and highlight areas of success and improvement.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feedback from the previous session's survey and present key takeaways.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From your feedback, it seems many of you enjoyed [highlighted aspect]. One suggestion was [area for improvement]. We’ll work on that today.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"Does anyone have additional feedback or suggestions?"</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3f5df038483_0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9" name="Google Shape;1129;g3f5df038483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g32869f49abf_0_6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7" name="Google Shape;1137;g32869f49abf_0_6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g32869f49abf_0_6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3" name="Google Shape;1143;g32869f49abf_0_6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Demonstrate how to search for a specific node in a Binary Search Tree (BST) while following the BST properties.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Walk through the step-by-step process of locating the target value (15) in the tree.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Use the BST properties to explain each decision to move left or right.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Let’s talk about how to search for a specific value in a Binary Search Tree, using the target value of 15.</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We begin at the root node, which in this case is 13. We compare 15 to 13. Since 15 is greater than 13, we move to the right subtree.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Next, we’re at node 21. We compare 15 to 21. Since 15 is less than 21, we move to the left subtree.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Now we arrive at node 15, which matches our target. We’ve found the node!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process works efficiently because we only need to explore one path through the tree, making use of the BST’s ordering properties.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"Why do you think the search process is faster in a BST compared to a regular binary tree?"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"Let’s imagine the target was 8 instead. What path would we take to find it? Share your thoughts in the chat."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Challenge: "What would happen if the tree wasn’t balanced? How would that affect the efficiency of our search?"</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g3f5cd92b95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4" name="Google Shape;1164;g3f5cd92b95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Provide a clear, step-by-step explanation of the algorithm for searching a node in a Binary Search Tree (BST).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Walk through each step of the algorithm with examples from the previous slide (if needed).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Emphasize the simplicity and efficiency of the process.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Let’s break down the algorithm for searching a node in a Binary Search Tree step by step.</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Step 1: Start at the root of the tree. This is where every search begins.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Step 2: Compare the target value with the current node’s value.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If the values are equal, congratulations! You’ve found the node.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If the target value is less than the current node’s value, move to the left child. This works because all values in the left subtree are smaller.</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If the target value is greater, move to the right child, where all values are larger.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Step 6: Repeat this process until you either find the target value or reach an empty subtree, which means the value isn’t in the tree.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step-by-step process ensures that we only traverse one path in the tree, making the search operation very efficient.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"Which step do you think is the most important in ensuring this process works efficiently?"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"Let’s revisit the tree from the last slide. Can someone explain which path we’d take to find the value 8?"</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Challenge: "What would happen if we reached a node with no children and still didn’t find our target value? What does that tell us about the target?"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Sample code to demo:</a:t>
            </a:r>
            <a:endParaRPr b="1">
              <a:solidFill>
                <a:schemeClr val="dk1"/>
              </a:solidFill>
            </a:endParaRPr>
          </a:p>
          <a:p>
            <a:pPr indent="0" lvl="0" marL="0" rtl="0" algn="l">
              <a:spcBef>
                <a:spcPts val="0"/>
              </a:spcBef>
              <a:spcAft>
                <a:spcPts val="0"/>
              </a:spcAft>
              <a:buNone/>
            </a:pPr>
            <a:r>
              <a:rPr lang="en">
                <a:solidFill>
                  <a:schemeClr val="dk1"/>
                </a:solidFill>
                <a:latin typeface="Consolas"/>
                <a:ea typeface="Consolas"/>
                <a:cs typeface="Consolas"/>
                <a:sym typeface="Consolas"/>
              </a:rPr>
              <a:t>class TreeNode:</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def __init__(self, key):</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self.left = None</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self.right = None</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self.val = key</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root = TreeNode(50)</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root.left = TreeNode(30)</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root.right = TreeNode(70)</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root.left.left = TreeNode(20)</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root.left.right = TreeNode(40)</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root.right.left = TreeNode(60)</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root.right.right = TreeNode(80)</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 - - - - - - - - - - - - - - - - - - - - - - - -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latin typeface="Consolas"/>
                <a:ea typeface="Consolas"/>
                <a:cs typeface="Consolas"/>
                <a:sym typeface="Consolas"/>
              </a:rPr>
              <a:t># root - the current node of the BST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key - the value being searched for in the tree</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def search(root, key):</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Print statement to indicate the current node being checked</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if root: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print(f"Checking node with value: {root.val}")</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else:</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print("Reached a None node")</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if the current node (root) is None, it means the tree is empty or the key is not found in the subtree</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if the value of the current node (root.val) is equal to the key, it means the key has been fond</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if either condition is true, return the current node (root), which will be None if the key is not found or</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the node containing the key if it is found</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if root is None or root.val == key:</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if root:</a:t>
            </a:r>
            <a:endParaRPr>
              <a:solidFill>
                <a:schemeClr val="dk1"/>
              </a:solidFill>
              <a:latin typeface="Consolas"/>
              <a:ea typeface="Consolas"/>
              <a:cs typeface="Consolas"/>
              <a:sym typeface="Consolas"/>
            </a:endParaRPr>
          </a:p>
          <a:p>
            <a:pPr indent="457200" lvl="0" marL="0" rtl="0" algn="l">
              <a:spcBef>
                <a:spcPts val="0"/>
              </a:spcBef>
              <a:spcAft>
                <a:spcPts val="0"/>
              </a:spcAft>
              <a:buNone/>
            </a:pPr>
            <a:r>
              <a:rPr lang="en">
                <a:solidFill>
                  <a:schemeClr val="dk1"/>
                </a:solidFill>
                <a:latin typeface="Consolas"/>
                <a:ea typeface="Consolas"/>
                <a:cs typeface="Consolas"/>
                <a:sym typeface="Consolas"/>
              </a:rPr>
              <a:t>      print(f"Found node with value: {root.val}")</a:t>
            </a:r>
            <a:endParaRPr>
              <a:solidFill>
                <a:schemeClr val="dk1"/>
              </a:solidFill>
              <a:latin typeface="Consolas"/>
              <a:ea typeface="Consolas"/>
              <a:cs typeface="Consolas"/>
              <a:sym typeface="Consolas"/>
            </a:endParaRPr>
          </a:p>
          <a:p>
            <a:pPr indent="457200" lvl="0" marL="0" rtl="0" algn="l">
              <a:spcBef>
                <a:spcPts val="0"/>
              </a:spcBef>
              <a:spcAft>
                <a:spcPts val="0"/>
              </a:spcAft>
              <a:buNone/>
            </a:pPr>
            <a:r>
              <a:rPr lang="en">
                <a:solidFill>
                  <a:schemeClr val="dk1"/>
                </a:solidFill>
                <a:latin typeface="Consolas"/>
                <a:ea typeface="Consolas"/>
                <a:cs typeface="Consolas"/>
                <a:sym typeface="Consolas"/>
              </a:rPr>
              <a:t>  else:</a:t>
            </a:r>
            <a:endParaRPr>
              <a:solidFill>
                <a:schemeClr val="dk1"/>
              </a:solidFill>
              <a:latin typeface="Consolas"/>
              <a:ea typeface="Consolas"/>
              <a:cs typeface="Consolas"/>
              <a:sym typeface="Consolas"/>
            </a:endParaRPr>
          </a:p>
          <a:p>
            <a:pPr indent="457200" lvl="0" marL="0" rtl="0" algn="l">
              <a:spcBef>
                <a:spcPts val="0"/>
              </a:spcBef>
              <a:spcAft>
                <a:spcPts val="0"/>
              </a:spcAft>
              <a:buNone/>
            </a:pPr>
            <a:r>
              <a:rPr lang="en">
                <a:solidFill>
                  <a:schemeClr val="dk1"/>
                </a:solidFill>
                <a:latin typeface="Consolas"/>
                <a:ea typeface="Consolas"/>
                <a:cs typeface="Consolas"/>
                <a:sym typeface="Consolas"/>
              </a:rPr>
              <a:t>      print(f"Value {key} not found in the tree.")</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return root</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check if the key is less than the value of the current node (root.val)</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if true, recursively call search on the left child of the current node (root.left),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since keys less than the current node’s value will be in the left subtree</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if key &lt; root.val:</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print(f"Going left from node with value: {root.val}")</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return search(root.left, key)</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if the key is not less than the current node’s value, it means the key must be greater</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recursively call search on the right child of the current node (root.right),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since keys greater than the current node’s value will be in the right subtree</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print(f"Going right from node with value: {root.val}")</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return search(root.right, key)</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Example search</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target = 40</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found_node = search(root, target)</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if found_node:</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print(f"\nTarget {target} found in the tree.")</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else:</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print(f"\nTarget {target} not found in the tree.")</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8" name="Shape 1168"/>
        <p:cNvGrpSpPr/>
        <p:nvPr/>
      </p:nvGrpSpPr>
      <p:grpSpPr>
        <a:xfrm>
          <a:off x="0" y="0"/>
          <a:ext cx="0" cy="0"/>
          <a:chOff x="0" y="0"/>
          <a:chExt cx="0" cy="0"/>
        </a:xfrm>
      </p:grpSpPr>
      <p:sp>
        <p:nvSpPr>
          <p:cNvPr id="1169" name="Google Shape;1169;g3f5cd92b95b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0" name="Google Shape;1170;g3f5cd92b95b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Provide a clear, step-by-step explanation of the algorithm for searching a node in a Binary Search Tree (BST).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Walk through each step of the algorithm with examples from the previous slide (if needed).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Emphasize the simplicity and efficiency of the process.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Let’s break down the algorithm for searching a node in a Binary Search Tree step by step.</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Step 1: Start at the root of the tree. This is where every search begins.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Step 2: Compare the target value with the current node’s value.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If the values are equal, congratulations! You’ve found the node.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If the target value is less than the current node’s value, move to the left child. This works because all values in the left subtree are smaller.</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If the target value is greater, move to the right child, where all values are larger.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Step 6: Repeat this process until you either find the target value or reach an empty subtree, which means the value isn’t in the tree.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step-by-step process ensures that we only traverse one path in the tree, making the search operation very efficient.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"Which step do you think is the most important in ensuring this process works efficiently?"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"Let’s revisit the tree from the last slide. Can someone explain which path we’d take to find the value 8?"</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Challenge: "What would happen if we reached a node with no children and still didn’t find our target value? What does that tell us about the target?"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Sample code to demo:</a:t>
            </a:r>
            <a:endParaRPr b="1">
              <a:solidFill>
                <a:schemeClr val="dk1"/>
              </a:solidFill>
            </a:endParaRPr>
          </a:p>
          <a:p>
            <a:pPr indent="0" lvl="0" marL="0" rtl="0" algn="l">
              <a:spcBef>
                <a:spcPts val="0"/>
              </a:spcBef>
              <a:spcAft>
                <a:spcPts val="0"/>
              </a:spcAft>
              <a:buNone/>
            </a:pPr>
            <a:r>
              <a:rPr lang="en">
                <a:solidFill>
                  <a:schemeClr val="dk1"/>
                </a:solidFill>
                <a:latin typeface="Consolas"/>
                <a:ea typeface="Consolas"/>
                <a:cs typeface="Consolas"/>
                <a:sym typeface="Consolas"/>
              </a:rPr>
              <a:t>class TreeNode:</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def __init__(self, key):</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self.left = None</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self.right = None</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self.val = key</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root = TreeNode(50)</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root.left = TreeNode(30)</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root.right = TreeNode(70)</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root.left.left = TreeNode(20)</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root.left.right = TreeNode(40)</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root.right.left = TreeNode(60)</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root.right.right = TreeNode(80)</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 - - - - - - - - - - - - - - - - - - - - - - - -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latin typeface="Consolas"/>
                <a:ea typeface="Consolas"/>
                <a:cs typeface="Consolas"/>
                <a:sym typeface="Consolas"/>
              </a:rPr>
              <a:t># root - the current node of the BST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key - the value being searched for in the tree</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def search(root, key):</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Print statement to indicate the current node being checked</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if root: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print(f"Checking node with value: {root.val}")</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else:</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print("Reached a None node")</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if the current node (root) is None, it means the tree is empty or the key is not found in the subtree</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if the value of the current node (root.val) is equal to the key, it means the key has been fond</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if either condition is true, return the current node (root), which will be None if the key is not found or</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the node containing the key if it is found</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if root is None or root.val == key:</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if root:</a:t>
            </a:r>
            <a:endParaRPr>
              <a:solidFill>
                <a:schemeClr val="dk1"/>
              </a:solidFill>
              <a:latin typeface="Consolas"/>
              <a:ea typeface="Consolas"/>
              <a:cs typeface="Consolas"/>
              <a:sym typeface="Consolas"/>
            </a:endParaRPr>
          </a:p>
          <a:p>
            <a:pPr indent="457200" lvl="0" marL="0" rtl="0" algn="l">
              <a:spcBef>
                <a:spcPts val="0"/>
              </a:spcBef>
              <a:spcAft>
                <a:spcPts val="0"/>
              </a:spcAft>
              <a:buNone/>
            </a:pPr>
            <a:r>
              <a:rPr lang="en">
                <a:solidFill>
                  <a:schemeClr val="dk1"/>
                </a:solidFill>
                <a:latin typeface="Consolas"/>
                <a:ea typeface="Consolas"/>
                <a:cs typeface="Consolas"/>
                <a:sym typeface="Consolas"/>
              </a:rPr>
              <a:t>      print(f"Found node with value: {root.val}")</a:t>
            </a:r>
            <a:endParaRPr>
              <a:solidFill>
                <a:schemeClr val="dk1"/>
              </a:solidFill>
              <a:latin typeface="Consolas"/>
              <a:ea typeface="Consolas"/>
              <a:cs typeface="Consolas"/>
              <a:sym typeface="Consolas"/>
            </a:endParaRPr>
          </a:p>
          <a:p>
            <a:pPr indent="457200" lvl="0" marL="0" rtl="0" algn="l">
              <a:spcBef>
                <a:spcPts val="0"/>
              </a:spcBef>
              <a:spcAft>
                <a:spcPts val="0"/>
              </a:spcAft>
              <a:buNone/>
            </a:pPr>
            <a:r>
              <a:rPr lang="en">
                <a:solidFill>
                  <a:schemeClr val="dk1"/>
                </a:solidFill>
                <a:latin typeface="Consolas"/>
                <a:ea typeface="Consolas"/>
                <a:cs typeface="Consolas"/>
                <a:sym typeface="Consolas"/>
              </a:rPr>
              <a:t>  else:</a:t>
            </a:r>
            <a:endParaRPr>
              <a:solidFill>
                <a:schemeClr val="dk1"/>
              </a:solidFill>
              <a:latin typeface="Consolas"/>
              <a:ea typeface="Consolas"/>
              <a:cs typeface="Consolas"/>
              <a:sym typeface="Consolas"/>
            </a:endParaRPr>
          </a:p>
          <a:p>
            <a:pPr indent="457200" lvl="0" marL="0" rtl="0" algn="l">
              <a:spcBef>
                <a:spcPts val="0"/>
              </a:spcBef>
              <a:spcAft>
                <a:spcPts val="0"/>
              </a:spcAft>
              <a:buNone/>
            </a:pPr>
            <a:r>
              <a:rPr lang="en">
                <a:solidFill>
                  <a:schemeClr val="dk1"/>
                </a:solidFill>
                <a:latin typeface="Consolas"/>
                <a:ea typeface="Consolas"/>
                <a:cs typeface="Consolas"/>
                <a:sym typeface="Consolas"/>
              </a:rPr>
              <a:t>      print(f"Value {key} not found in the tree.")</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return root</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check if the key is less than the value of the current node (root.val)</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if true, recursively call search on the left child of the current node (root.left),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since keys less than the current node’s value will be in the left subtree</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if key &lt; root.val:</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print(f"Going left from node with value: {root.val}")</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return search(root.left, key)</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if the key is not less than the current node’s value, it means the key must be greater</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recursively call search on the right child of the current node (root.right),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since keys greater than the current node’s value will be in the right subtree</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print(f"Going right from node with value: {root.val}")</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return search(root.right, key)</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Example search</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target = 40</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found_node = search(root, target)</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if found_node:</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print(f"\nTarget {target} found in the tree.")</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else:</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print(f"\nTarget {target} not found in the tree.")</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g32869f49abf_0_6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6" name="Google Shape;1176;g32869f49abf_0_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Assess and reinforce students’ understanding of why Binary Search Trees (BSTs) are efficient for searching.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Read the question aloud and highlight the key idea: understanding how the structure of a BST optimizes the search process.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Facilitate student participation by encouraging them to answer.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Now let’s check your understanding. The question is: How does the structure of a BST make searching efficient?0</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Take a moment to look at the options. Which do you think best explains why searching in a BST is faster than in other types of binary trees?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Submit your answer—A, B, C, or D—and we’ll discuss why the correct option works.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Address Responses:</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If students choose </a:t>
            </a:r>
            <a:r>
              <a:rPr b="1" lang="en">
                <a:solidFill>
                  <a:schemeClr val="dk1"/>
                </a:solidFill>
              </a:rPr>
              <a:t>A</a:t>
            </a:r>
            <a:r>
              <a:rPr lang="en">
                <a:solidFill>
                  <a:schemeClr val="dk1"/>
                </a:solidFill>
              </a:rPr>
              <a:t>: "Interesting, but remember that we don’t only search the left subtree; the path depends on the value being searched."</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If students choose </a:t>
            </a:r>
            <a:r>
              <a:rPr b="1" lang="en">
                <a:solidFill>
                  <a:schemeClr val="dk1"/>
                </a:solidFill>
              </a:rPr>
              <a:t>B</a:t>
            </a:r>
            <a:r>
              <a:rPr lang="en">
                <a:solidFill>
                  <a:schemeClr val="dk1"/>
                </a:solidFill>
              </a:rPr>
              <a:t>: "Balance can help, but this option talks about how nodes are added, not why searching is efficient."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If students choose </a:t>
            </a:r>
            <a:r>
              <a:rPr b="1" lang="en">
                <a:solidFill>
                  <a:schemeClr val="dk1"/>
                </a:solidFill>
              </a:rPr>
              <a:t>D</a:t>
            </a:r>
            <a:r>
              <a:rPr lang="en">
                <a:solidFill>
                  <a:schemeClr val="dk1"/>
                </a:solidFill>
              </a:rPr>
              <a:t>: "Good thought! However, nodes aren’t necessarily at the same depth in a BST."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Reinforce Correct Answer (C):</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"The correct answer is </a:t>
            </a:r>
            <a:r>
              <a:rPr b="1" lang="en">
                <a:solidFill>
                  <a:schemeClr val="dk1"/>
                </a:solidFill>
              </a:rPr>
              <a:t>C</a:t>
            </a:r>
            <a:r>
              <a:rPr lang="en">
                <a:solidFill>
                  <a:schemeClr val="dk1"/>
                </a:solidFill>
              </a:rPr>
              <a:t>. The structure of a BST allows us to decide whether to move left or right based on the value, significantly reducing the number of nodes to check. This is what makes the search process so efficient."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Follow-Up Question:</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"How does this approach compare to searching through an unsorted array or a linked list? Which do you think would take more time?"</a:t>
            </a:r>
            <a:endParaRPr>
              <a:solidFill>
                <a:schemeClr val="dk1"/>
              </a:solidFill>
            </a:endParaRPr>
          </a:p>
          <a:p>
            <a:pPr indent="0" lvl="0" marL="0" rtl="0" algn="l">
              <a:spcBef>
                <a:spcPts val="1200"/>
              </a:spcBef>
              <a:spcAft>
                <a:spcPts val="0"/>
              </a:spcAft>
              <a:buNone/>
            </a:pPr>
            <a:r>
              <a:t/>
            </a:r>
            <a:endParaRPr b="1">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0" name="Shape 1180"/>
        <p:cNvGrpSpPr/>
        <p:nvPr/>
      </p:nvGrpSpPr>
      <p:grpSpPr>
        <a:xfrm>
          <a:off x="0" y="0"/>
          <a:ext cx="0" cy="0"/>
          <a:chOff x="0" y="0"/>
          <a:chExt cx="0" cy="0"/>
        </a:xfrm>
      </p:grpSpPr>
      <p:sp>
        <p:nvSpPr>
          <p:cNvPr id="1181" name="Google Shape;1181;g3f5df03848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2" name="Google Shape;1182;g3f5df03848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Reinforce key tasks and deadlines.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next steps and encourage continued engagement.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Don’t forget to complete the problem sets and take the HackerRank assessment by Sunday!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students to ask any lingering questions before signing off.</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8" name="Shape 1188"/>
        <p:cNvGrpSpPr/>
        <p:nvPr/>
      </p:nvGrpSpPr>
      <p:grpSpPr>
        <a:xfrm>
          <a:off x="0" y="0"/>
          <a:ext cx="0" cy="0"/>
          <a:chOff x="0" y="0"/>
          <a:chExt cx="0" cy="0"/>
        </a:xfrm>
      </p:grpSpPr>
      <p:sp>
        <p:nvSpPr>
          <p:cNvPr id="1189" name="Google Shape;1189;g3f5df03848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0" name="Google Shape;1190;g3f5df03848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Reinforce key tasks and deadlines.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next steps and encourage continued engagement.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Don’t forget to complete the problem sets and take the HackerRank assessment by Sunday!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students to ask any lingering questions before signing off.</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6" name="Shape 1196"/>
        <p:cNvGrpSpPr/>
        <p:nvPr/>
      </p:nvGrpSpPr>
      <p:grpSpPr>
        <a:xfrm>
          <a:off x="0" y="0"/>
          <a:ext cx="0" cy="0"/>
          <a:chOff x="0" y="0"/>
          <a:chExt cx="0" cy="0"/>
        </a:xfrm>
      </p:grpSpPr>
      <p:sp>
        <p:nvSpPr>
          <p:cNvPr id="1197" name="Google Shape;1197;g32869f49abf_0_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8" name="Google Shape;1198;g32869f49abf_0_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Explain and compare different tree traversal methods—Inorder, Preorder, Postorder, and Level-order.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Introduce each traversal method step-by-step using the diagram for reference.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Highlight the unique order in which nodes are visited in each method.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Connect the traversal orders to potential use cases.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Let’s discuss the different ways we can traverse a binary tree. Traversal means systematically visiting every node in the tree.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Here, we have four common types of traversal: Inorder, Preorder, Postorder, and Level-order.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 </a:t>
            </a:r>
            <a:r>
              <a:rPr b="1" lang="en">
                <a:solidFill>
                  <a:schemeClr val="dk1"/>
                </a:solidFill>
              </a:rPr>
              <a:t>Inorder Traversal</a:t>
            </a:r>
            <a:r>
              <a:rPr lang="en">
                <a:solidFill>
                  <a:schemeClr val="dk1"/>
                </a:solidFill>
              </a:rPr>
              <a:t>, we visit the left subtree first, then the root node, and finally the right subtree. This order is often used to retrieve data in a sorted sequence for binary search trees.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 </a:t>
            </a:r>
            <a:r>
              <a:rPr b="1" lang="en">
                <a:solidFill>
                  <a:schemeClr val="dk1"/>
                </a:solidFill>
              </a:rPr>
              <a:t>Preorder Traversal</a:t>
            </a:r>
            <a:r>
              <a:rPr lang="en">
                <a:solidFill>
                  <a:schemeClr val="dk1"/>
                </a:solidFill>
              </a:rPr>
              <a:t>, we visit the root node first, then the left subtree, and finally the right subtree. Preorder is great for creating a copy of the tree.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 </a:t>
            </a:r>
            <a:r>
              <a:rPr b="1" lang="en">
                <a:solidFill>
                  <a:schemeClr val="dk1"/>
                </a:solidFill>
              </a:rPr>
              <a:t>Postorder Traversal</a:t>
            </a:r>
            <a:r>
              <a:rPr lang="en">
                <a:solidFill>
                  <a:schemeClr val="dk1"/>
                </a:solidFill>
              </a:rPr>
              <a:t>, we visit the left subtree first, then the right subtree, and finally the root node. This method is often used for deleting a tree because it processes child nodes before the parent.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Finally, </a:t>
            </a:r>
            <a:r>
              <a:rPr b="1" lang="en">
                <a:solidFill>
                  <a:schemeClr val="dk1"/>
                </a:solidFill>
              </a:rPr>
              <a:t>Level-order Traversal</a:t>
            </a:r>
            <a:r>
              <a:rPr lang="en">
                <a:solidFill>
                  <a:schemeClr val="dk1"/>
                </a:solidFill>
              </a:rPr>
              <a:t> visits nodes level by level, starting from the root. It’s also known as Breadth-First Search and is often used for operations like finding the shortest path in a graph.</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Looking at the example tree, these are the specific node orders for each traversal type.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"Which traversal method do you think would be most helpful if we wanted to list nodes in sorted order for a BST? Why?"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"Let’s practice with a quick example. How would Inorder Traversal look for this tree if we added an additional left child under node 4?"</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Challenge: "What do you notice about the differences between Depth-First traversals (Inorder, Preorder, Postorder) and Level-order traversal? When might one be more useful than the other?"</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g32869f49abf_0_6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4" name="Google Shape;1204;g32869f49abf_0_6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Explain and demonstrate the process of In-order Traversal (Left → Root → Right) using the given binary tree diagram.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Walk students through the In-order Traversal process step-by-step on the provided tree.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Emphasize the Left → Root → Right order and connect this traversal method to its use case in sorting data from a Binary Search Tree (BST).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This slide demonstrates In-order Traversal, which follows the order: Left subtree → Root → Right subtree.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the given tree, we start at the root node, which is 13. Following the traversal pattern, we first explore the left subtree starting from node 6.</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 the left subtree, we keep going left until we reach node 4, which has no children. This is the first node we process.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Next, we move back up to node 6, process it, and then explore its right subtree, which gives us node 8.</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After completing the left subtree of the root, we process the root itself, which is 13.</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Finally, we move to the right subtree starting with node 21, process its left child (15), then node 21, and finally its right subtree nodes (24 and 26).</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final In-order Traversal sequence is: 4, 6, 8, 13, 15, 21, 24, 26.</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traversal is especially useful for Binary Search Trees because it produces the nodes in sorted order.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"Why do you think In-order Traversal produces a sorted sequence for BSTs? Can you explain the connection?"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Challenge: "If we add a new node with a value of 10 to this tree, where would it appear in the In-order Traversal?"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"Take a moment to trace the In-order Traversal on your own. Share your results in the chat or unmute to explain your reasoning."</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Sample code to demo:</a:t>
            </a:r>
            <a:endParaRPr b="1">
              <a:solidFill>
                <a:schemeClr val="dk1"/>
              </a:solidFill>
            </a:endParaRPr>
          </a:p>
          <a:p>
            <a:pPr indent="0" lvl="0" marL="0" rtl="0" algn="l">
              <a:spcBef>
                <a:spcPts val="0"/>
              </a:spcBef>
              <a:spcAft>
                <a:spcPts val="0"/>
              </a:spcAft>
              <a:buNone/>
            </a:pPr>
            <a:r>
              <a:rPr lang="en">
                <a:solidFill>
                  <a:schemeClr val="dk1"/>
                </a:solidFill>
                <a:latin typeface="Consolas"/>
                <a:ea typeface="Consolas"/>
                <a:cs typeface="Consolas"/>
                <a:sym typeface="Consolas"/>
              </a:rPr>
              <a:t># parameter root - the root node of the binary tree (or subtree) to be traversed</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def inorderTraversal(root):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empty list to store the value of the nodes in the order they are visited during the traversal</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res = []</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check if the current node (root) is not None</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if the node exists (root is not None), execute the code inside the if statement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if root: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recursive call to inorderTraversal with the left child of the current node</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the result of this recursive call is a list of values from the left subtree, which is assigned to res</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print(f"Traversing left subtree of node with value {root.val}")</a:t>
            </a:r>
            <a:endParaRPr>
              <a:solidFill>
                <a:schemeClr val="dk1"/>
              </a:solidFill>
              <a:latin typeface="Consolas"/>
              <a:ea typeface="Consolas"/>
              <a:cs typeface="Consolas"/>
              <a:sym typeface="Consolas"/>
            </a:endParaRPr>
          </a:p>
          <a:p>
            <a:pPr indent="0" lvl="0" marL="457200" rtl="0" algn="l">
              <a:spcBef>
                <a:spcPts val="0"/>
              </a:spcBef>
              <a:spcAft>
                <a:spcPts val="0"/>
              </a:spcAft>
              <a:buNone/>
            </a:pPr>
            <a:r>
              <a:rPr lang="en">
                <a:solidFill>
                  <a:schemeClr val="dk1"/>
                </a:solidFill>
                <a:latin typeface="Consolas"/>
                <a:ea typeface="Consolas"/>
                <a:cs typeface="Consolas"/>
                <a:sym typeface="Consolas"/>
              </a:rPr>
              <a:t>  res = inorderTraversal(root.left)</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append the value of the current node to the res list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at this point, res contains the values from the left subtree followed by the value of the current node</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print(f"Visiting node with value {root.val}")</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res.append(root.val)</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recursive call to inorderTraversal with the right child of the current node</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the result of this recursive call is a list of values from the right subtree</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the res list, which already contains values from the left subtree and the current node, is concatenated with</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the values from the right subtree using the + operator</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print(f"Traversing right subtree of node with value {root.val}")</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res = res + inorderTraversal(root.right)</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return the result list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print(f"Returning from node with value {root.val if root else 'None'}: current result list: {res}")</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return res</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result = inorderTraversal(root)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print(result)</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purpose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Stuff</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Stuff</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stuff</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g32869f49abf_0_6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6" name="Google Shape;1226;g32869f49abf_0_6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Demonstrate the Pre-order Traversal process (Root → Left → Right) using the given binary tree diagram and highlight its key applications.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Guide students through the step-by-step process of Pre-order Traversal using the tree provided.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Explain how Pre-order Traversal visits the root node first, followed by the left subtree and then the right subtree.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Discuss where this traversal method is useful, such as generating prefix expressions or copying a tree.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This slide illustrates the Pre-order Traversal, which follows the order: Root → Left subtree → Right subtree.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We start at the root node, 13, and process it first because Pre-order Traversal always begins with the root.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Next, we move to the left subtree. Starting at node 6, we process it, then continue to its left child, node 4. Since node 4 has no children, we backtrack.</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From node 6, we now visit its right child, node 8.</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Once the left subtree is completely traversed, we move to the right subtree of the root, starting at node 21. Following the same order, we process 21, then its left child 15, and finally, the right subtree with nodes 24 and 26.</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Pre-order Traversal sequence for this tree is: 13, 6, 4, 8, 21, 15, 24, 26.</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method is particularly useful when you need to replicate the structure of a tree or generate a prefix expression in a computational setting.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"Why do you think Pre-order Traversal is useful for copying a tree's structure? Can you connect this to its traversal order?"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Challenge: "Imagine a new node with the value 10 is added to this tree under node 8. Where would it appear in the Pre-order Traversal sequence?"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"Try writing out the Pre-order Traversal sequence for this tree on your own. Post your answers in the chat, and we’ll compare results."</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Sample code to demo:</a:t>
            </a:r>
            <a:endParaRPr b="1">
              <a:solidFill>
                <a:schemeClr val="dk1"/>
              </a:solidFill>
            </a:endParaRPr>
          </a:p>
          <a:p>
            <a:pPr indent="0" lvl="0" marL="0" rtl="0" algn="l">
              <a:spcBef>
                <a:spcPts val="0"/>
              </a:spcBef>
              <a:spcAft>
                <a:spcPts val="0"/>
              </a:spcAft>
              <a:buNone/>
            </a:pPr>
            <a:r>
              <a:rPr lang="en">
                <a:solidFill>
                  <a:schemeClr val="dk1"/>
                </a:solidFill>
                <a:latin typeface="Consolas"/>
                <a:ea typeface="Consolas"/>
                <a:cs typeface="Consolas"/>
                <a:sym typeface="Consolas"/>
              </a:rPr>
              <a:t># root - root node of the binary tree (or subtree) to be traversed</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def preorderTraversal(root):</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 list res to store the values of the nodes in the order they are visited during the traversal</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res = []</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 check if the current node (root) is not None</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if root: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append the value of the current node (root.val) to the res list</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 in preorder traversal, the current node is visited before its children</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print(f"Visiting node with value: {root.val}")</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res.append(root.val)</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recursive call to preorderTraversal with the left child of the current node (root.left)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result of this recursive call, which is a list of values from the left subtree in preorder,</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 is concatenated with the res list</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print(f"Traversing left subtree of node with value: {root.val}")</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res = res + preorderTraversal(root.left)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recursive call to preorderTraversal with the right child of the current node (root.right)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 result of this recursive call, which is a list of values from the right subtree in preorder,</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 is concatenated with the res list</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print(f"Traversing right subtree of node with value: {root.val}")</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res = res + preorderTraversal(root.right)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 return the res list, which now contains the values of the node in the order they were visited during the preorder traversal</a:t>
            </a:r>
            <a:endParaRPr>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print(f"Returning from node with value {root.val if root else 'None'}: current result list: {res}")</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    return res</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result = preorderTraversal(root)</a:t>
            </a:r>
            <a:endParaRPr>
              <a:solidFill>
                <a:schemeClr val="dk1"/>
              </a:solidFill>
              <a:latin typeface="Consolas"/>
              <a:ea typeface="Consolas"/>
              <a:cs typeface="Consolas"/>
              <a:sym typeface="Consolas"/>
            </a:endParaRPr>
          </a:p>
          <a:p>
            <a:pPr indent="0" lvl="0" marL="0" rtl="0" algn="l">
              <a:spcBef>
                <a:spcPts val="0"/>
              </a:spcBef>
              <a:spcAft>
                <a:spcPts val="0"/>
              </a:spcAft>
              <a:buNone/>
            </a:pPr>
            <a:r>
              <a:rPr lang="en">
                <a:solidFill>
                  <a:schemeClr val="dk1"/>
                </a:solidFill>
                <a:latin typeface="Consolas"/>
                <a:ea typeface="Consolas"/>
                <a:cs typeface="Consolas"/>
                <a:sym typeface="Consolas"/>
              </a:rPr>
              <a:t>print("Final result list:", result)</a:t>
            </a:r>
            <a:endParaRPr>
              <a:solidFill>
                <a:schemeClr val="dk1"/>
              </a:solidFill>
              <a:latin typeface="Consolas"/>
              <a:ea typeface="Consolas"/>
              <a:cs typeface="Consolas"/>
              <a:sym typeface="Consolas"/>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purpose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Stuff</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Stuff</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stuff</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g32869f49abf_0_7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8" name="Google Shape;1248;g32869f49abf_0_7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Purpose:</a:t>
            </a:r>
            <a:r>
              <a:rPr lang="en">
                <a:solidFill>
                  <a:schemeClr val="dk1"/>
                </a:solidFill>
              </a:rPr>
              <a:t> Explain the Post-order Traversal process (Left → Right → Root) using the given binary tree and highlight its practical applications.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doing?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Walk students through the steps of Post-order Traversal using the diagram.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Explain the order of traversal: visiting the left subtree, then the right subtree, and finally the root node.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Connect the traversal method to real-world applications, such as deleting a tree or evaluating postfix expressions.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What should I be saying?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This slide demonstrates Post-order Traversal, which follows the order: Left → Right → Root.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We begin by traversing the left subtree of the root node, 13. Starting with node 6, we go to its left child, 4. Since 4 is a leaf node with no children, we process it first.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Next, we visit node 6's right child, 8. After completing both left and right children, we process node 6 itself.</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Once the left subtree of 13 is processed, we move to the right subtree. Starting at node 21, we traverse its left child, 15, then the right subtree with nodes 24 and 26. After processing both subtrees, we process node 21.</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Finally, we visit the root node, 13, completing the traversal.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Post-order Traversal sequence for this tree is: 4, 8, 6, 15, 26, 24, 21, 13.</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traversal method is especially useful for deleting all nodes in a tree or evaluating postfix expressions in arithmetic.</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 </a:t>
            </a:r>
            <a:r>
              <a:rPr b="1" lang="en">
                <a:solidFill>
                  <a:schemeClr val="dk1"/>
                </a:solidFill>
              </a:rPr>
              <a:t>How should I engage students?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Ask: "Why do you think Post-order Traversal processes the root node last? What scenarios might benefit from this order?"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Challenge: "Imagine you need to delete this tree. How would Post-order Traversal ensure that all child nodes are removed before their parent?"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Encourage: "Try writing the Post-order Traversal sequence for this tree independently. Share your answers in the chat, and let’s verify them together."</a:t>
            </a:r>
            <a:endParaRPr>
              <a:solidFill>
                <a:schemeClr val="dk1"/>
              </a:solidFill>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Sample code to demo:</a:t>
            </a:r>
            <a:endParaRPr b="1"/>
          </a:p>
          <a:p>
            <a:pPr indent="0" lvl="0" marL="0" rtl="0" algn="l">
              <a:spcBef>
                <a:spcPts val="0"/>
              </a:spcBef>
              <a:spcAft>
                <a:spcPts val="0"/>
              </a:spcAft>
              <a:buNone/>
            </a:pPr>
            <a:r>
              <a:rPr lang="en">
                <a:latin typeface="Consolas"/>
                <a:ea typeface="Consolas"/>
                <a:cs typeface="Consolas"/>
                <a:sym typeface="Consolas"/>
              </a:rPr>
              <a:t># root - the root node of the binary tree (or subtree) to be traversed</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def postorderTraversal(root):</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    # list res to store the values of the nodes in the order they are visited during the traversal</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    res = []</a:t>
            </a:r>
            <a:endParaRPr>
              <a:latin typeface="Consolas"/>
              <a:ea typeface="Consolas"/>
              <a:cs typeface="Consolas"/>
              <a:sym typeface="Consolas"/>
            </a:endParaRPr>
          </a:p>
          <a:p>
            <a:pPr indent="0" lvl="0" marL="0" rtl="0" algn="l">
              <a:spcBef>
                <a:spcPts val="0"/>
              </a:spcBef>
              <a:spcAft>
                <a:spcPts val="0"/>
              </a:spcAft>
              <a:buNone/>
            </a:pPr>
            <a:r>
              <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    # check if the current node (root) is not None</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    if root:</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        # recursive call to postorderTraversal with the left child of the current node (root.left)</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        # result is a list of values from the left subtree in postorder</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        print(f"Traversing left subtree of node with value: {root.val}")</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        res = postorderTraversal(root.left)</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        </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        # recursive call to postorderTraversal with the right child of the current node (root.right)</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        # result is a list of values from the right subtree in postorder</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        print(f"Traversing right subtree of node with value: {root.val}")</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        res = res + postorderTraversal(root.right)</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        </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        # append the value of the current node (root.val) to the res list</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        # in postorder traversal, the current node is visited after its children</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        print(f"Visiting node with value: {root.val}")</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        res.append(root.val)</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    </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    # return the res list, which now contains the values of the nodes in the order they were visited during the postorder</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    # traversal (left, right, current node)</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    print(f"Returning from node with value {root.val if root else 'None'}: current result list: {res}")</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    return res</a:t>
            </a:r>
            <a:endParaRPr>
              <a:latin typeface="Consolas"/>
              <a:ea typeface="Consolas"/>
              <a:cs typeface="Consolas"/>
              <a:sym typeface="Consolas"/>
            </a:endParaRPr>
          </a:p>
          <a:p>
            <a:pPr indent="0" lvl="0" marL="0" rtl="0" algn="l">
              <a:spcBef>
                <a:spcPts val="0"/>
              </a:spcBef>
              <a:spcAft>
                <a:spcPts val="0"/>
              </a:spcAft>
              <a:buNone/>
            </a:pPr>
            <a:r>
              <a:t/>
            </a:r>
            <a:endParaRPr>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a:latin typeface="Consolas"/>
                <a:ea typeface="Consolas"/>
                <a:cs typeface="Consolas"/>
                <a:sym typeface="Consolas"/>
              </a:rPr>
              <a:t>result = postorderTraversal(root)</a:t>
            </a:r>
            <a:endParaRPr>
              <a:latin typeface="Consolas"/>
              <a:ea typeface="Consolas"/>
              <a:cs typeface="Consolas"/>
              <a:sym typeface="Consolas"/>
            </a:endParaRPr>
          </a:p>
          <a:p>
            <a:pPr indent="0" lvl="0" marL="0" rtl="0" algn="l">
              <a:spcBef>
                <a:spcPts val="0"/>
              </a:spcBef>
              <a:spcAft>
                <a:spcPts val="0"/>
              </a:spcAft>
              <a:buNone/>
            </a:pPr>
            <a:r>
              <a:rPr lang="en">
                <a:latin typeface="Consolas"/>
                <a:ea typeface="Consolas"/>
                <a:cs typeface="Consolas"/>
                <a:sym typeface="Consolas"/>
              </a:rPr>
              <a:t>print("Final result list:", result)</a:t>
            </a:r>
            <a:endParaRPr>
              <a:latin typeface="Consolas"/>
              <a:ea typeface="Consolas"/>
              <a:cs typeface="Consolas"/>
              <a:sym typeface="Consolas"/>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purpose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Stuff</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Stuff</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stuff</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8" name="Shape 1268"/>
        <p:cNvGrpSpPr/>
        <p:nvPr/>
      </p:nvGrpSpPr>
      <p:grpSpPr>
        <a:xfrm>
          <a:off x="0" y="0"/>
          <a:ext cx="0" cy="0"/>
          <a:chOff x="0" y="0"/>
          <a:chExt cx="0" cy="0"/>
        </a:xfrm>
      </p:grpSpPr>
      <p:sp>
        <p:nvSpPr>
          <p:cNvPr id="1269" name="Google Shape;1269;g3f5df038483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0" name="Google Shape;1270;g3f5df038483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Reinforce key tasks and deadlines.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next steps and encourage continued engagement.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Don’t forget to complete the problem sets and take the HackerRank assessment by Sunday!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students to ask any lingering questions before signing off.</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6" name="Shape 1276"/>
        <p:cNvGrpSpPr/>
        <p:nvPr/>
      </p:nvGrpSpPr>
      <p:grpSpPr>
        <a:xfrm>
          <a:off x="0" y="0"/>
          <a:ext cx="0" cy="0"/>
          <a:chOff x="0" y="0"/>
          <a:chExt cx="0" cy="0"/>
        </a:xfrm>
      </p:grpSpPr>
      <p:sp>
        <p:nvSpPr>
          <p:cNvPr id="1277" name="Google Shape;1277;g328732873ce_0_1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8" name="Google Shape;1278;g328732873ce_0_1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Provide a short break to refresh and re-energize.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Announce the break and remind students to return on time.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Play the countdown timer video (be sure to share sound).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take 5 minutes to step away from the screen. Be sure to return promptly.</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2" name="Shape 1282"/>
        <p:cNvGrpSpPr/>
        <p:nvPr/>
      </p:nvGrpSpPr>
      <p:grpSpPr>
        <a:xfrm>
          <a:off x="0" y="0"/>
          <a:ext cx="0" cy="0"/>
          <a:chOff x="0" y="0"/>
          <a:chExt cx="0" cy="0"/>
        </a:xfrm>
      </p:grpSpPr>
      <p:sp>
        <p:nvSpPr>
          <p:cNvPr id="1283" name="Google Shape;1283;g3f5dd5cb675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4" name="Google Shape;1284;g3f5dd5cb675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8" name="Shape 1288"/>
        <p:cNvGrpSpPr/>
        <p:nvPr/>
      </p:nvGrpSpPr>
      <p:grpSpPr>
        <a:xfrm>
          <a:off x="0" y="0"/>
          <a:ext cx="0" cy="0"/>
          <a:chOff x="0" y="0"/>
          <a:chExt cx="0" cy="0"/>
        </a:xfrm>
      </p:grpSpPr>
      <p:sp>
        <p:nvSpPr>
          <p:cNvPr id="1289" name="Google Shape;1289;g3f5dd5cb675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0" name="Google Shape;1290;g3f5dd5cb675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Did the AI’s response change your approach to the problem?</a:t>
            </a:r>
            <a:br>
              <a:rPr lang="en"/>
            </a:br>
            <a:endParaRPr/>
          </a:p>
          <a:p>
            <a:pPr indent="0" lvl="0" marL="0" rtl="0" algn="l">
              <a:spcBef>
                <a:spcPts val="0"/>
              </a:spcBef>
              <a:spcAft>
                <a:spcPts val="0"/>
              </a:spcAft>
              <a:buNone/>
            </a:pPr>
            <a:r>
              <a:rPr lang="en"/>
              <a:t>Did the AI offer a solution that worked right away, or did it require iteration or clarification? If so, what clarifications and additional context did you provide?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How did you balance using AI assistance with trying to solve problems independently? How did it compare to your experiences debugging without AI?</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5" name="Shape 1295"/>
        <p:cNvGrpSpPr/>
        <p:nvPr/>
      </p:nvGrpSpPr>
      <p:grpSpPr>
        <a:xfrm>
          <a:off x="0" y="0"/>
          <a:ext cx="0" cy="0"/>
          <a:chOff x="0" y="0"/>
          <a:chExt cx="0" cy="0"/>
        </a:xfrm>
      </p:grpSpPr>
      <p:sp>
        <p:nvSpPr>
          <p:cNvPr id="1296" name="Google Shape;1296;g3f5dd5cb675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7" name="Google Shape;1297;g3f5dd5cb675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Ask students to share out AI tricks they’ve learned with their peers</a:t>
            </a:r>
            <a:br>
              <a:rPr lang="en"/>
            </a:br>
            <a:endParaRPr/>
          </a:p>
          <a:p>
            <a:pPr indent="0" lvl="0" marL="0" rtl="0" algn="l">
              <a:spcBef>
                <a:spcPts val="0"/>
              </a:spcBef>
              <a:spcAft>
                <a:spcPts val="0"/>
              </a:spcAft>
              <a:buNone/>
            </a:pPr>
            <a:r>
              <a:rPr lang="en"/>
              <a:t>Did the AI offer a solution that worked right away, or did it require iteration or clarification? If so, what clarifications and additional context did you provide?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How did you balance using AI assistance with trying to solve problems independently? How did it compare to your experiences debugging without AI?</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4" name="Shape 1304"/>
        <p:cNvGrpSpPr/>
        <p:nvPr/>
      </p:nvGrpSpPr>
      <p:grpSpPr>
        <a:xfrm>
          <a:off x="0" y="0"/>
          <a:ext cx="0" cy="0"/>
          <a:chOff x="0" y="0"/>
          <a:chExt cx="0" cy="0"/>
        </a:xfrm>
      </p:grpSpPr>
      <p:sp>
        <p:nvSpPr>
          <p:cNvPr id="1305" name="Google Shape;1305;g3f5dd5cb675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6" name="Google Shape;1306;g3f5dd5cb675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Brainstorm ideas for personal projects students might like to pursue using what they’ve learned throughout the course. </a:t>
            </a:r>
            <a:br>
              <a:rPr lang="en"/>
            </a:br>
            <a:br>
              <a:rPr lang="en"/>
            </a:br>
            <a:r>
              <a:rPr lang="en"/>
              <a:t>Then, discuss strategies for using AI to implement their projects (possible answers on next slide).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1" name="Shape 1311"/>
        <p:cNvGrpSpPr/>
        <p:nvPr/>
      </p:nvGrpSpPr>
      <p:grpSpPr>
        <a:xfrm>
          <a:off x="0" y="0"/>
          <a:ext cx="0" cy="0"/>
          <a:chOff x="0" y="0"/>
          <a:chExt cx="0" cy="0"/>
        </a:xfrm>
      </p:grpSpPr>
      <p:sp>
        <p:nvSpPr>
          <p:cNvPr id="1312" name="Google Shape;1312;g328732873ce_0_1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3" name="Google Shape;1313;g328732873ce_0_1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g328732873ce_0_15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9" name="Google Shape;1319;g328732873ce_0_15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4" name="Shape 1324"/>
        <p:cNvGrpSpPr/>
        <p:nvPr/>
      </p:nvGrpSpPr>
      <p:grpSpPr>
        <a:xfrm>
          <a:off x="0" y="0"/>
          <a:ext cx="0" cy="0"/>
          <a:chOff x="0" y="0"/>
          <a:chExt cx="0" cy="0"/>
        </a:xfrm>
      </p:grpSpPr>
      <p:sp>
        <p:nvSpPr>
          <p:cNvPr id="1325" name="Google Shape;1325;g328732873ce_0_15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6" name="Google Shape;1326;g328732873ce_0_15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0" name="Shape 1330"/>
        <p:cNvGrpSpPr/>
        <p:nvPr/>
      </p:nvGrpSpPr>
      <p:grpSpPr>
        <a:xfrm>
          <a:off x="0" y="0"/>
          <a:ext cx="0" cy="0"/>
          <a:chOff x="0" y="0"/>
          <a:chExt cx="0" cy="0"/>
        </a:xfrm>
      </p:grpSpPr>
      <p:sp>
        <p:nvSpPr>
          <p:cNvPr id="1331" name="Google Shape;1331;g328732873ce_0_1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2" name="Google Shape;1332;g328732873ce_0_15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End the session on a positive note.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Prompt students to share their reflections in the chat.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celebrate your wins. Share one good thing you learned or accomplished today!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Read a few responses aloud and celebrate with enthusiasm.</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5" name="Shape 1335"/>
        <p:cNvGrpSpPr/>
        <p:nvPr/>
      </p:nvGrpSpPr>
      <p:grpSpPr>
        <a:xfrm>
          <a:off x="0" y="0"/>
          <a:ext cx="0" cy="0"/>
          <a:chOff x="0" y="0"/>
          <a:chExt cx="0" cy="0"/>
        </a:xfrm>
      </p:grpSpPr>
      <p:sp>
        <p:nvSpPr>
          <p:cNvPr id="1336" name="Google Shape;1336;g328732873ce_0_1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7" name="Google Shape;1337;g328732873ce_0_1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Gather feedback to improve future sessions.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Share the survey link and emphasize its importance.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Your feedback helps us make these sessions even better. Please take a moment to complete the survey.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Thank students for their input and explain how feedback has been used in the past.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3" name="Shape 1343"/>
        <p:cNvGrpSpPr/>
        <p:nvPr/>
      </p:nvGrpSpPr>
      <p:grpSpPr>
        <a:xfrm>
          <a:off x="0" y="0"/>
          <a:ext cx="0" cy="0"/>
          <a:chOff x="0" y="0"/>
          <a:chExt cx="0" cy="0"/>
        </a:xfrm>
      </p:grpSpPr>
      <p:sp>
        <p:nvSpPr>
          <p:cNvPr id="1344" name="Google Shape;1344;SLIDES_API208139489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5" name="Google Shape;1345;SLIDES_API208139489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Reinforce key tasks and deadlines.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next steps and encourage continued engagement.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Don’t forget to complete the problem sets and take the HackerRank assessment by Sunday!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students to ask any lingering questions before signing off.</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8.png"/><Relationship Id="rId3" Type="http://schemas.openxmlformats.org/officeDocument/2006/relationships/image" Target="../media/image2.png"/><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0.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 Id="rId3" Type="http://schemas.openxmlformats.org/officeDocument/2006/relationships/image" Target="../media/image22.png"/><Relationship Id="rId4"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 Id="rId3" Type="http://schemas.openxmlformats.org/officeDocument/2006/relationships/image" Target="../media/image4.png"/><Relationship Id="rId4" Type="http://schemas.openxmlformats.org/officeDocument/2006/relationships/image" Target="../media/image4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 Id="rId3"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 Id="rId3"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1.png"/><Relationship Id="rId3" Type="http://schemas.openxmlformats.org/officeDocument/2006/relationships/image" Target="../media/image56.png"/><Relationship Id="rId4" Type="http://schemas.openxmlformats.org/officeDocument/2006/relationships/image" Target="../media/image4.png"/><Relationship Id="rId5"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6.png"/><Relationship Id="rId3" Type="http://schemas.openxmlformats.org/officeDocument/2006/relationships/image" Target="../media/image16.png"/><Relationship Id="rId4" Type="http://schemas.openxmlformats.org/officeDocument/2006/relationships/image" Target="../media/image35.png"/><Relationship Id="rId5"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24.png"/><Relationship Id="rId4" Type="http://schemas.openxmlformats.org/officeDocument/2006/relationships/image" Target="../media/image17.png"/><Relationship Id="rId5"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16.png"/><Relationship Id="rId4" Type="http://schemas.openxmlformats.org/officeDocument/2006/relationships/image" Target="../media/image28.png"/><Relationship Id="rId5"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png"/><Relationship Id="rId4" Type="http://schemas.openxmlformats.org/officeDocument/2006/relationships/image" Target="../media/image19.png"/><Relationship Id="rId5"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19.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16.png"/><Relationship Id="rId4" Type="http://schemas.openxmlformats.org/officeDocument/2006/relationships/image" Target="../media/image20.png"/><Relationship Id="rId5"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16.png"/><Relationship Id="rId4" Type="http://schemas.openxmlformats.org/officeDocument/2006/relationships/image" Target="../media/image43.png"/><Relationship Id="rId5"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25.png"/><Relationship Id="rId4" Type="http://schemas.openxmlformats.org/officeDocument/2006/relationships/image" Target="../media/image4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png"/><Relationship Id="rId3" Type="http://schemas.openxmlformats.org/officeDocument/2006/relationships/image" Target="../media/image16.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9.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29.png"/><Relationship Id="rId6" Type="http://schemas.openxmlformats.org/officeDocument/2006/relationships/image" Target="../media/image4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6.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16.png"/><Relationship Id="rId4" Type="http://schemas.openxmlformats.org/officeDocument/2006/relationships/image" Target="../media/image20.png"/><Relationship Id="rId5" Type="http://schemas.openxmlformats.org/officeDocument/2006/relationships/image" Target="../media/image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5.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8.png"/><Relationship Id="rId3" Type="http://schemas.openxmlformats.org/officeDocument/2006/relationships/image" Target="../media/image2.png"/><Relationship Id="rId4" Type="http://schemas.openxmlformats.org/officeDocument/2006/relationships/image" Target="../media/image5.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68.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0.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4.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1.png"/><Relationship Id="rId3" Type="http://schemas.openxmlformats.org/officeDocument/2006/relationships/image" Target="../media/image22.png"/><Relationship Id="rId4" Type="http://schemas.openxmlformats.org/officeDocument/2006/relationships/image" Target="../media/image4.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1.png"/><Relationship Id="rId3" Type="http://schemas.openxmlformats.org/officeDocument/2006/relationships/image" Target="../media/image4.png"/><Relationship Id="rId4" Type="http://schemas.openxmlformats.org/officeDocument/2006/relationships/image" Target="../media/image45.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1.png"/><Relationship Id="rId3" Type="http://schemas.openxmlformats.org/officeDocument/2006/relationships/image" Target="../media/image4.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1.png"/><Relationship Id="rId3" Type="http://schemas.openxmlformats.org/officeDocument/2006/relationships/image" Target="../media/image4.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4.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1.png"/><Relationship Id="rId3" Type="http://schemas.openxmlformats.org/officeDocument/2006/relationships/image" Target="../media/image56.png"/><Relationship Id="rId4" Type="http://schemas.openxmlformats.org/officeDocument/2006/relationships/image" Target="../media/image4.png"/><Relationship Id="rId5" Type="http://schemas.openxmlformats.org/officeDocument/2006/relationships/image" Target="../media/image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6.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6.png"/><Relationship Id="rId3" Type="http://schemas.openxmlformats.org/officeDocument/2006/relationships/image" Target="../media/image16.png"/><Relationship Id="rId4" Type="http://schemas.openxmlformats.org/officeDocument/2006/relationships/image" Target="../media/image35.png"/><Relationship Id="rId5" Type="http://schemas.openxmlformats.org/officeDocument/2006/relationships/image" Target="../media/image4.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png"/><Relationship Id="rId3" Type="http://schemas.openxmlformats.org/officeDocument/2006/relationships/image" Target="../media/image24.png"/><Relationship Id="rId4" Type="http://schemas.openxmlformats.org/officeDocument/2006/relationships/image" Target="../media/image17.png"/><Relationship Id="rId5" Type="http://schemas.openxmlformats.org/officeDocument/2006/relationships/image" Target="../media/image4.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16.png"/><Relationship Id="rId4" Type="http://schemas.openxmlformats.org/officeDocument/2006/relationships/image" Target="../media/image28.png"/><Relationship Id="rId5" Type="http://schemas.openxmlformats.org/officeDocument/2006/relationships/image" Target="../media/image4.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 Id="rId3" Type="http://schemas.openxmlformats.org/officeDocument/2006/relationships/image" Target="../media/image1.png"/><Relationship Id="rId4" Type="http://schemas.openxmlformats.org/officeDocument/2006/relationships/image" Target="../media/image19.png"/><Relationship Id="rId5" Type="http://schemas.openxmlformats.org/officeDocument/2006/relationships/image" Target="../media/image4.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19.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16.png"/><Relationship Id="rId4" Type="http://schemas.openxmlformats.org/officeDocument/2006/relationships/image" Target="../media/image20.png"/><Relationship Id="rId5" Type="http://schemas.openxmlformats.org/officeDocument/2006/relationships/image" Target="../media/image4.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16.png"/><Relationship Id="rId4" Type="http://schemas.openxmlformats.org/officeDocument/2006/relationships/image" Target="../media/image4.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png"/><Relationship Id="rId3" Type="http://schemas.openxmlformats.org/officeDocument/2006/relationships/image" Target="../media/image16.png"/><Relationship Id="rId4" Type="http://schemas.openxmlformats.org/officeDocument/2006/relationships/image" Target="../media/image43.png"/><Relationship Id="rId5" Type="http://schemas.openxmlformats.org/officeDocument/2006/relationships/image" Target="../media/image4.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25.png"/><Relationship Id="rId4" Type="http://schemas.openxmlformats.org/officeDocument/2006/relationships/image" Target="../media/image42.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1.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2.png"/><Relationship Id="rId3" Type="http://schemas.openxmlformats.org/officeDocument/2006/relationships/image" Target="../media/image16.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9.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29.png"/><Relationship Id="rId6" Type="http://schemas.openxmlformats.org/officeDocument/2006/relationships/image" Target="../media/image41.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5.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8.png"/><Relationship Id="rId3" Type="http://schemas.openxmlformats.org/officeDocument/2006/relationships/image" Target="../media/image2.png"/><Relationship Id="rId4" Type="http://schemas.openxmlformats.org/officeDocument/2006/relationships/image" Target="../media/image5.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0.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4.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1.png"/><Relationship Id="rId3" Type="http://schemas.openxmlformats.org/officeDocument/2006/relationships/image" Target="../media/image22.png"/><Relationship Id="rId4" Type="http://schemas.openxmlformats.org/officeDocument/2006/relationships/image" Target="../media/image4.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1.png"/><Relationship Id="rId3" Type="http://schemas.openxmlformats.org/officeDocument/2006/relationships/image" Target="../media/image4.png"/><Relationship Id="rId4" Type="http://schemas.openxmlformats.org/officeDocument/2006/relationships/image" Target="../media/image45.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1.png"/><Relationship Id="rId3" Type="http://schemas.openxmlformats.org/officeDocument/2006/relationships/image" Target="../media/image4.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1.png"/><Relationship Id="rId3" Type="http://schemas.openxmlformats.org/officeDocument/2006/relationships/image" Target="../media/image4.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4.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130.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109.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1.png"/><Relationship Id="rId3" Type="http://schemas.openxmlformats.org/officeDocument/2006/relationships/image" Target="../media/image56.png"/><Relationship Id="rId4" Type="http://schemas.openxmlformats.org/officeDocument/2006/relationships/image" Target="../media/image4.png"/><Relationship Id="rId5" Type="http://schemas.openxmlformats.org/officeDocument/2006/relationships/image" Target="../media/image1.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6.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6.png"/><Relationship Id="rId3" Type="http://schemas.openxmlformats.org/officeDocument/2006/relationships/image" Target="../media/image16.png"/><Relationship Id="rId4" Type="http://schemas.openxmlformats.org/officeDocument/2006/relationships/image" Target="../media/image35.png"/><Relationship Id="rId5" Type="http://schemas.openxmlformats.org/officeDocument/2006/relationships/image" Target="../media/image4.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png"/><Relationship Id="rId3" Type="http://schemas.openxmlformats.org/officeDocument/2006/relationships/image" Target="../media/image24.png"/><Relationship Id="rId4" Type="http://schemas.openxmlformats.org/officeDocument/2006/relationships/image" Target="../media/image17.png"/><Relationship Id="rId5" Type="http://schemas.openxmlformats.org/officeDocument/2006/relationships/image" Target="../media/image4.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16.png"/><Relationship Id="rId4" Type="http://schemas.openxmlformats.org/officeDocument/2006/relationships/image" Target="../media/image28.png"/><Relationship Id="rId5" Type="http://schemas.openxmlformats.org/officeDocument/2006/relationships/image" Target="../media/image4.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 Id="rId3" Type="http://schemas.openxmlformats.org/officeDocument/2006/relationships/image" Target="../media/image1.png"/><Relationship Id="rId4" Type="http://schemas.openxmlformats.org/officeDocument/2006/relationships/image" Target="../media/image19.png"/><Relationship Id="rId5" Type="http://schemas.openxmlformats.org/officeDocument/2006/relationships/image" Target="../media/image4.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19.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16.png"/><Relationship Id="rId4" Type="http://schemas.openxmlformats.org/officeDocument/2006/relationships/image" Target="../media/image20.png"/><Relationship Id="rId5" Type="http://schemas.openxmlformats.org/officeDocument/2006/relationships/image" Target="../media/image4.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png"/><Relationship Id="rId3" Type="http://schemas.openxmlformats.org/officeDocument/2006/relationships/image" Target="../media/image16.png"/><Relationship Id="rId4" Type="http://schemas.openxmlformats.org/officeDocument/2006/relationships/image" Target="../media/image43.png"/><Relationship Id="rId5" Type="http://schemas.openxmlformats.org/officeDocument/2006/relationships/image" Target="../media/image4.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1.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2.png"/><Relationship Id="rId3" Type="http://schemas.openxmlformats.org/officeDocument/2006/relationships/image" Target="../media/image16.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72.png"/><Relationship Id="rId3" Type="http://schemas.openxmlformats.org/officeDocument/2006/relationships/image" Target="../media/image136.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png"/><Relationship Id="rId3" Type="http://schemas.openxmlformats.org/officeDocument/2006/relationships/image" Target="../media/image16.png"/><Relationship Id="rId4" Type="http://schemas.openxmlformats.org/officeDocument/2006/relationships/image" Target="../media/image43.png"/><Relationship Id="rId5" Type="http://schemas.openxmlformats.org/officeDocument/2006/relationships/image" Target="../media/image4.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8.png"/><Relationship Id="rId3" Type="http://schemas.openxmlformats.org/officeDocument/2006/relationships/image" Target="../media/image5.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4.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4.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10.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4.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9.png"/><Relationship Id="rId3" Type="http://schemas.openxmlformats.org/officeDocument/2006/relationships/image" Target="../media/image140.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5.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48.png"/><Relationship Id="rId3" Type="http://schemas.openxmlformats.org/officeDocument/2006/relationships/image" Target="../media/image2.png"/><Relationship Id="rId4" Type="http://schemas.openxmlformats.org/officeDocument/2006/relationships/image" Target="../media/image5.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68.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1.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0.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1.png"/><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4.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1.png"/><Relationship Id="rId3" Type="http://schemas.openxmlformats.org/officeDocument/2006/relationships/image" Target="../media/image22.png"/><Relationship Id="rId4" Type="http://schemas.openxmlformats.org/officeDocument/2006/relationships/image" Target="../media/image4.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1.png"/><Relationship Id="rId3" Type="http://schemas.openxmlformats.org/officeDocument/2006/relationships/image" Target="../media/image4.png"/><Relationship Id="rId4" Type="http://schemas.openxmlformats.org/officeDocument/2006/relationships/image" Target="../media/image45.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1.png"/><Relationship Id="rId3" Type="http://schemas.openxmlformats.org/officeDocument/2006/relationships/image" Target="../media/image4.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1.png"/><Relationship Id="rId3" Type="http://schemas.openxmlformats.org/officeDocument/2006/relationships/image" Target="../media/image4.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 Id="rId3" Type="http://schemas.openxmlformats.org/officeDocument/2006/relationships/image" Target="../media/image4.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1.png"/><Relationship Id="rId3" Type="http://schemas.openxmlformats.org/officeDocument/2006/relationships/image" Target="../media/image56.png"/><Relationship Id="rId4" Type="http://schemas.openxmlformats.org/officeDocument/2006/relationships/image" Target="../media/image4.png"/><Relationship Id="rId5" Type="http://schemas.openxmlformats.org/officeDocument/2006/relationships/image" Target="../media/image1.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6.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6.png"/><Relationship Id="rId3" Type="http://schemas.openxmlformats.org/officeDocument/2006/relationships/image" Target="../media/image16.png"/><Relationship Id="rId4" Type="http://schemas.openxmlformats.org/officeDocument/2006/relationships/image" Target="../media/image35.png"/><Relationship Id="rId5" Type="http://schemas.openxmlformats.org/officeDocument/2006/relationships/image" Target="../media/image4.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1.png"/><Relationship Id="rId3" Type="http://schemas.openxmlformats.org/officeDocument/2006/relationships/image" Target="../media/image24.png"/><Relationship Id="rId4" Type="http://schemas.openxmlformats.org/officeDocument/2006/relationships/image" Target="../media/image17.png"/><Relationship Id="rId5" Type="http://schemas.openxmlformats.org/officeDocument/2006/relationships/image" Target="../media/image4.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16.png"/><Relationship Id="rId4" Type="http://schemas.openxmlformats.org/officeDocument/2006/relationships/image" Target="../media/image28.png"/><Relationship Id="rId5" Type="http://schemas.openxmlformats.org/officeDocument/2006/relationships/image" Target="../media/image4.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1.png"/><Relationship Id="rId3" Type="http://schemas.openxmlformats.org/officeDocument/2006/relationships/image" Target="../media/image1.png"/><Relationship Id="rId4" Type="http://schemas.openxmlformats.org/officeDocument/2006/relationships/image" Target="../media/image19.png"/><Relationship Id="rId5" Type="http://schemas.openxmlformats.org/officeDocument/2006/relationships/image" Target="../media/image4.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1.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19.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16.png"/><Relationship Id="rId4" Type="http://schemas.openxmlformats.org/officeDocument/2006/relationships/image" Target="../media/image20.png"/><Relationship Id="rId5" Type="http://schemas.openxmlformats.org/officeDocument/2006/relationships/image" Target="../media/image4.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1.png"/><Relationship Id="rId3" Type="http://schemas.openxmlformats.org/officeDocument/2006/relationships/image" Target="../media/image16.png"/><Relationship Id="rId4" Type="http://schemas.openxmlformats.org/officeDocument/2006/relationships/image" Target="../media/image43.png"/><Relationship Id="rId5" Type="http://schemas.openxmlformats.org/officeDocument/2006/relationships/image" Target="../media/image4.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png"/><Relationship Id="rId3" Type="http://schemas.openxmlformats.org/officeDocument/2006/relationships/image" Target="../media/image25.png"/><Relationship Id="rId4" Type="http://schemas.openxmlformats.org/officeDocument/2006/relationships/image" Target="../media/image42.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11.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2.png"/><Relationship Id="rId3" Type="http://schemas.openxmlformats.org/officeDocument/2006/relationships/image" Target="../media/image16.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19.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29.png"/><Relationship Id="rId6" Type="http://schemas.openxmlformats.org/officeDocument/2006/relationships/image" Target="../media/image41.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png"/><Relationship Id="rId3" Type="http://schemas.openxmlformats.org/officeDocument/2006/relationships/image" Target="../media/image16.png"/><Relationship Id="rId4" Type="http://schemas.openxmlformats.org/officeDocument/2006/relationships/image" Target="../media/image4.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48.png"/><Relationship Id="rId3" Type="http://schemas.openxmlformats.org/officeDocument/2006/relationships/image" Target="../media/image2.png"/><Relationship Id="rId4" Type="http://schemas.openxmlformats.org/officeDocument/2006/relationships/image" Target="../media/image5.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6.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1.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0.pn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1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53" name="Shape 53"/>
        <p:cNvGrpSpPr/>
        <p:nvPr/>
      </p:nvGrpSpPr>
      <p:grpSpPr>
        <a:xfrm>
          <a:off x="0" y="0"/>
          <a:ext cx="0" cy="0"/>
          <a:chOff x="0" y="0"/>
          <a:chExt cx="0" cy="0"/>
        </a:xfrm>
      </p:grpSpPr>
      <p:pic>
        <p:nvPicPr>
          <p:cNvPr id="54" name="Google Shape;54;p14"/>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55" name="Google Shape;55;p1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56" name="Shape 56"/>
        <p:cNvGrpSpPr/>
        <p:nvPr/>
      </p:nvGrpSpPr>
      <p:grpSpPr>
        <a:xfrm>
          <a:off x="0" y="0"/>
          <a:ext cx="0" cy="0"/>
          <a:chOff x="0" y="0"/>
          <a:chExt cx="0" cy="0"/>
        </a:xfrm>
      </p:grpSpPr>
      <p:pic>
        <p:nvPicPr>
          <p:cNvPr id="57" name="Google Shape;57;p15"/>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58" name="Google Shape;58;p15"/>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59" name="Google Shape;59;p1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5"/>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61" name="Shape 61"/>
        <p:cNvGrpSpPr/>
        <p:nvPr/>
      </p:nvGrpSpPr>
      <p:grpSpPr>
        <a:xfrm>
          <a:off x="0" y="0"/>
          <a:ext cx="0" cy="0"/>
          <a:chOff x="0" y="0"/>
          <a:chExt cx="0" cy="0"/>
        </a:xfrm>
      </p:grpSpPr>
      <p:pic>
        <p:nvPicPr>
          <p:cNvPr descr="Divider4.png" id="62" name="Google Shape;62;p16"/>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63" name="Google Shape;63;p16"/>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64" name="Google Shape;64;p16"/>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65" name="Google Shape;65;p16"/>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66" name="Google Shape;66;p16"/>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67" name="Google Shape;67;p16"/>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68" name="Shape 68"/>
        <p:cNvGrpSpPr/>
        <p:nvPr/>
      </p:nvGrpSpPr>
      <p:grpSpPr>
        <a:xfrm>
          <a:off x="0" y="0"/>
          <a:ext cx="0" cy="0"/>
          <a:chOff x="0" y="0"/>
          <a:chExt cx="0" cy="0"/>
        </a:xfrm>
      </p:grpSpPr>
      <p:sp>
        <p:nvSpPr>
          <p:cNvPr id="69" name="Google Shape;69;p17"/>
          <p:cNvSpPr txBox="1"/>
          <p:nvPr/>
        </p:nvSpPr>
        <p:spPr>
          <a:xfrm>
            <a:off x="552800" y="344402"/>
            <a:ext cx="8239200" cy="657000"/>
          </a:xfrm>
          <a:prstGeom prst="rect">
            <a:avLst/>
          </a:prstGeom>
          <a:noFill/>
          <a:ln>
            <a:noFill/>
          </a:ln>
        </p:spPr>
        <p:txBody>
          <a:bodyPr anchorCtr="0" anchor="t"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3600">
                <a:solidFill>
                  <a:schemeClr val="dk1"/>
                </a:solidFill>
                <a:latin typeface="Space Mono"/>
                <a:ea typeface="Space Mono"/>
                <a:cs typeface="Space Mono"/>
                <a:sym typeface="Space Mono"/>
              </a:rPr>
              <a:t>Agenda</a:t>
            </a:r>
            <a:endParaRPr b="1" sz="3600">
              <a:solidFill>
                <a:srgbClr val="05103E"/>
              </a:solidFill>
              <a:latin typeface="Space Mono"/>
              <a:ea typeface="Space Mono"/>
              <a:cs typeface="Space Mono"/>
              <a:sym typeface="Space Mono"/>
            </a:endParaRPr>
          </a:p>
        </p:txBody>
      </p:sp>
      <p:grpSp>
        <p:nvGrpSpPr>
          <p:cNvPr id="70" name="Google Shape;70;p17"/>
          <p:cNvGrpSpPr/>
          <p:nvPr/>
        </p:nvGrpSpPr>
        <p:grpSpPr>
          <a:xfrm rot="5400000">
            <a:off x="5719749" y="1629787"/>
            <a:ext cx="4964577" cy="1883925"/>
            <a:chOff x="4152224" y="1218499"/>
            <a:chExt cx="4964577" cy="1883925"/>
          </a:xfrm>
        </p:grpSpPr>
        <p:pic>
          <p:nvPicPr>
            <p:cNvPr id="71" name="Google Shape;71;p17"/>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72" name="Google Shape;72;p17"/>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73" name="Google Shape;73;p1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4" name="Google Shape;74;p1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75" name="Shape 75"/>
        <p:cNvGrpSpPr/>
        <p:nvPr/>
      </p:nvGrpSpPr>
      <p:grpSpPr>
        <a:xfrm>
          <a:off x="0" y="0"/>
          <a:ext cx="0" cy="0"/>
          <a:chOff x="0" y="0"/>
          <a:chExt cx="0" cy="0"/>
        </a:xfrm>
      </p:grpSpPr>
      <p:pic>
        <p:nvPicPr>
          <p:cNvPr id="76" name="Google Shape;76;p18"/>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77" name="Google Shape;77;p18"/>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78" name="Google Shape;78;p18"/>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79" name="Google Shape;79;p18"/>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0" name="Google Shape;80;p1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1" name="Google Shape;81;p1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2" name="Google Shape;82;p18"/>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83" name="Google Shape;83;p18"/>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84" name="Shape 84"/>
        <p:cNvGrpSpPr/>
        <p:nvPr/>
      </p:nvGrpSpPr>
      <p:grpSpPr>
        <a:xfrm>
          <a:off x="0" y="0"/>
          <a:ext cx="0" cy="0"/>
          <a:chOff x="0" y="0"/>
          <a:chExt cx="0" cy="0"/>
        </a:xfrm>
      </p:grpSpPr>
      <p:pic>
        <p:nvPicPr>
          <p:cNvPr id="85" name="Google Shape;85;p19"/>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86" name="Google Shape;86;p19"/>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87" name="Google Shape;87;p19"/>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88" name="Google Shape;88;p19"/>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89" name="Google Shape;89;p1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0" name="Google Shape;90;p1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1" name="Google Shape;91;p19"/>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92" name="Shape 92"/>
        <p:cNvGrpSpPr/>
        <p:nvPr/>
      </p:nvGrpSpPr>
      <p:grpSpPr>
        <a:xfrm>
          <a:off x="0" y="0"/>
          <a:ext cx="0" cy="0"/>
          <a:chOff x="0" y="0"/>
          <a:chExt cx="0" cy="0"/>
        </a:xfrm>
      </p:grpSpPr>
      <p:pic>
        <p:nvPicPr>
          <p:cNvPr id="93" name="Google Shape;93;p2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94" name="Google Shape;94;p2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95" name="Google Shape;95;p20"/>
          <p:cNvGrpSpPr/>
          <p:nvPr/>
        </p:nvGrpSpPr>
        <p:grpSpPr>
          <a:xfrm>
            <a:off x="5709066" y="201260"/>
            <a:ext cx="2296623" cy="4424889"/>
            <a:chOff x="5598780" y="137712"/>
            <a:chExt cx="2577001" cy="4664652"/>
          </a:xfrm>
        </p:grpSpPr>
        <p:pic>
          <p:nvPicPr>
            <p:cNvPr id="96" name="Google Shape;96;p20"/>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97" name="Google Shape;97;p20"/>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2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99" name="Google Shape;99;p2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0" name="Google Shape;100;p2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20"/>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102" name="Shape 102"/>
        <p:cNvGrpSpPr/>
        <p:nvPr/>
      </p:nvGrpSpPr>
      <p:grpSpPr>
        <a:xfrm>
          <a:off x="0" y="0"/>
          <a:ext cx="0" cy="0"/>
          <a:chOff x="0" y="0"/>
          <a:chExt cx="0" cy="0"/>
        </a:xfrm>
      </p:grpSpPr>
      <p:pic>
        <p:nvPicPr>
          <p:cNvPr id="103" name="Google Shape;103;p21"/>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04" name="Google Shape;104;p21"/>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5" name="Google Shape;105;p21"/>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6" name="Google Shape;106;p2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7" name="Google Shape;107;p2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21"/>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21"/>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110" name="Shape 110"/>
        <p:cNvGrpSpPr/>
        <p:nvPr/>
      </p:nvGrpSpPr>
      <p:grpSpPr>
        <a:xfrm>
          <a:off x="0" y="0"/>
          <a:ext cx="0" cy="0"/>
          <a:chOff x="0" y="0"/>
          <a:chExt cx="0" cy="0"/>
        </a:xfrm>
      </p:grpSpPr>
      <p:pic>
        <p:nvPicPr>
          <p:cNvPr id="111" name="Google Shape;111;p22"/>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112" name="Google Shape;112;p22"/>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13" name="Google Shape;113;p22"/>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14" name="Google Shape;114;p22"/>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15" name="Google Shape;115;p2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116" name="Google Shape;116;p22"/>
          <p:cNvGrpSpPr/>
          <p:nvPr/>
        </p:nvGrpSpPr>
        <p:grpSpPr>
          <a:xfrm>
            <a:off x="4344100" y="398125"/>
            <a:ext cx="4546500" cy="4222800"/>
            <a:chOff x="4344100" y="398125"/>
            <a:chExt cx="4546500" cy="4222800"/>
          </a:xfrm>
        </p:grpSpPr>
        <p:sp>
          <p:nvSpPr>
            <p:cNvPr id="117" name="Google Shape;117;p22"/>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 name="Google Shape;118;p22"/>
            <p:cNvGrpSpPr/>
            <p:nvPr/>
          </p:nvGrpSpPr>
          <p:grpSpPr>
            <a:xfrm>
              <a:off x="4445450" y="524200"/>
              <a:ext cx="399495" cy="101100"/>
              <a:chOff x="4445450" y="524200"/>
              <a:chExt cx="399495" cy="101100"/>
            </a:xfrm>
          </p:grpSpPr>
          <p:sp>
            <p:nvSpPr>
              <p:cNvPr id="119" name="Google Shape;119;p22"/>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2"/>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2"/>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22"/>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123" name="Shape 123"/>
        <p:cNvGrpSpPr/>
        <p:nvPr/>
      </p:nvGrpSpPr>
      <p:grpSpPr>
        <a:xfrm>
          <a:off x="0" y="0"/>
          <a:ext cx="0" cy="0"/>
          <a:chOff x="0" y="0"/>
          <a:chExt cx="0" cy="0"/>
        </a:xfrm>
      </p:grpSpPr>
      <p:pic>
        <p:nvPicPr>
          <p:cNvPr id="124" name="Google Shape;124;p23"/>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25" name="Google Shape;125;p23"/>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26" name="Google Shape;126;p23"/>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27" name="Google Shape;127;p23"/>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28" name="Google Shape;128;p2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129" name="Shape 129"/>
        <p:cNvGrpSpPr/>
        <p:nvPr/>
      </p:nvGrpSpPr>
      <p:grpSpPr>
        <a:xfrm>
          <a:off x="0" y="0"/>
          <a:ext cx="0" cy="0"/>
          <a:chOff x="0" y="0"/>
          <a:chExt cx="0" cy="0"/>
        </a:xfrm>
      </p:grpSpPr>
      <p:pic>
        <p:nvPicPr>
          <p:cNvPr id="130" name="Google Shape;130;p24"/>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131" name="Google Shape;131;p24"/>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4"/>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133" name="Google Shape;133;p24"/>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34" name="Google Shape;134;p2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35" name="Google Shape;135;p24"/>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36" name="Google Shape;136;p24"/>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37" name="Google Shape;137;p24"/>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138" name="Shape 138"/>
        <p:cNvGrpSpPr/>
        <p:nvPr/>
      </p:nvGrpSpPr>
      <p:grpSpPr>
        <a:xfrm>
          <a:off x="0" y="0"/>
          <a:ext cx="0" cy="0"/>
          <a:chOff x="0" y="0"/>
          <a:chExt cx="0" cy="0"/>
        </a:xfrm>
      </p:grpSpPr>
      <p:pic>
        <p:nvPicPr>
          <p:cNvPr id="139" name="Google Shape;139;p25"/>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140" name="Google Shape;140;p25"/>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141" name="Google Shape;141;p25"/>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42" name="Google Shape;142;p2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43" name="Google Shape;143;p2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44" name="Google Shape;144;p2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145" name="Google Shape;145;p2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46" name="Google Shape;146;p2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47" name="Google Shape;147;p25"/>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148" name="Shape 148"/>
        <p:cNvGrpSpPr/>
        <p:nvPr/>
      </p:nvGrpSpPr>
      <p:grpSpPr>
        <a:xfrm>
          <a:off x="0" y="0"/>
          <a:ext cx="0" cy="0"/>
          <a:chOff x="0" y="0"/>
          <a:chExt cx="0" cy="0"/>
        </a:xfrm>
      </p:grpSpPr>
      <p:pic>
        <p:nvPicPr>
          <p:cNvPr id="149" name="Google Shape;149;p26"/>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50" name="Google Shape;150;p26"/>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151" name="Google Shape;151;p26"/>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52" name="Google Shape;152;p2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53" name="Google Shape;153;p2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54" name="Google Shape;154;p26"/>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155" name="Google Shape;155;p2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156" name="Google Shape;156;p26"/>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157" name="Shape 157"/>
        <p:cNvGrpSpPr/>
        <p:nvPr/>
      </p:nvGrpSpPr>
      <p:grpSpPr>
        <a:xfrm>
          <a:off x="0" y="0"/>
          <a:ext cx="0" cy="0"/>
          <a:chOff x="0" y="0"/>
          <a:chExt cx="0" cy="0"/>
        </a:xfrm>
      </p:grpSpPr>
      <p:pic>
        <p:nvPicPr>
          <p:cNvPr id="158" name="Google Shape;158;p27"/>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159" name="Google Shape;159;p27"/>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60" name="Google Shape;160;p27"/>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61" name="Google Shape;161;p27"/>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62" name="Google Shape;162;p2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63" name="Google Shape;163;p2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64" name="Google Shape;164;p27"/>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165" name="Google Shape;165;p2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66" name="Google Shape;166;p2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167" name="Shape 167"/>
        <p:cNvGrpSpPr/>
        <p:nvPr/>
      </p:nvGrpSpPr>
      <p:grpSpPr>
        <a:xfrm>
          <a:off x="0" y="0"/>
          <a:ext cx="0" cy="0"/>
          <a:chOff x="0" y="0"/>
          <a:chExt cx="0" cy="0"/>
        </a:xfrm>
      </p:grpSpPr>
      <p:pic>
        <p:nvPicPr>
          <p:cNvPr id="168" name="Google Shape;168;p28"/>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169" name="Google Shape;169;p28"/>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170" name="Google Shape;170;p28"/>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71" name="Google Shape;171;p28"/>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72" name="Google Shape;172;p2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73" name="Google Shape;173;p2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74" name="Google Shape;174;p28"/>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175" name="Google Shape;175;p2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76" name="Google Shape;176;p2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177" name="Shape 177"/>
        <p:cNvGrpSpPr/>
        <p:nvPr/>
      </p:nvGrpSpPr>
      <p:grpSpPr>
        <a:xfrm>
          <a:off x="0" y="0"/>
          <a:ext cx="0" cy="0"/>
          <a:chOff x="0" y="0"/>
          <a:chExt cx="0" cy="0"/>
        </a:xfrm>
      </p:grpSpPr>
      <p:pic>
        <p:nvPicPr>
          <p:cNvPr id="178" name="Google Shape;178;p29"/>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179" name="Google Shape;179;p29"/>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80" name="Google Shape;180;p2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81" name="Google Shape;181;p29"/>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82" name="Google Shape;182;p2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83" name="Google Shape;183;p2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84" name="Google Shape;184;p29"/>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185" name="Google Shape;185;p2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86" name="Google Shape;186;p29"/>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87" name="Google Shape;187;p29"/>
          <p:cNvSpPr/>
          <p:nvPr/>
        </p:nvSpPr>
        <p:spPr>
          <a:xfrm>
            <a:off x="7040775" y="1347600"/>
            <a:ext cx="1764000" cy="1755000"/>
          </a:xfrm>
          <a:prstGeom prst="roundRect">
            <a:avLst>
              <a:gd fmla="val 4613" name="adj"/>
            </a:avLst>
          </a:prstGeom>
          <a:solidFill>
            <a:srgbClr val="FFF6B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Questions? </a:t>
            </a:r>
            <a:r>
              <a:rPr lang="en" sz="1800">
                <a:latin typeface="Poppins"/>
                <a:ea typeface="Poppins"/>
                <a:cs typeface="Poppins"/>
                <a:sym typeface="Poppins"/>
              </a:rPr>
              <a:t>Post on Slack and tag:</a:t>
            </a:r>
            <a:endParaRPr sz="1800">
              <a:latin typeface="Poppins"/>
              <a:ea typeface="Poppins"/>
              <a:cs typeface="Poppins"/>
              <a:sym typeface="Poppins"/>
            </a:endParaRPr>
          </a:p>
        </p:txBody>
      </p:sp>
      <p:sp>
        <p:nvSpPr>
          <p:cNvPr id="188" name="Google Shape;188;p29"/>
          <p:cNvSpPr txBox="1"/>
          <p:nvPr>
            <p:ph idx="3" type="subTitle"/>
          </p:nvPr>
        </p:nvSpPr>
        <p:spPr>
          <a:xfrm>
            <a:off x="7040775" y="2436050"/>
            <a:ext cx="1764000" cy="431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800"/>
              <a:buNone/>
              <a:defRPr b="1">
                <a:solidFill>
                  <a:schemeClr val="dk1"/>
                </a:solidFill>
              </a:defRPr>
            </a:lvl1pPr>
            <a:lvl2pPr lvl="1" algn="ctr">
              <a:spcBef>
                <a:spcPts val="0"/>
              </a:spcBef>
              <a:spcAft>
                <a:spcPts val="0"/>
              </a:spcAft>
              <a:buClr>
                <a:schemeClr val="dk1"/>
              </a:buClr>
              <a:buSzPts val="1400"/>
              <a:buNone/>
              <a:defRPr b="1">
                <a:solidFill>
                  <a:schemeClr val="dk1"/>
                </a:solidFill>
              </a:defRPr>
            </a:lvl2pPr>
            <a:lvl3pPr lvl="2" algn="ctr">
              <a:spcBef>
                <a:spcPts val="0"/>
              </a:spcBef>
              <a:spcAft>
                <a:spcPts val="0"/>
              </a:spcAft>
              <a:buClr>
                <a:schemeClr val="dk1"/>
              </a:buClr>
              <a:buSzPts val="1400"/>
              <a:buNone/>
              <a:defRPr b="1">
                <a:solidFill>
                  <a:schemeClr val="dk1"/>
                </a:solidFill>
              </a:defRPr>
            </a:lvl3pPr>
            <a:lvl4pPr lvl="3" algn="ctr">
              <a:spcBef>
                <a:spcPts val="0"/>
              </a:spcBef>
              <a:spcAft>
                <a:spcPts val="0"/>
              </a:spcAft>
              <a:buClr>
                <a:schemeClr val="dk1"/>
              </a:buClr>
              <a:buSzPts val="1400"/>
              <a:buNone/>
              <a:defRPr b="1">
                <a:solidFill>
                  <a:schemeClr val="dk1"/>
                </a:solidFill>
              </a:defRPr>
            </a:lvl4pPr>
            <a:lvl5pPr lvl="4" algn="ctr">
              <a:spcBef>
                <a:spcPts val="0"/>
              </a:spcBef>
              <a:spcAft>
                <a:spcPts val="0"/>
              </a:spcAft>
              <a:buClr>
                <a:schemeClr val="dk1"/>
              </a:buClr>
              <a:buSzPts val="1400"/>
              <a:buNone/>
              <a:defRPr b="1">
                <a:solidFill>
                  <a:schemeClr val="dk1"/>
                </a:solidFill>
              </a:defRPr>
            </a:lvl5pPr>
            <a:lvl6pPr lvl="5" algn="ctr">
              <a:spcBef>
                <a:spcPts val="0"/>
              </a:spcBef>
              <a:spcAft>
                <a:spcPts val="0"/>
              </a:spcAft>
              <a:buClr>
                <a:schemeClr val="dk1"/>
              </a:buClr>
              <a:buSzPts val="1400"/>
              <a:buNone/>
              <a:defRPr b="1">
                <a:solidFill>
                  <a:schemeClr val="dk1"/>
                </a:solidFill>
              </a:defRPr>
            </a:lvl6pPr>
            <a:lvl7pPr lvl="6" algn="ctr">
              <a:spcBef>
                <a:spcPts val="0"/>
              </a:spcBef>
              <a:spcAft>
                <a:spcPts val="0"/>
              </a:spcAft>
              <a:buClr>
                <a:schemeClr val="dk1"/>
              </a:buClr>
              <a:buSzPts val="1400"/>
              <a:buNone/>
              <a:defRPr b="1">
                <a:solidFill>
                  <a:schemeClr val="dk1"/>
                </a:solidFill>
              </a:defRPr>
            </a:lvl7pPr>
            <a:lvl8pPr lvl="7" algn="ctr">
              <a:spcBef>
                <a:spcPts val="0"/>
              </a:spcBef>
              <a:spcAft>
                <a:spcPts val="0"/>
              </a:spcAft>
              <a:buClr>
                <a:schemeClr val="dk1"/>
              </a:buClr>
              <a:buSzPts val="1400"/>
              <a:buNone/>
              <a:defRPr b="1">
                <a:solidFill>
                  <a:schemeClr val="dk1"/>
                </a:solidFill>
              </a:defRPr>
            </a:lvl8pPr>
            <a:lvl9pPr lvl="8" algn="ctr">
              <a:spcBef>
                <a:spcPts val="0"/>
              </a:spcBef>
              <a:spcAft>
                <a:spcPts val="0"/>
              </a:spcAft>
              <a:buClr>
                <a:schemeClr val="dk1"/>
              </a:buClr>
              <a:buSzPts val="1400"/>
              <a:buNone/>
              <a:defRPr b="1">
                <a:solidFill>
                  <a:schemeClr val="dk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189" name="Shape 189"/>
        <p:cNvGrpSpPr/>
        <p:nvPr/>
      </p:nvGrpSpPr>
      <p:grpSpPr>
        <a:xfrm>
          <a:off x="0" y="0"/>
          <a:ext cx="0" cy="0"/>
          <a:chOff x="0" y="0"/>
          <a:chExt cx="0" cy="0"/>
        </a:xfrm>
      </p:grpSpPr>
      <p:pic>
        <p:nvPicPr>
          <p:cNvPr id="190" name="Google Shape;190;p30"/>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191" name="Google Shape;191;p30"/>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192" name="Google Shape;192;p30"/>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93" name="Google Shape;193;p30"/>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94" name="Google Shape;194;p3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95" name="Google Shape;195;p3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96" name="Google Shape;196;p30"/>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197" name="Google Shape;197;p3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98" name="Google Shape;198;p3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199" name="Shape 199"/>
        <p:cNvGrpSpPr/>
        <p:nvPr/>
      </p:nvGrpSpPr>
      <p:grpSpPr>
        <a:xfrm>
          <a:off x="0" y="0"/>
          <a:ext cx="0" cy="0"/>
          <a:chOff x="0" y="0"/>
          <a:chExt cx="0" cy="0"/>
        </a:xfrm>
      </p:grpSpPr>
      <p:pic>
        <p:nvPicPr>
          <p:cNvPr id="200" name="Google Shape;200;p31"/>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201" name="Google Shape;201;p31"/>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202" name="Google Shape;202;p31"/>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203" name="Google Shape;203;p3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04" name="Google Shape;204;p3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05" name="Google Shape;205;p31"/>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1"/>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207" name="Google Shape;207;p31"/>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08" name="Google Shape;208;p31"/>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209" name="Google Shape;209;p31"/>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210" name="Shape 210"/>
        <p:cNvGrpSpPr/>
        <p:nvPr/>
      </p:nvGrpSpPr>
      <p:grpSpPr>
        <a:xfrm>
          <a:off x="0" y="0"/>
          <a:ext cx="0" cy="0"/>
          <a:chOff x="0" y="0"/>
          <a:chExt cx="0" cy="0"/>
        </a:xfrm>
      </p:grpSpPr>
      <p:pic>
        <p:nvPicPr>
          <p:cNvPr id="211" name="Google Shape;211;p32"/>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212" name="Google Shape;212;p32"/>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213" name="Google Shape;213;p32"/>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214" name="Google Shape;214;p32"/>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15" name="Google Shape;215;p3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16" name="Google Shape;216;p3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17" name="Google Shape;217;p32"/>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218" name="Google Shape;218;p3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19" name="Google Shape;219;p3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220" name="Shape 220"/>
        <p:cNvGrpSpPr/>
        <p:nvPr/>
      </p:nvGrpSpPr>
      <p:grpSpPr>
        <a:xfrm>
          <a:off x="0" y="0"/>
          <a:ext cx="0" cy="0"/>
          <a:chOff x="0" y="0"/>
          <a:chExt cx="0" cy="0"/>
        </a:xfrm>
      </p:grpSpPr>
      <p:pic>
        <p:nvPicPr>
          <p:cNvPr id="221" name="Google Shape;221;p33"/>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222" name="Google Shape;222;p33"/>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223" name="Google Shape;223;p33"/>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224" name="Google Shape;224;p33"/>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25" name="Google Shape;225;p3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26" name="Google Shape;226;p3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27" name="Google Shape;227;p33"/>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228" name="Google Shape;228;p3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29" name="Google Shape;229;p3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230" name="Shape 230"/>
        <p:cNvGrpSpPr/>
        <p:nvPr/>
      </p:nvGrpSpPr>
      <p:grpSpPr>
        <a:xfrm>
          <a:off x="0" y="0"/>
          <a:ext cx="0" cy="0"/>
          <a:chOff x="0" y="0"/>
          <a:chExt cx="0" cy="0"/>
        </a:xfrm>
      </p:grpSpPr>
      <p:pic>
        <p:nvPicPr>
          <p:cNvPr id="231" name="Google Shape;231;p34"/>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232" name="Google Shape;232;p3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33" name="Google Shape;233;p34"/>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234" name="Google Shape;234;p34"/>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235" name="Google Shape;235;p34"/>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236" name="Google Shape;236;p34"/>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237" name="Shape 237"/>
        <p:cNvGrpSpPr/>
        <p:nvPr/>
      </p:nvGrpSpPr>
      <p:grpSpPr>
        <a:xfrm>
          <a:off x="0" y="0"/>
          <a:ext cx="0" cy="0"/>
          <a:chOff x="0" y="0"/>
          <a:chExt cx="0" cy="0"/>
        </a:xfrm>
      </p:grpSpPr>
      <p:pic>
        <p:nvPicPr>
          <p:cNvPr descr="Divider1.png" id="238" name="Google Shape;238;p35"/>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239" name="Google Shape;239;p35"/>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0" name="Google Shape;240;p35"/>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241" name="Shape 241"/>
        <p:cNvGrpSpPr/>
        <p:nvPr/>
      </p:nvGrpSpPr>
      <p:grpSpPr>
        <a:xfrm>
          <a:off x="0" y="0"/>
          <a:ext cx="0" cy="0"/>
          <a:chOff x="0" y="0"/>
          <a:chExt cx="0" cy="0"/>
        </a:xfrm>
      </p:grpSpPr>
      <p:pic>
        <p:nvPicPr>
          <p:cNvPr id="242" name="Google Shape;242;p36"/>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243" name="Google Shape;243;p36"/>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244" name="Google Shape;244;p36"/>
          <p:cNvSpPr/>
          <p:nvPr/>
        </p:nvSpPr>
        <p:spPr>
          <a:xfrm>
            <a:off x="914400" y="1656900"/>
            <a:ext cx="7315200" cy="18297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6"/>
          <p:cNvSpPr txBox="1"/>
          <p:nvPr>
            <p:ph type="title"/>
          </p:nvPr>
        </p:nvSpPr>
        <p:spPr>
          <a:xfrm>
            <a:off x="914400" y="1656900"/>
            <a:ext cx="7315200" cy="18297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246" name="Shape 246"/>
        <p:cNvGrpSpPr/>
        <p:nvPr/>
      </p:nvGrpSpPr>
      <p:grpSpPr>
        <a:xfrm>
          <a:off x="0" y="0"/>
          <a:ext cx="0" cy="0"/>
          <a:chOff x="0" y="0"/>
          <a:chExt cx="0" cy="0"/>
        </a:xfrm>
      </p:grpSpPr>
      <p:pic>
        <p:nvPicPr>
          <p:cNvPr id="247" name="Google Shape;247;p37"/>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48" name="Shape 248"/>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249" name="Shape 249"/>
        <p:cNvGrpSpPr/>
        <p:nvPr/>
      </p:nvGrpSpPr>
      <p:grpSpPr>
        <a:xfrm>
          <a:off x="0" y="0"/>
          <a:ext cx="0" cy="0"/>
          <a:chOff x="0" y="0"/>
          <a:chExt cx="0" cy="0"/>
        </a:xfrm>
      </p:grpSpPr>
      <p:grpSp>
        <p:nvGrpSpPr>
          <p:cNvPr id="250" name="Google Shape;250;p39"/>
          <p:cNvGrpSpPr/>
          <p:nvPr/>
        </p:nvGrpSpPr>
        <p:grpSpPr>
          <a:xfrm>
            <a:off x="6262100" y="-3850"/>
            <a:ext cx="2886900" cy="485125"/>
            <a:chOff x="6262100" y="-3850"/>
            <a:chExt cx="2886900" cy="485125"/>
          </a:xfrm>
        </p:grpSpPr>
        <p:pic>
          <p:nvPicPr>
            <p:cNvPr descr="1.png" id="251" name="Google Shape;251;p39"/>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252" name="Google Shape;252;p39"/>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253" name="Google Shape;253;p39"/>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254" name="Google Shape;254;p39"/>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255" name="Google Shape;255;p3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56" name="Google Shape;256;p3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57" name="Google Shape;257;p39"/>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258" name="Google Shape;258;p39"/>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259" name="Google Shape;259;p39"/>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260" name="Google Shape;260;p39"/>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261" name="Google Shape;261;p39"/>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262" name="Google Shape;262;p39"/>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263" name="Google Shape;263;p39"/>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1">
  <p:cSld name="CUSTOM_6_3">
    <p:spTree>
      <p:nvGrpSpPr>
        <p:cNvPr id="264" name="Shape 264"/>
        <p:cNvGrpSpPr/>
        <p:nvPr/>
      </p:nvGrpSpPr>
      <p:grpSpPr>
        <a:xfrm>
          <a:off x="0" y="0"/>
          <a:ext cx="0" cy="0"/>
          <a:chOff x="0" y="0"/>
          <a:chExt cx="0" cy="0"/>
        </a:xfrm>
      </p:grpSpPr>
      <p:pic>
        <p:nvPicPr>
          <p:cNvPr id="265" name="Google Shape;265;p40"/>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266" name="Google Shape;266;p40"/>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267" name="Google Shape;267;p4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68" name="Google Shape;268;p4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269" name="Google Shape;269;p40"/>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270" name="Google Shape;270;p40"/>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271" name="Google Shape;271;p40"/>
          <p:cNvSpPr txBox="1"/>
          <p:nvPr>
            <p:ph idx="1"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1">
  <p:cSld name="CUSTOM_6_2_1_1_1_2_1">
    <p:spTree>
      <p:nvGrpSpPr>
        <p:cNvPr id="272" name="Shape 272"/>
        <p:cNvGrpSpPr/>
        <p:nvPr/>
      </p:nvGrpSpPr>
      <p:grpSpPr>
        <a:xfrm>
          <a:off x="0" y="0"/>
          <a:ext cx="0" cy="0"/>
          <a:chOff x="0" y="0"/>
          <a:chExt cx="0" cy="0"/>
        </a:xfrm>
      </p:grpSpPr>
      <p:pic>
        <p:nvPicPr>
          <p:cNvPr id="273" name="Google Shape;273;p41"/>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274" name="Google Shape;274;p41"/>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275" name="Google Shape;275;p41"/>
          <p:cNvPicPr preferRelativeResize="0"/>
          <p:nvPr/>
        </p:nvPicPr>
        <p:blipFill>
          <a:blip r:embed="rId4">
            <a:alphaModFix/>
          </a:blip>
          <a:stretch>
            <a:fillRect/>
          </a:stretch>
        </p:blipFill>
        <p:spPr>
          <a:xfrm>
            <a:off x="452400" y="439975"/>
            <a:ext cx="654950" cy="654950"/>
          </a:xfrm>
          <a:prstGeom prst="rect">
            <a:avLst/>
          </a:prstGeom>
          <a:noFill/>
          <a:ln>
            <a:noFill/>
          </a:ln>
        </p:spPr>
      </p:pic>
      <p:pic>
        <p:nvPicPr>
          <p:cNvPr id="276" name="Google Shape;276;p4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77" name="Google Shape;277;p4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78" name="Google Shape;278;p41"/>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279" name="Google Shape;279;p4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80" name="Google Shape;280;p41"/>
          <p:cNvSpPr txBox="1"/>
          <p:nvPr>
            <p:ph idx="1"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284" name="Shape 284"/>
        <p:cNvGrpSpPr/>
        <p:nvPr/>
      </p:nvGrpSpPr>
      <p:grpSpPr>
        <a:xfrm>
          <a:off x="0" y="0"/>
          <a:ext cx="0" cy="0"/>
          <a:chOff x="0" y="0"/>
          <a:chExt cx="0" cy="0"/>
        </a:xfrm>
      </p:grpSpPr>
      <p:pic>
        <p:nvPicPr>
          <p:cNvPr id="285" name="Google Shape;285;p43"/>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286" name="Google Shape;286;p4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287" name="Shape 287"/>
        <p:cNvGrpSpPr/>
        <p:nvPr/>
      </p:nvGrpSpPr>
      <p:grpSpPr>
        <a:xfrm>
          <a:off x="0" y="0"/>
          <a:ext cx="0" cy="0"/>
          <a:chOff x="0" y="0"/>
          <a:chExt cx="0" cy="0"/>
        </a:xfrm>
      </p:grpSpPr>
      <p:pic>
        <p:nvPicPr>
          <p:cNvPr id="288" name="Google Shape;288;p44"/>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289" name="Google Shape;289;p44"/>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290" name="Google Shape;290;p4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91" name="Google Shape;291;p44"/>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292" name="Shape 292"/>
        <p:cNvGrpSpPr/>
        <p:nvPr/>
      </p:nvGrpSpPr>
      <p:grpSpPr>
        <a:xfrm>
          <a:off x="0" y="0"/>
          <a:ext cx="0" cy="0"/>
          <a:chOff x="0" y="0"/>
          <a:chExt cx="0" cy="0"/>
        </a:xfrm>
      </p:grpSpPr>
      <p:pic>
        <p:nvPicPr>
          <p:cNvPr descr="Divider4.png" id="293" name="Google Shape;293;p45"/>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294" name="Google Shape;294;p45"/>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295" name="Google Shape;295;p45"/>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296" name="Google Shape;296;p45"/>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297" name="Google Shape;297;p45"/>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298" name="Google Shape;298;p45"/>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299" name="Shape 299"/>
        <p:cNvGrpSpPr/>
        <p:nvPr/>
      </p:nvGrpSpPr>
      <p:grpSpPr>
        <a:xfrm>
          <a:off x="0" y="0"/>
          <a:ext cx="0" cy="0"/>
          <a:chOff x="0" y="0"/>
          <a:chExt cx="0" cy="0"/>
        </a:xfrm>
      </p:grpSpPr>
      <p:grpSp>
        <p:nvGrpSpPr>
          <p:cNvPr id="300" name="Google Shape;300;p46"/>
          <p:cNvGrpSpPr/>
          <p:nvPr/>
        </p:nvGrpSpPr>
        <p:grpSpPr>
          <a:xfrm rot="5400000">
            <a:off x="5719749" y="1629787"/>
            <a:ext cx="4964577" cy="1883925"/>
            <a:chOff x="4152224" y="1218499"/>
            <a:chExt cx="4964577" cy="1883925"/>
          </a:xfrm>
        </p:grpSpPr>
        <p:pic>
          <p:nvPicPr>
            <p:cNvPr id="301" name="Google Shape;301;p46"/>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302" name="Google Shape;302;p46"/>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303" name="Google Shape;303;p4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04" name="Google Shape;304;p4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05" name="Google Shape;305;p46"/>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rgbClr val="000000"/>
              </a:buClr>
              <a:buSzPts val="1100"/>
              <a:buFont typeface="Arial"/>
              <a:buNone/>
            </a:pPr>
            <a:r>
              <a:rPr b="1" lang="en" sz="2400">
                <a:solidFill>
                  <a:srgbClr val="000000"/>
                </a:solidFill>
                <a:latin typeface="Space Mono"/>
                <a:ea typeface="Space Mono"/>
                <a:cs typeface="Space Mono"/>
                <a:sym typeface="Space Mono"/>
              </a:rPr>
              <a:t>Agenda</a:t>
            </a:r>
            <a:endParaRPr b="1" sz="2400">
              <a:solidFill>
                <a:srgbClr val="05103E"/>
              </a:solidFill>
              <a:latin typeface="Space Mono"/>
              <a:ea typeface="Space Mono"/>
              <a:cs typeface="Space Mono"/>
              <a:sym typeface="Space Mono"/>
            </a:endParaRPr>
          </a:p>
        </p:txBody>
      </p:sp>
      <p:pic>
        <p:nvPicPr>
          <p:cNvPr id="306" name="Google Shape;306;p46"/>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307" name="Shape 307"/>
        <p:cNvGrpSpPr/>
        <p:nvPr/>
      </p:nvGrpSpPr>
      <p:grpSpPr>
        <a:xfrm>
          <a:off x="0" y="0"/>
          <a:ext cx="0" cy="0"/>
          <a:chOff x="0" y="0"/>
          <a:chExt cx="0" cy="0"/>
        </a:xfrm>
      </p:grpSpPr>
      <p:pic>
        <p:nvPicPr>
          <p:cNvPr id="308" name="Google Shape;308;p47"/>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309" name="Google Shape;309;p47"/>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310" name="Google Shape;310;p47"/>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11" name="Google Shape;311;p47"/>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12" name="Google Shape;312;p4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13" name="Google Shape;313;p4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314" name="Google Shape;314;p47"/>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315" name="Google Shape;315;p47"/>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316" name="Shape 316"/>
        <p:cNvGrpSpPr/>
        <p:nvPr/>
      </p:nvGrpSpPr>
      <p:grpSpPr>
        <a:xfrm>
          <a:off x="0" y="0"/>
          <a:ext cx="0" cy="0"/>
          <a:chOff x="0" y="0"/>
          <a:chExt cx="0" cy="0"/>
        </a:xfrm>
      </p:grpSpPr>
      <p:pic>
        <p:nvPicPr>
          <p:cNvPr id="317" name="Google Shape;317;p48"/>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318" name="Google Shape;318;p48"/>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319" name="Google Shape;319;p48"/>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320" name="Google Shape;320;p48"/>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321" name="Google Shape;321;p4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22" name="Google Shape;322;p4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23" name="Google Shape;323;p48"/>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324" name="Shape 324"/>
        <p:cNvGrpSpPr/>
        <p:nvPr/>
      </p:nvGrpSpPr>
      <p:grpSpPr>
        <a:xfrm>
          <a:off x="0" y="0"/>
          <a:ext cx="0" cy="0"/>
          <a:chOff x="0" y="0"/>
          <a:chExt cx="0" cy="0"/>
        </a:xfrm>
      </p:grpSpPr>
      <p:pic>
        <p:nvPicPr>
          <p:cNvPr id="325" name="Google Shape;325;p49"/>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26" name="Google Shape;326;p49"/>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327" name="Google Shape;327;p49"/>
          <p:cNvGrpSpPr/>
          <p:nvPr/>
        </p:nvGrpSpPr>
        <p:grpSpPr>
          <a:xfrm>
            <a:off x="5709066" y="201260"/>
            <a:ext cx="2296623" cy="4424889"/>
            <a:chOff x="5598780" y="137712"/>
            <a:chExt cx="2577001" cy="4664652"/>
          </a:xfrm>
        </p:grpSpPr>
        <p:pic>
          <p:nvPicPr>
            <p:cNvPr id="328" name="Google Shape;328;p49"/>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329" name="Google Shape;329;p49"/>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0" name="Google Shape;330;p49"/>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31" name="Google Shape;331;p4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32" name="Google Shape;332;p4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33" name="Google Shape;333;p49"/>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334" name="Shape 334"/>
        <p:cNvGrpSpPr/>
        <p:nvPr/>
      </p:nvGrpSpPr>
      <p:grpSpPr>
        <a:xfrm>
          <a:off x="0" y="0"/>
          <a:ext cx="0" cy="0"/>
          <a:chOff x="0" y="0"/>
          <a:chExt cx="0" cy="0"/>
        </a:xfrm>
      </p:grpSpPr>
      <p:pic>
        <p:nvPicPr>
          <p:cNvPr id="335" name="Google Shape;335;p5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36" name="Google Shape;336;p5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37" name="Google Shape;337;p5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38" name="Google Shape;338;p50"/>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39" name="Google Shape;339;p5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40" name="Google Shape;340;p50"/>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1" name="Google Shape;341;p50"/>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342" name="Shape 342"/>
        <p:cNvGrpSpPr/>
        <p:nvPr/>
      </p:nvGrpSpPr>
      <p:grpSpPr>
        <a:xfrm>
          <a:off x="0" y="0"/>
          <a:ext cx="0" cy="0"/>
          <a:chOff x="0" y="0"/>
          <a:chExt cx="0" cy="0"/>
        </a:xfrm>
      </p:grpSpPr>
      <p:pic>
        <p:nvPicPr>
          <p:cNvPr id="343" name="Google Shape;343;p51"/>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344" name="Google Shape;344;p51"/>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45" name="Google Shape;345;p51"/>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46" name="Google Shape;346;p5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47" name="Google Shape;347;p5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348" name="Google Shape;348;p51"/>
          <p:cNvGrpSpPr/>
          <p:nvPr/>
        </p:nvGrpSpPr>
        <p:grpSpPr>
          <a:xfrm>
            <a:off x="4344100" y="398125"/>
            <a:ext cx="4546500" cy="4222800"/>
            <a:chOff x="4344100" y="398125"/>
            <a:chExt cx="4546500" cy="4222800"/>
          </a:xfrm>
        </p:grpSpPr>
        <p:sp>
          <p:nvSpPr>
            <p:cNvPr id="349" name="Google Shape;349;p51"/>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0" name="Google Shape;350;p51"/>
            <p:cNvGrpSpPr/>
            <p:nvPr/>
          </p:nvGrpSpPr>
          <p:grpSpPr>
            <a:xfrm>
              <a:off x="4445450" y="524200"/>
              <a:ext cx="399495" cy="101100"/>
              <a:chOff x="4445450" y="524200"/>
              <a:chExt cx="399495" cy="101100"/>
            </a:xfrm>
          </p:grpSpPr>
          <p:sp>
            <p:nvSpPr>
              <p:cNvPr id="351" name="Google Shape;351;p51"/>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51"/>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51"/>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4" name="Google Shape;354;p51"/>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355" name="Shape 355"/>
        <p:cNvGrpSpPr/>
        <p:nvPr/>
      </p:nvGrpSpPr>
      <p:grpSpPr>
        <a:xfrm>
          <a:off x="0" y="0"/>
          <a:ext cx="0" cy="0"/>
          <a:chOff x="0" y="0"/>
          <a:chExt cx="0" cy="0"/>
        </a:xfrm>
      </p:grpSpPr>
      <p:pic>
        <p:nvPicPr>
          <p:cNvPr id="356" name="Google Shape;356;p52"/>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57" name="Google Shape;357;p52"/>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58" name="Google Shape;358;p52"/>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59" name="Google Shape;359;p52"/>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60" name="Google Shape;360;p5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361" name="Shape 361"/>
        <p:cNvGrpSpPr/>
        <p:nvPr/>
      </p:nvGrpSpPr>
      <p:grpSpPr>
        <a:xfrm>
          <a:off x="0" y="0"/>
          <a:ext cx="0" cy="0"/>
          <a:chOff x="0" y="0"/>
          <a:chExt cx="0" cy="0"/>
        </a:xfrm>
      </p:grpSpPr>
      <p:pic>
        <p:nvPicPr>
          <p:cNvPr id="362" name="Google Shape;362;p53"/>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363" name="Google Shape;363;p53"/>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53"/>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365" name="Google Shape;365;p53"/>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66" name="Google Shape;366;p5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67" name="Google Shape;367;p53"/>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68" name="Google Shape;368;p53"/>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369" name="Google Shape;369;p53"/>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370" name="Shape 370"/>
        <p:cNvGrpSpPr/>
        <p:nvPr/>
      </p:nvGrpSpPr>
      <p:grpSpPr>
        <a:xfrm>
          <a:off x="0" y="0"/>
          <a:ext cx="0" cy="0"/>
          <a:chOff x="0" y="0"/>
          <a:chExt cx="0" cy="0"/>
        </a:xfrm>
      </p:grpSpPr>
      <p:pic>
        <p:nvPicPr>
          <p:cNvPr id="371" name="Google Shape;371;p54"/>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372" name="Google Shape;372;p54"/>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373" name="Google Shape;373;p54"/>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74" name="Google Shape;374;p5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75" name="Google Shape;375;p5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76" name="Google Shape;376;p5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377" name="Google Shape;377;p5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78" name="Google Shape;378;p5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79" name="Google Shape;379;p54"/>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380" name="Shape 380"/>
        <p:cNvGrpSpPr/>
        <p:nvPr/>
      </p:nvGrpSpPr>
      <p:grpSpPr>
        <a:xfrm>
          <a:off x="0" y="0"/>
          <a:ext cx="0" cy="0"/>
          <a:chOff x="0" y="0"/>
          <a:chExt cx="0" cy="0"/>
        </a:xfrm>
      </p:grpSpPr>
      <p:pic>
        <p:nvPicPr>
          <p:cNvPr id="381" name="Google Shape;381;p55"/>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382" name="Google Shape;382;p55"/>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383" name="Google Shape;383;p55"/>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84" name="Google Shape;384;p5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85" name="Google Shape;385;p5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386" name="Google Shape;386;p55"/>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387" name="Google Shape;387;p5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388" name="Google Shape;388;p55"/>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389" name="Shape 389"/>
        <p:cNvGrpSpPr/>
        <p:nvPr/>
      </p:nvGrpSpPr>
      <p:grpSpPr>
        <a:xfrm>
          <a:off x="0" y="0"/>
          <a:ext cx="0" cy="0"/>
          <a:chOff x="0" y="0"/>
          <a:chExt cx="0" cy="0"/>
        </a:xfrm>
      </p:grpSpPr>
      <p:pic>
        <p:nvPicPr>
          <p:cNvPr id="390" name="Google Shape;390;p56"/>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391" name="Google Shape;391;p56"/>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392" name="Google Shape;392;p56"/>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393" name="Google Shape;393;p56"/>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94" name="Google Shape;394;p5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95" name="Google Shape;395;p5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96" name="Google Shape;396;p5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397" name="Google Shape;397;p5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98" name="Google Shape;398;p56"/>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399" name="Shape 399"/>
        <p:cNvGrpSpPr/>
        <p:nvPr/>
      </p:nvGrpSpPr>
      <p:grpSpPr>
        <a:xfrm>
          <a:off x="0" y="0"/>
          <a:ext cx="0" cy="0"/>
          <a:chOff x="0" y="0"/>
          <a:chExt cx="0" cy="0"/>
        </a:xfrm>
      </p:grpSpPr>
      <p:pic>
        <p:nvPicPr>
          <p:cNvPr id="400" name="Google Shape;400;p57"/>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401" name="Google Shape;401;p57"/>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402" name="Google Shape;402;p57"/>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403" name="Google Shape;403;p57"/>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04" name="Google Shape;404;p5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05" name="Google Shape;405;p5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06" name="Google Shape;406;p57"/>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407" name="Google Shape;407;p5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08" name="Google Shape;408;p5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409" name="Shape 409"/>
        <p:cNvGrpSpPr/>
        <p:nvPr/>
      </p:nvGrpSpPr>
      <p:grpSpPr>
        <a:xfrm>
          <a:off x="0" y="0"/>
          <a:ext cx="0" cy="0"/>
          <a:chOff x="0" y="0"/>
          <a:chExt cx="0" cy="0"/>
        </a:xfrm>
      </p:grpSpPr>
      <p:pic>
        <p:nvPicPr>
          <p:cNvPr id="410" name="Google Shape;410;p58"/>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411" name="Google Shape;411;p58"/>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412" name="Google Shape;412;p58"/>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13" name="Google Shape;413;p58"/>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14" name="Google Shape;414;p5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15" name="Google Shape;415;p5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16" name="Google Shape;416;p58"/>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417" name="Google Shape;417;p5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18" name="Google Shape;418;p58"/>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419" name="Shape 419"/>
        <p:cNvGrpSpPr/>
        <p:nvPr/>
      </p:nvGrpSpPr>
      <p:grpSpPr>
        <a:xfrm>
          <a:off x="0" y="0"/>
          <a:ext cx="0" cy="0"/>
          <a:chOff x="0" y="0"/>
          <a:chExt cx="0" cy="0"/>
        </a:xfrm>
      </p:grpSpPr>
      <p:pic>
        <p:nvPicPr>
          <p:cNvPr id="420" name="Google Shape;420;p59"/>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421" name="Google Shape;421;p59"/>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422" name="Google Shape;422;p5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23" name="Google Shape;423;p59"/>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24" name="Google Shape;424;p5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25" name="Google Shape;425;p5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26" name="Google Shape;426;p59"/>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427" name="Google Shape;427;p5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28" name="Google Shape;428;p5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429" name="Shape 429"/>
        <p:cNvGrpSpPr/>
        <p:nvPr/>
      </p:nvGrpSpPr>
      <p:grpSpPr>
        <a:xfrm>
          <a:off x="0" y="0"/>
          <a:ext cx="0" cy="0"/>
          <a:chOff x="0" y="0"/>
          <a:chExt cx="0" cy="0"/>
        </a:xfrm>
      </p:grpSpPr>
      <p:pic>
        <p:nvPicPr>
          <p:cNvPr id="430" name="Google Shape;430;p60"/>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431" name="Google Shape;431;p60"/>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432" name="Google Shape;432;p60"/>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433" name="Google Shape;433;p6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34" name="Google Shape;434;p6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35" name="Google Shape;435;p60"/>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60"/>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437" name="Google Shape;437;p60"/>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38" name="Google Shape;438;p60"/>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439" name="Google Shape;439;p60"/>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440" name="Shape 440"/>
        <p:cNvGrpSpPr/>
        <p:nvPr/>
      </p:nvGrpSpPr>
      <p:grpSpPr>
        <a:xfrm>
          <a:off x="0" y="0"/>
          <a:ext cx="0" cy="0"/>
          <a:chOff x="0" y="0"/>
          <a:chExt cx="0" cy="0"/>
        </a:xfrm>
      </p:grpSpPr>
      <p:pic>
        <p:nvPicPr>
          <p:cNvPr id="441" name="Google Shape;441;p61"/>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442" name="Google Shape;442;p61"/>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443" name="Google Shape;443;p61"/>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44" name="Google Shape;444;p61"/>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45" name="Google Shape;445;p6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46" name="Google Shape;446;p6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47" name="Google Shape;447;p61"/>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448" name="Google Shape;448;p6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49" name="Google Shape;449;p6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450" name="Shape 450"/>
        <p:cNvGrpSpPr/>
        <p:nvPr/>
      </p:nvGrpSpPr>
      <p:grpSpPr>
        <a:xfrm>
          <a:off x="0" y="0"/>
          <a:ext cx="0" cy="0"/>
          <a:chOff x="0" y="0"/>
          <a:chExt cx="0" cy="0"/>
        </a:xfrm>
      </p:grpSpPr>
      <p:pic>
        <p:nvPicPr>
          <p:cNvPr id="451" name="Google Shape;451;p62"/>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452" name="Google Shape;452;p62"/>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453" name="Google Shape;453;p6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54" name="Google Shape;454;p6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55" name="Google Shape;455;p62"/>
          <p:cNvSpPr txBox="1"/>
          <p:nvPr/>
        </p:nvSpPr>
        <p:spPr>
          <a:xfrm>
            <a:off x="565375" y="333100"/>
            <a:ext cx="5005800" cy="408000"/>
          </a:xfrm>
          <a:prstGeom prst="rect">
            <a:avLst/>
          </a:prstGeom>
          <a:noFill/>
          <a:ln>
            <a:noFill/>
          </a:ln>
        </p:spPr>
        <p:txBody>
          <a:bodyPr anchorCtr="0" anchor="t" bIns="19050" lIns="19050" spcFirstLastPara="1" rIns="19050" wrap="square" tIns="19050">
            <a:sp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456" name="Google Shape;456;p62"/>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457" name="Shape 457"/>
        <p:cNvGrpSpPr/>
        <p:nvPr/>
      </p:nvGrpSpPr>
      <p:grpSpPr>
        <a:xfrm>
          <a:off x="0" y="0"/>
          <a:ext cx="0" cy="0"/>
          <a:chOff x="0" y="0"/>
          <a:chExt cx="0" cy="0"/>
        </a:xfrm>
      </p:grpSpPr>
      <p:pic>
        <p:nvPicPr>
          <p:cNvPr id="458" name="Google Shape;458;p63"/>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459" name="Google Shape;459;p63"/>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460" name="Google Shape;460;p63"/>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61" name="Google Shape;461;p63"/>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62" name="Google Shape;462;p6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63" name="Google Shape;463;p6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64" name="Google Shape;464;p63"/>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465" name="Google Shape;465;p6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66" name="Google Shape;466;p6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467" name="Shape 467"/>
        <p:cNvGrpSpPr/>
        <p:nvPr/>
      </p:nvGrpSpPr>
      <p:grpSpPr>
        <a:xfrm>
          <a:off x="0" y="0"/>
          <a:ext cx="0" cy="0"/>
          <a:chOff x="0" y="0"/>
          <a:chExt cx="0" cy="0"/>
        </a:xfrm>
      </p:grpSpPr>
      <p:pic>
        <p:nvPicPr>
          <p:cNvPr id="468" name="Google Shape;468;p64"/>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469" name="Google Shape;469;p6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70" name="Google Shape;470;p64"/>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471" name="Google Shape;471;p64"/>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472" name="Google Shape;472;p64"/>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473" name="Google Shape;473;p64"/>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474" name="Shape 474"/>
        <p:cNvGrpSpPr/>
        <p:nvPr/>
      </p:nvGrpSpPr>
      <p:grpSpPr>
        <a:xfrm>
          <a:off x="0" y="0"/>
          <a:ext cx="0" cy="0"/>
          <a:chOff x="0" y="0"/>
          <a:chExt cx="0" cy="0"/>
        </a:xfrm>
      </p:grpSpPr>
      <p:pic>
        <p:nvPicPr>
          <p:cNvPr descr="Divider1.png" id="475" name="Google Shape;475;p65"/>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476" name="Google Shape;476;p65"/>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77" name="Google Shape;477;p65"/>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478" name="Shape 478"/>
        <p:cNvGrpSpPr/>
        <p:nvPr/>
      </p:nvGrpSpPr>
      <p:grpSpPr>
        <a:xfrm>
          <a:off x="0" y="0"/>
          <a:ext cx="0" cy="0"/>
          <a:chOff x="0" y="0"/>
          <a:chExt cx="0" cy="0"/>
        </a:xfrm>
      </p:grpSpPr>
      <p:pic>
        <p:nvPicPr>
          <p:cNvPr id="479" name="Google Shape;479;p66"/>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480" name="Google Shape;480;p66"/>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481" name="Google Shape;481;p66"/>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66"/>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483" name="Shape 483"/>
        <p:cNvGrpSpPr/>
        <p:nvPr/>
      </p:nvGrpSpPr>
      <p:grpSpPr>
        <a:xfrm>
          <a:off x="0" y="0"/>
          <a:ext cx="0" cy="0"/>
          <a:chOff x="0" y="0"/>
          <a:chExt cx="0" cy="0"/>
        </a:xfrm>
      </p:grpSpPr>
      <p:pic>
        <p:nvPicPr>
          <p:cNvPr id="484" name="Google Shape;484;p67"/>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485" name="Shape 485"/>
        <p:cNvGrpSpPr/>
        <p:nvPr/>
      </p:nvGrpSpPr>
      <p:grpSpPr>
        <a:xfrm>
          <a:off x="0" y="0"/>
          <a:ext cx="0" cy="0"/>
          <a:chOff x="0" y="0"/>
          <a:chExt cx="0" cy="0"/>
        </a:xfrm>
      </p:grpSpPr>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486" name="Shape 486"/>
        <p:cNvGrpSpPr/>
        <p:nvPr/>
      </p:nvGrpSpPr>
      <p:grpSpPr>
        <a:xfrm>
          <a:off x="0" y="0"/>
          <a:ext cx="0" cy="0"/>
          <a:chOff x="0" y="0"/>
          <a:chExt cx="0" cy="0"/>
        </a:xfrm>
      </p:grpSpPr>
      <p:grpSp>
        <p:nvGrpSpPr>
          <p:cNvPr id="487" name="Google Shape;487;p69"/>
          <p:cNvGrpSpPr/>
          <p:nvPr/>
        </p:nvGrpSpPr>
        <p:grpSpPr>
          <a:xfrm>
            <a:off x="6262100" y="-3850"/>
            <a:ext cx="2886900" cy="485125"/>
            <a:chOff x="6262100" y="-3850"/>
            <a:chExt cx="2886900" cy="485125"/>
          </a:xfrm>
        </p:grpSpPr>
        <p:pic>
          <p:nvPicPr>
            <p:cNvPr descr="1.png" id="488" name="Google Shape;488;p69"/>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489" name="Google Shape;489;p69"/>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490" name="Google Shape;490;p69"/>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491" name="Google Shape;491;p69"/>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492" name="Google Shape;492;p6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93" name="Google Shape;493;p6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94" name="Google Shape;494;p69"/>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495" name="Google Shape;495;p69"/>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496" name="Google Shape;496;p69"/>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497" name="Google Shape;497;p69"/>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498" name="Google Shape;498;p69"/>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499" name="Google Shape;499;p69"/>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500" name="Google Shape;500;p69"/>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504" name="Shape 504"/>
        <p:cNvGrpSpPr/>
        <p:nvPr/>
      </p:nvGrpSpPr>
      <p:grpSpPr>
        <a:xfrm>
          <a:off x="0" y="0"/>
          <a:ext cx="0" cy="0"/>
          <a:chOff x="0" y="0"/>
          <a:chExt cx="0" cy="0"/>
        </a:xfrm>
      </p:grpSpPr>
      <p:pic>
        <p:nvPicPr>
          <p:cNvPr id="505" name="Google Shape;505;p71"/>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506" name="Google Shape;506;p7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507" name="Shape 507"/>
        <p:cNvGrpSpPr/>
        <p:nvPr/>
      </p:nvGrpSpPr>
      <p:grpSpPr>
        <a:xfrm>
          <a:off x="0" y="0"/>
          <a:ext cx="0" cy="0"/>
          <a:chOff x="0" y="0"/>
          <a:chExt cx="0" cy="0"/>
        </a:xfrm>
      </p:grpSpPr>
      <p:pic>
        <p:nvPicPr>
          <p:cNvPr id="508" name="Google Shape;508;p72"/>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509" name="Google Shape;509;p72"/>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510" name="Google Shape;510;p7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11" name="Google Shape;511;p72"/>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512" name="Shape 512"/>
        <p:cNvGrpSpPr/>
        <p:nvPr/>
      </p:nvGrpSpPr>
      <p:grpSpPr>
        <a:xfrm>
          <a:off x="0" y="0"/>
          <a:ext cx="0" cy="0"/>
          <a:chOff x="0" y="0"/>
          <a:chExt cx="0" cy="0"/>
        </a:xfrm>
      </p:grpSpPr>
      <p:pic>
        <p:nvPicPr>
          <p:cNvPr descr="Divider4.png" id="513" name="Google Shape;513;p73"/>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514" name="Google Shape;514;p73"/>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515" name="Google Shape;515;p73"/>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516" name="Google Shape;516;p73"/>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517" name="Google Shape;517;p73"/>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518" name="Google Shape;518;p73"/>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519" name="Shape 519"/>
        <p:cNvGrpSpPr/>
        <p:nvPr/>
      </p:nvGrpSpPr>
      <p:grpSpPr>
        <a:xfrm>
          <a:off x="0" y="0"/>
          <a:ext cx="0" cy="0"/>
          <a:chOff x="0" y="0"/>
          <a:chExt cx="0" cy="0"/>
        </a:xfrm>
      </p:grpSpPr>
      <p:sp>
        <p:nvSpPr>
          <p:cNvPr id="520" name="Google Shape;520;p74"/>
          <p:cNvSpPr txBox="1"/>
          <p:nvPr/>
        </p:nvSpPr>
        <p:spPr>
          <a:xfrm>
            <a:off x="552800" y="344402"/>
            <a:ext cx="8239200" cy="657000"/>
          </a:xfrm>
          <a:prstGeom prst="rect">
            <a:avLst/>
          </a:prstGeom>
          <a:noFill/>
          <a:ln>
            <a:noFill/>
          </a:ln>
        </p:spPr>
        <p:txBody>
          <a:bodyPr anchorCtr="0" anchor="t"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3600">
                <a:solidFill>
                  <a:schemeClr val="dk1"/>
                </a:solidFill>
                <a:latin typeface="Space Mono"/>
                <a:ea typeface="Space Mono"/>
                <a:cs typeface="Space Mono"/>
                <a:sym typeface="Space Mono"/>
              </a:rPr>
              <a:t>Agenda</a:t>
            </a:r>
            <a:endParaRPr b="1" sz="3600">
              <a:solidFill>
                <a:srgbClr val="05103E"/>
              </a:solidFill>
              <a:latin typeface="Space Mono"/>
              <a:ea typeface="Space Mono"/>
              <a:cs typeface="Space Mono"/>
              <a:sym typeface="Space Mono"/>
            </a:endParaRPr>
          </a:p>
        </p:txBody>
      </p:sp>
      <p:grpSp>
        <p:nvGrpSpPr>
          <p:cNvPr id="521" name="Google Shape;521;p74"/>
          <p:cNvGrpSpPr/>
          <p:nvPr/>
        </p:nvGrpSpPr>
        <p:grpSpPr>
          <a:xfrm rot="5400000">
            <a:off x="5719749" y="1629787"/>
            <a:ext cx="4964577" cy="1883925"/>
            <a:chOff x="4152224" y="1218499"/>
            <a:chExt cx="4964577" cy="1883925"/>
          </a:xfrm>
        </p:grpSpPr>
        <p:pic>
          <p:nvPicPr>
            <p:cNvPr id="522" name="Google Shape;522;p74"/>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523" name="Google Shape;523;p74"/>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524" name="Google Shape;524;p7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25" name="Google Shape;525;p7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526" name="Shape 526"/>
        <p:cNvGrpSpPr/>
        <p:nvPr/>
      </p:nvGrpSpPr>
      <p:grpSpPr>
        <a:xfrm>
          <a:off x="0" y="0"/>
          <a:ext cx="0" cy="0"/>
          <a:chOff x="0" y="0"/>
          <a:chExt cx="0" cy="0"/>
        </a:xfrm>
      </p:grpSpPr>
      <p:pic>
        <p:nvPicPr>
          <p:cNvPr id="527" name="Google Shape;527;p75"/>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528" name="Google Shape;528;p75"/>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529" name="Google Shape;529;p75"/>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30" name="Google Shape;530;p75"/>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31" name="Google Shape;531;p7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32" name="Google Shape;532;p7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533" name="Google Shape;533;p75"/>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534" name="Google Shape;534;p75"/>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535" name="Shape 535"/>
        <p:cNvGrpSpPr/>
        <p:nvPr/>
      </p:nvGrpSpPr>
      <p:grpSpPr>
        <a:xfrm>
          <a:off x="0" y="0"/>
          <a:ext cx="0" cy="0"/>
          <a:chOff x="0" y="0"/>
          <a:chExt cx="0" cy="0"/>
        </a:xfrm>
      </p:grpSpPr>
      <p:pic>
        <p:nvPicPr>
          <p:cNvPr id="536" name="Google Shape;536;p76"/>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537" name="Google Shape;537;p76"/>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538" name="Google Shape;538;p76"/>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539" name="Google Shape;539;p76"/>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540" name="Google Shape;540;p7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541" name="Google Shape;541;p7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42" name="Google Shape;542;p76"/>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543" name="Shape 543"/>
        <p:cNvGrpSpPr/>
        <p:nvPr/>
      </p:nvGrpSpPr>
      <p:grpSpPr>
        <a:xfrm>
          <a:off x="0" y="0"/>
          <a:ext cx="0" cy="0"/>
          <a:chOff x="0" y="0"/>
          <a:chExt cx="0" cy="0"/>
        </a:xfrm>
      </p:grpSpPr>
      <p:pic>
        <p:nvPicPr>
          <p:cNvPr id="544" name="Google Shape;544;p77"/>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45" name="Google Shape;545;p77"/>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546" name="Google Shape;546;p77"/>
          <p:cNvGrpSpPr/>
          <p:nvPr/>
        </p:nvGrpSpPr>
        <p:grpSpPr>
          <a:xfrm>
            <a:off x="5709066" y="201260"/>
            <a:ext cx="2296623" cy="4424889"/>
            <a:chOff x="5598780" y="137712"/>
            <a:chExt cx="2577001" cy="4664652"/>
          </a:xfrm>
        </p:grpSpPr>
        <p:pic>
          <p:nvPicPr>
            <p:cNvPr id="547" name="Google Shape;547;p77"/>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548" name="Google Shape;548;p77"/>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9" name="Google Shape;549;p77"/>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50" name="Google Shape;550;p7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51" name="Google Shape;551;p7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52" name="Google Shape;552;p77"/>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553" name="Shape 553"/>
        <p:cNvGrpSpPr/>
        <p:nvPr/>
      </p:nvGrpSpPr>
      <p:grpSpPr>
        <a:xfrm>
          <a:off x="0" y="0"/>
          <a:ext cx="0" cy="0"/>
          <a:chOff x="0" y="0"/>
          <a:chExt cx="0" cy="0"/>
        </a:xfrm>
      </p:grpSpPr>
      <p:pic>
        <p:nvPicPr>
          <p:cNvPr id="554" name="Google Shape;554;p78"/>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55" name="Google Shape;555;p78"/>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56" name="Google Shape;556;p78"/>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57" name="Google Shape;557;p7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58" name="Google Shape;558;p7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59" name="Google Shape;559;p78"/>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60" name="Google Shape;560;p78"/>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561" name="Shape 561"/>
        <p:cNvGrpSpPr/>
        <p:nvPr/>
      </p:nvGrpSpPr>
      <p:grpSpPr>
        <a:xfrm>
          <a:off x="0" y="0"/>
          <a:ext cx="0" cy="0"/>
          <a:chOff x="0" y="0"/>
          <a:chExt cx="0" cy="0"/>
        </a:xfrm>
      </p:grpSpPr>
      <p:pic>
        <p:nvPicPr>
          <p:cNvPr id="562" name="Google Shape;562;p79"/>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563" name="Google Shape;563;p79"/>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64" name="Google Shape;564;p79"/>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65" name="Google Shape;565;p79"/>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66" name="Google Shape;566;p7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567" name="Google Shape;567;p79"/>
          <p:cNvGrpSpPr/>
          <p:nvPr/>
        </p:nvGrpSpPr>
        <p:grpSpPr>
          <a:xfrm>
            <a:off x="4344100" y="398125"/>
            <a:ext cx="4546500" cy="4222800"/>
            <a:chOff x="4344100" y="398125"/>
            <a:chExt cx="4546500" cy="4222800"/>
          </a:xfrm>
        </p:grpSpPr>
        <p:sp>
          <p:nvSpPr>
            <p:cNvPr id="568" name="Google Shape;568;p79"/>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9" name="Google Shape;569;p79"/>
            <p:cNvGrpSpPr/>
            <p:nvPr/>
          </p:nvGrpSpPr>
          <p:grpSpPr>
            <a:xfrm>
              <a:off x="4445450" y="524200"/>
              <a:ext cx="399495" cy="101100"/>
              <a:chOff x="4445450" y="524200"/>
              <a:chExt cx="399495" cy="101100"/>
            </a:xfrm>
          </p:grpSpPr>
          <p:sp>
            <p:nvSpPr>
              <p:cNvPr id="570" name="Google Shape;570;p79"/>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79"/>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79"/>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3" name="Google Shape;573;p79"/>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574" name="Shape 574"/>
        <p:cNvGrpSpPr/>
        <p:nvPr/>
      </p:nvGrpSpPr>
      <p:grpSpPr>
        <a:xfrm>
          <a:off x="0" y="0"/>
          <a:ext cx="0" cy="0"/>
          <a:chOff x="0" y="0"/>
          <a:chExt cx="0" cy="0"/>
        </a:xfrm>
      </p:grpSpPr>
      <p:pic>
        <p:nvPicPr>
          <p:cNvPr id="575" name="Google Shape;575;p8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76" name="Google Shape;576;p8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77" name="Google Shape;577;p8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78" name="Google Shape;578;p80"/>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79" name="Google Shape;579;p8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580" name="Shape 580"/>
        <p:cNvGrpSpPr/>
        <p:nvPr/>
      </p:nvGrpSpPr>
      <p:grpSpPr>
        <a:xfrm>
          <a:off x="0" y="0"/>
          <a:ext cx="0" cy="0"/>
          <a:chOff x="0" y="0"/>
          <a:chExt cx="0" cy="0"/>
        </a:xfrm>
      </p:grpSpPr>
      <p:pic>
        <p:nvPicPr>
          <p:cNvPr id="581" name="Google Shape;581;p81"/>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582" name="Google Shape;582;p81"/>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81"/>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584" name="Google Shape;584;p8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85" name="Google Shape;585;p8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86" name="Google Shape;586;p81"/>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87" name="Google Shape;587;p81"/>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588" name="Google Shape;588;p81"/>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ython Code Block">
  <p:cSld name="CUSTOM_7_1_1">
    <p:spTree>
      <p:nvGrpSpPr>
        <p:cNvPr id="589" name="Shape 589"/>
        <p:cNvGrpSpPr/>
        <p:nvPr/>
      </p:nvGrpSpPr>
      <p:grpSpPr>
        <a:xfrm>
          <a:off x="0" y="0"/>
          <a:ext cx="0" cy="0"/>
          <a:chOff x="0" y="0"/>
          <a:chExt cx="0" cy="0"/>
        </a:xfrm>
      </p:grpSpPr>
      <p:pic>
        <p:nvPicPr>
          <p:cNvPr id="590" name="Google Shape;590;p82"/>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591" name="Google Shape;591;p82"/>
          <p:cNvSpPr/>
          <p:nvPr/>
        </p:nvSpPr>
        <p:spPr>
          <a:xfrm>
            <a:off x="4385200" y="156475"/>
            <a:ext cx="4554600" cy="46386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82"/>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593" name="Google Shape;593;p82"/>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94" name="Google Shape;594;p8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95" name="Google Shape;595;p82"/>
          <p:cNvSpPr txBox="1"/>
          <p:nvPr>
            <p:ph type="title"/>
          </p:nvPr>
        </p:nvSpPr>
        <p:spPr>
          <a:xfrm>
            <a:off x="452400" y="1564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96" name="Google Shape;596;p82"/>
          <p:cNvSpPr txBox="1"/>
          <p:nvPr>
            <p:ph idx="1" type="body"/>
          </p:nvPr>
        </p:nvSpPr>
        <p:spPr>
          <a:xfrm>
            <a:off x="452400" y="646350"/>
            <a:ext cx="3701100" cy="39747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597" name="Google Shape;597;p82"/>
          <p:cNvSpPr txBox="1"/>
          <p:nvPr>
            <p:ph idx="2" type="subTitle"/>
          </p:nvPr>
        </p:nvSpPr>
        <p:spPr>
          <a:xfrm>
            <a:off x="4511175" y="646350"/>
            <a:ext cx="4367400" cy="3853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2pPr>
            <a:lvl3pPr lvl="2">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3pPr>
            <a:lvl4pPr lvl="3">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4pPr>
            <a:lvl5pPr lvl="4">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5pPr>
            <a:lvl6pPr lvl="5">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6pPr>
            <a:lvl7pPr lvl="6">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7pPr>
            <a:lvl8pPr lvl="7">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8pPr>
            <a:lvl9pPr lvl="8">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9pPr>
          </a:lstStyle>
          <a:p/>
        </p:txBody>
      </p:sp>
      <p:sp>
        <p:nvSpPr>
          <p:cNvPr id="598" name="Google Shape;598;p82"/>
          <p:cNvSpPr txBox="1"/>
          <p:nvPr/>
        </p:nvSpPr>
        <p:spPr>
          <a:xfrm>
            <a:off x="5023125" y="227125"/>
            <a:ext cx="35205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latin typeface="Space Mono"/>
                <a:ea typeface="Space Mono"/>
                <a:cs typeface="Space Mono"/>
                <a:sym typeface="Space Mono"/>
              </a:rPr>
              <a:t>Python</a:t>
            </a:r>
            <a:endParaRPr b="1" sz="1900">
              <a:latin typeface="Space Mono"/>
              <a:ea typeface="Space Mono"/>
              <a:cs typeface="Space Mono"/>
              <a:sym typeface="Space Mono"/>
            </a:endParaRPr>
          </a:p>
        </p:txBody>
      </p:sp>
      <p:pic>
        <p:nvPicPr>
          <p:cNvPr descr="Snake " id="599" name="Google Shape;599;p82" title="Snake "/>
          <p:cNvPicPr preferRelativeResize="0"/>
          <p:nvPr/>
        </p:nvPicPr>
        <p:blipFill>
          <a:blip r:embed="rId4">
            <a:alphaModFix/>
          </a:blip>
          <a:stretch>
            <a:fillRect/>
          </a:stretch>
        </p:blipFill>
        <p:spPr>
          <a:xfrm>
            <a:off x="4511175" y="227125"/>
            <a:ext cx="431100" cy="431100"/>
          </a:xfrm>
          <a:prstGeom prst="rect">
            <a:avLst/>
          </a:prstGeom>
          <a:noFill/>
          <a:ln>
            <a:noFill/>
          </a:ln>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ava Code Block 1">
  <p:cSld name="CUSTOM_7_1_1_1">
    <p:spTree>
      <p:nvGrpSpPr>
        <p:cNvPr id="600" name="Shape 600"/>
        <p:cNvGrpSpPr/>
        <p:nvPr/>
      </p:nvGrpSpPr>
      <p:grpSpPr>
        <a:xfrm>
          <a:off x="0" y="0"/>
          <a:ext cx="0" cy="0"/>
          <a:chOff x="0" y="0"/>
          <a:chExt cx="0" cy="0"/>
        </a:xfrm>
      </p:grpSpPr>
      <p:pic>
        <p:nvPicPr>
          <p:cNvPr id="601" name="Google Shape;601;p83"/>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602" name="Google Shape;602;p83"/>
          <p:cNvSpPr/>
          <p:nvPr/>
        </p:nvSpPr>
        <p:spPr>
          <a:xfrm>
            <a:off x="4385200" y="156475"/>
            <a:ext cx="4554600" cy="46386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83"/>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604" name="Google Shape;604;p83"/>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605" name="Google Shape;605;p8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06" name="Google Shape;606;p83"/>
          <p:cNvSpPr txBox="1"/>
          <p:nvPr>
            <p:ph type="title"/>
          </p:nvPr>
        </p:nvSpPr>
        <p:spPr>
          <a:xfrm>
            <a:off x="452400" y="1564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607" name="Google Shape;607;p83"/>
          <p:cNvSpPr txBox="1"/>
          <p:nvPr>
            <p:ph idx="1" type="body"/>
          </p:nvPr>
        </p:nvSpPr>
        <p:spPr>
          <a:xfrm>
            <a:off x="452400" y="646350"/>
            <a:ext cx="3701100" cy="39747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608" name="Google Shape;608;p83"/>
          <p:cNvSpPr txBox="1"/>
          <p:nvPr>
            <p:ph idx="2" type="subTitle"/>
          </p:nvPr>
        </p:nvSpPr>
        <p:spPr>
          <a:xfrm>
            <a:off x="4511175" y="646350"/>
            <a:ext cx="4367400" cy="3853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2pPr>
            <a:lvl3pPr lvl="2">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3pPr>
            <a:lvl4pPr lvl="3">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4pPr>
            <a:lvl5pPr lvl="4">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5pPr>
            <a:lvl6pPr lvl="5">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6pPr>
            <a:lvl7pPr lvl="6">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7pPr>
            <a:lvl8pPr lvl="7">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8pPr>
            <a:lvl9pPr lvl="8">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9pPr>
          </a:lstStyle>
          <a:p/>
        </p:txBody>
      </p:sp>
      <p:sp>
        <p:nvSpPr>
          <p:cNvPr id="609" name="Google Shape;609;p83"/>
          <p:cNvSpPr txBox="1"/>
          <p:nvPr/>
        </p:nvSpPr>
        <p:spPr>
          <a:xfrm>
            <a:off x="5023125" y="227125"/>
            <a:ext cx="35205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latin typeface="Space Mono"/>
                <a:ea typeface="Space Mono"/>
                <a:cs typeface="Space Mono"/>
                <a:sym typeface="Space Mono"/>
              </a:rPr>
              <a:t>Java</a:t>
            </a:r>
            <a:endParaRPr b="1" sz="1900">
              <a:latin typeface="Space Mono"/>
              <a:ea typeface="Space Mono"/>
              <a:cs typeface="Space Mono"/>
              <a:sym typeface="Space Mono"/>
            </a:endParaRPr>
          </a:p>
        </p:txBody>
      </p:sp>
      <p:pic>
        <p:nvPicPr>
          <p:cNvPr descr="Coffee cup " id="610" name="Google Shape;610;p83" title="Coffee cup "/>
          <p:cNvPicPr preferRelativeResize="0"/>
          <p:nvPr/>
        </p:nvPicPr>
        <p:blipFill>
          <a:blip r:embed="rId4">
            <a:alphaModFix/>
          </a:blip>
          <a:stretch>
            <a:fillRect/>
          </a:stretch>
        </p:blipFill>
        <p:spPr>
          <a:xfrm>
            <a:off x="4561425" y="234775"/>
            <a:ext cx="461700" cy="461700"/>
          </a:xfrm>
          <a:prstGeom prst="rect">
            <a:avLst/>
          </a:prstGeom>
          <a:noFill/>
          <a:ln>
            <a:noFill/>
          </a:ln>
        </p:spPr>
      </p:pic>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611" name="Shape 611"/>
        <p:cNvGrpSpPr/>
        <p:nvPr/>
      </p:nvGrpSpPr>
      <p:grpSpPr>
        <a:xfrm>
          <a:off x="0" y="0"/>
          <a:ext cx="0" cy="0"/>
          <a:chOff x="0" y="0"/>
          <a:chExt cx="0" cy="0"/>
        </a:xfrm>
      </p:grpSpPr>
      <p:pic>
        <p:nvPicPr>
          <p:cNvPr id="612" name="Google Shape;612;p84"/>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613" name="Google Shape;613;p84"/>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614" name="Google Shape;614;p84"/>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15" name="Google Shape;615;p8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16" name="Google Shape;616;p8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17" name="Google Shape;617;p8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618" name="Google Shape;618;p8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19" name="Google Shape;619;p8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20" name="Google Shape;620;p84"/>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621" name="Shape 621"/>
        <p:cNvGrpSpPr/>
        <p:nvPr/>
      </p:nvGrpSpPr>
      <p:grpSpPr>
        <a:xfrm>
          <a:off x="0" y="0"/>
          <a:ext cx="0" cy="0"/>
          <a:chOff x="0" y="0"/>
          <a:chExt cx="0" cy="0"/>
        </a:xfrm>
      </p:grpSpPr>
      <p:pic>
        <p:nvPicPr>
          <p:cNvPr id="622" name="Google Shape;622;p85"/>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623" name="Google Shape;623;p85"/>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624" name="Google Shape;624;p8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25" name="Google Shape;625;p8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626" name="Google Shape;626;p85"/>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627" name="Google Shape;627;p8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628" name="Google Shape;628;p85"/>
          <p:cNvSpPr txBox="1"/>
          <p:nvPr>
            <p:ph idx="1"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629" name="Shape 629"/>
        <p:cNvGrpSpPr/>
        <p:nvPr/>
      </p:nvGrpSpPr>
      <p:grpSpPr>
        <a:xfrm>
          <a:off x="0" y="0"/>
          <a:ext cx="0" cy="0"/>
          <a:chOff x="0" y="0"/>
          <a:chExt cx="0" cy="0"/>
        </a:xfrm>
      </p:grpSpPr>
      <p:pic>
        <p:nvPicPr>
          <p:cNvPr id="630" name="Google Shape;630;p86"/>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631" name="Google Shape;631;p86"/>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32" name="Google Shape;632;p86"/>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633" name="Google Shape;633;p86"/>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34" name="Google Shape;634;p8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35" name="Google Shape;635;p8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36" name="Google Shape;636;p8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637" name="Google Shape;637;p8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38" name="Google Shape;638;p86"/>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639" name="Shape 639"/>
        <p:cNvGrpSpPr/>
        <p:nvPr/>
      </p:nvGrpSpPr>
      <p:grpSpPr>
        <a:xfrm>
          <a:off x="0" y="0"/>
          <a:ext cx="0" cy="0"/>
          <a:chOff x="0" y="0"/>
          <a:chExt cx="0" cy="0"/>
        </a:xfrm>
      </p:grpSpPr>
      <p:pic>
        <p:nvPicPr>
          <p:cNvPr id="640" name="Google Shape;640;p87"/>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641" name="Google Shape;641;p87"/>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642" name="Google Shape;642;p87"/>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643" name="Google Shape;643;p87"/>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44" name="Google Shape;644;p8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45" name="Google Shape;645;p8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46" name="Google Shape;646;p87"/>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647" name="Google Shape;647;p8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48" name="Google Shape;648;p8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649" name="Shape 649"/>
        <p:cNvGrpSpPr/>
        <p:nvPr/>
      </p:nvGrpSpPr>
      <p:grpSpPr>
        <a:xfrm>
          <a:off x="0" y="0"/>
          <a:ext cx="0" cy="0"/>
          <a:chOff x="0" y="0"/>
          <a:chExt cx="0" cy="0"/>
        </a:xfrm>
      </p:grpSpPr>
      <p:pic>
        <p:nvPicPr>
          <p:cNvPr id="650" name="Google Shape;650;p88"/>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651" name="Google Shape;651;p88"/>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52" name="Google Shape;652;p88"/>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53" name="Google Shape;653;p88"/>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54" name="Google Shape;654;p8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55" name="Google Shape;655;p8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56" name="Google Shape;656;p88"/>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657" name="Google Shape;657;p8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58" name="Google Shape;658;p88"/>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659" name="Google Shape;659;p88"/>
          <p:cNvSpPr/>
          <p:nvPr/>
        </p:nvSpPr>
        <p:spPr>
          <a:xfrm>
            <a:off x="7040775" y="1347600"/>
            <a:ext cx="1764000" cy="1755000"/>
          </a:xfrm>
          <a:prstGeom prst="roundRect">
            <a:avLst>
              <a:gd fmla="val 4613" name="adj"/>
            </a:avLst>
          </a:prstGeom>
          <a:solidFill>
            <a:srgbClr val="FFF6B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Questions? </a:t>
            </a:r>
            <a:r>
              <a:rPr lang="en" sz="1800">
                <a:latin typeface="Poppins"/>
                <a:ea typeface="Poppins"/>
                <a:cs typeface="Poppins"/>
                <a:sym typeface="Poppins"/>
              </a:rPr>
              <a:t>Post on Slack and tag:</a:t>
            </a:r>
            <a:endParaRPr sz="1800">
              <a:latin typeface="Poppins"/>
              <a:ea typeface="Poppins"/>
              <a:cs typeface="Poppins"/>
              <a:sym typeface="Poppins"/>
            </a:endParaRPr>
          </a:p>
        </p:txBody>
      </p:sp>
      <p:sp>
        <p:nvSpPr>
          <p:cNvPr id="660" name="Google Shape;660;p88"/>
          <p:cNvSpPr txBox="1"/>
          <p:nvPr>
            <p:ph idx="3" type="subTitle"/>
          </p:nvPr>
        </p:nvSpPr>
        <p:spPr>
          <a:xfrm>
            <a:off x="7040775" y="2436050"/>
            <a:ext cx="1764000" cy="431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800"/>
              <a:buNone/>
              <a:defRPr b="1">
                <a:solidFill>
                  <a:schemeClr val="dk1"/>
                </a:solidFill>
              </a:defRPr>
            </a:lvl1pPr>
            <a:lvl2pPr lvl="1" algn="ctr">
              <a:spcBef>
                <a:spcPts val="0"/>
              </a:spcBef>
              <a:spcAft>
                <a:spcPts val="0"/>
              </a:spcAft>
              <a:buClr>
                <a:schemeClr val="dk1"/>
              </a:buClr>
              <a:buSzPts val="1400"/>
              <a:buNone/>
              <a:defRPr b="1">
                <a:solidFill>
                  <a:schemeClr val="dk1"/>
                </a:solidFill>
              </a:defRPr>
            </a:lvl2pPr>
            <a:lvl3pPr lvl="2" algn="ctr">
              <a:spcBef>
                <a:spcPts val="0"/>
              </a:spcBef>
              <a:spcAft>
                <a:spcPts val="0"/>
              </a:spcAft>
              <a:buClr>
                <a:schemeClr val="dk1"/>
              </a:buClr>
              <a:buSzPts val="1400"/>
              <a:buNone/>
              <a:defRPr b="1">
                <a:solidFill>
                  <a:schemeClr val="dk1"/>
                </a:solidFill>
              </a:defRPr>
            </a:lvl3pPr>
            <a:lvl4pPr lvl="3" algn="ctr">
              <a:spcBef>
                <a:spcPts val="0"/>
              </a:spcBef>
              <a:spcAft>
                <a:spcPts val="0"/>
              </a:spcAft>
              <a:buClr>
                <a:schemeClr val="dk1"/>
              </a:buClr>
              <a:buSzPts val="1400"/>
              <a:buNone/>
              <a:defRPr b="1">
                <a:solidFill>
                  <a:schemeClr val="dk1"/>
                </a:solidFill>
              </a:defRPr>
            </a:lvl4pPr>
            <a:lvl5pPr lvl="4" algn="ctr">
              <a:spcBef>
                <a:spcPts val="0"/>
              </a:spcBef>
              <a:spcAft>
                <a:spcPts val="0"/>
              </a:spcAft>
              <a:buClr>
                <a:schemeClr val="dk1"/>
              </a:buClr>
              <a:buSzPts val="1400"/>
              <a:buNone/>
              <a:defRPr b="1">
                <a:solidFill>
                  <a:schemeClr val="dk1"/>
                </a:solidFill>
              </a:defRPr>
            </a:lvl5pPr>
            <a:lvl6pPr lvl="5" algn="ctr">
              <a:spcBef>
                <a:spcPts val="0"/>
              </a:spcBef>
              <a:spcAft>
                <a:spcPts val="0"/>
              </a:spcAft>
              <a:buClr>
                <a:schemeClr val="dk1"/>
              </a:buClr>
              <a:buSzPts val="1400"/>
              <a:buNone/>
              <a:defRPr b="1">
                <a:solidFill>
                  <a:schemeClr val="dk1"/>
                </a:solidFill>
              </a:defRPr>
            </a:lvl6pPr>
            <a:lvl7pPr lvl="6" algn="ctr">
              <a:spcBef>
                <a:spcPts val="0"/>
              </a:spcBef>
              <a:spcAft>
                <a:spcPts val="0"/>
              </a:spcAft>
              <a:buClr>
                <a:schemeClr val="dk1"/>
              </a:buClr>
              <a:buSzPts val="1400"/>
              <a:buNone/>
              <a:defRPr b="1">
                <a:solidFill>
                  <a:schemeClr val="dk1"/>
                </a:solidFill>
              </a:defRPr>
            </a:lvl7pPr>
            <a:lvl8pPr lvl="7" algn="ctr">
              <a:spcBef>
                <a:spcPts val="0"/>
              </a:spcBef>
              <a:spcAft>
                <a:spcPts val="0"/>
              </a:spcAft>
              <a:buClr>
                <a:schemeClr val="dk1"/>
              </a:buClr>
              <a:buSzPts val="1400"/>
              <a:buNone/>
              <a:defRPr b="1">
                <a:solidFill>
                  <a:schemeClr val="dk1"/>
                </a:solidFill>
              </a:defRPr>
            </a:lvl8pPr>
            <a:lvl9pPr lvl="8" algn="ctr">
              <a:spcBef>
                <a:spcPts val="0"/>
              </a:spcBef>
              <a:spcAft>
                <a:spcPts val="0"/>
              </a:spcAft>
              <a:buClr>
                <a:schemeClr val="dk1"/>
              </a:buClr>
              <a:buSzPts val="1400"/>
              <a:buNone/>
              <a:defRPr b="1">
                <a:solidFill>
                  <a:schemeClr val="dk1"/>
                </a:solidFill>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661" name="Shape 661"/>
        <p:cNvGrpSpPr/>
        <p:nvPr/>
      </p:nvGrpSpPr>
      <p:grpSpPr>
        <a:xfrm>
          <a:off x="0" y="0"/>
          <a:ext cx="0" cy="0"/>
          <a:chOff x="0" y="0"/>
          <a:chExt cx="0" cy="0"/>
        </a:xfrm>
      </p:grpSpPr>
      <p:pic>
        <p:nvPicPr>
          <p:cNvPr id="662" name="Google Shape;662;p89"/>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663" name="Google Shape;663;p89"/>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664" name="Google Shape;664;p89"/>
          <p:cNvPicPr preferRelativeResize="0"/>
          <p:nvPr/>
        </p:nvPicPr>
        <p:blipFill>
          <a:blip r:embed="rId4">
            <a:alphaModFix/>
          </a:blip>
          <a:stretch>
            <a:fillRect/>
          </a:stretch>
        </p:blipFill>
        <p:spPr>
          <a:xfrm>
            <a:off x="452400" y="439975"/>
            <a:ext cx="654950" cy="654950"/>
          </a:xfrm>
          <a:prstGeom prst="rect">
            <a:avLst/>
          </a:prstGeom>
          <a:noFill/>
          <a:ln>
            <a:noFill/>
          </a:ln>
        </p:spPr>
      </p:pic>
      <p:pic>
        <p:nvPicPr>
          <p:cNvPr id="665" name="Google Shape;665;p8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66" name="Google Shape;666;p8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67" name="Google Shape;667;p89"/>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668" name="Google Shape;668;p8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69" name="Google Shape;669;p89"/>
          <p:cNvSpPr txBox="1"/>
          <p:nvPr>
            <p:ph idx="1"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670" name="Shape 670"/>
        <p:cNvGrpSpPr/>
        <p:nvPr/>
      </p:nvGrpSpPr>
      <p:grpSpPr>
        <a:xfrm>
          <a:off x="0" y="0"/>
          <a:ext cx="0" cy="0"/>
          <a:chOff x="0" y="0"/>
          <a:chExt cx="0" cy="0"/>
        </a:xfrm>
      </p:grpSpPr>
      <p:pic>
        <p:nvPicPr>
          <p:cNvPr id="671" name="Google Shape;671;p90"/>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672" name="Google Shape;672;p90"/>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673" name="Google Shape;673;p90"/>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74" name="Google Shape;674;p9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75" name="Google Shape;675;p9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76" name="Google Shape;676;p90"/>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90"/>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678" name="Google Shape;678;p90"/>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79" name="Google Shape;679;p90"/>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680" name="Google Shape;680;p90"/>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681" name="Shape 681"/>
        <p:cNvGrpSpPr/>
        <p:nvPr/>
      </p:nvGrpSpPr>
      <p:grpSpPr>
        <a:xfrm>
          <a:off x="0" y="0"/>
          <a:ext cx="0" cy="0"/>
          <a:chOff x="0" y="0"/>
          <a:chExt cx="0" cy="0"/>
        </a:xfrm>
      </p:grpSpPr>
      <p:pic>
        <p:nvPicPr>
          <p:cNvPr id="682" name="Google Shape;682;p91"/>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683" name="Google Shape;683;p91"/>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684" name="Google Shape;684;p91"/>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85" name="Google Shape;685;p91"/>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86" name="Google Shape;686;p9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87" name="Google Shape;687;p9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88" name="Google Shape;688;p91"/>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689" name="Google Shape;689;p9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90" name="Google Shape;690;p9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691" name="Shape 691"/>
        <p:cNvGrpSpPr/>
        <p:nvPr/>
      </p:nvGrpSpPr>
      <p:grpSpPr>
        <a:xfrm>
          <a:off x="0" y="0"/>
          <a:ext cx="0" cy="0"/>
          <a:chOff x="0" y="0"/>
          <a:chExt cx="0" cy="0"/>
        </a:xfrm>
      </p:grpSpPr>
      <p:pic>
        <p:nvPicPr>
          <p:cNvPr id="692" name="Google Shape;692;p92"/>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693" name="Google Shape;693;p92"/>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94" name="Google Shape;694;p92"/>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95" name="Google Shape;695;p92"/>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96" name="Google Shape;696;p9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97" name="Google Shape;697;p9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98" name="Google Shape;698;p92"/>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699" name="Google Shape;699;p9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700" name="Google Shape;700;p9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701" name="Shape 701"/>
        <p:cNvGrpSpPr/>
        <p:nvPr/>
      </p:nvGrpSpPr>
      <p:grpSpPr>
        <a:xfrm>
          <a:off x="0" y="0"/>
          <a:ext cx="0" cy="0"/>
          <a:chOff x="0" y="0"/>
          <a:chExt cx="0" cy="0"/>
        </a:xfrm>
      </p:grpSpPr>
      <p:pic>
        <p:nvPicPr>
          <p:cNvPr descr="Divider1.png" id="702" name="Google Shape;702;p93"/>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703" name="Google Shape;703;p93"/>
          <p:cNvSpPr txBox="1"/>
          <p:nvPr>
            <p:ph type="title"/>
          </p:nvPr>
        </p:nvSpPr>
        <p:spPr>
          <a:xfrm>
            <a:off x="884825" y="2317200"/>
            <a:ext cx="42996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04" name="Google Shape;704;p93"/>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705" name="Shape 705"/>
        <p:cNvGrpSpPr/>
        <p:nvPr/>
      </p:nvGrpSpPr>
      <p:grpSpPr>
        <a:xfrm>
          <a:off x="0" y="0"/>
          <a:ext cx="0" cy="0"/>
          <a:chOff x="0" y="0"/>
          <a:chExt cx="0" cy="0"/>
        </a:xfrm>
      </p:grpSpPr>
      <p:pic>
        <p:nvPicPr>
          <p:cNvPr id="706" name="Google Shape;706;p94"/>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707" name="Google Shape;707;p94"/>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708" name="Google Shape;708;p94"/>
          <p:cNvSpPr/>
          <p:nvPr/>
        </p:nvSpPr>
        <p:spPr>
          <a:xfrm>
            <a:off x="914400" y="1656900"/>
            <a:ext cx="7315200" cy="18297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94"/>
          <p:cNvSpPr txBox="1"/>
          <p:nvPr>
            <p:ph type="title"/>
          </p:nvPr>
        </p:nvSpPr>
        <p:spPr>
          <a:xfrm>
            <a:off x="914400" y="1656900"/>
            <a:ext cx="7315200" cy="18297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710" name="Shape 710"/>
        <p:cNvGrpSpPr/>
        <p:nvPr/>
      </p:nvGrpSpPr>
      <p:grpSpPr>
        <a:xfrm>
          <a:off x="0" y="0"/>
          <a:ext cx="0" cy="0"/>
          <a:chOff x="0" y="0"/>
          <a:chExt cx="0" cy="0"/>
        </a:xfrm>
      </p:grpSpPr>
      <p:pic>
        <p:nvPicPr>
          <p:cNvPr id="711" name="Google Shape;711;p95"/>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2">
  <p:cSld name="TITLE_AND_BODY_2">
    <p:spTree>
      <p:nvGrpSpPr>
        <p:cNvPr id="712" name="Shape 712"/>
        <p:cNvGrpSpPr/>
        <p:nvPr/>
      </p:nvGrpSpPr>
      <p:grpSpPr>
        <a:xfrm>
          <a:off x="0" y="0"/>
          <a:ext cx="0" cy="0"/>
          <a:chOff x="0" y="0"/>
          <a:chExt cx="0" cy="0"/>
        </a:xfrm>
      </p:grpSpPr>
      <p:sp>
        <p:nvSpPr>
          <p:cNvPr id="713" name="Google Shape;713;p9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14" name="Google Shape;714;p9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715" name="Google Shape;715;p9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16" name="Shape 716"/>
        <p:cNvGrpSpPr/>
        <p:nvPr/>
      </p:nvGrpSpPr>
      <p:grpSpPr>
        <a:xfrm>
          <a:off x="0" y="0"/>
          <a:ext cx="0" cy="0"/>
          <a:chOff x="0" y="0"/>
          <a:chExt cx="0" cy="0"/>
        </a:xfrm>
      </p:grpSpPr>
      <p:sp>
        <p:nvSpPr>
          <p:cNvPr id="717" name="Google Shape;717;p9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718" name="Google Shape;718;p9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719" name="Google Shape;719;p9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Bank Blank Slide">
  <p:cSld name="TITLE_AND_BODY_1_2_1_2_1_1_1_1_1_1">
    <p:spTree>
      <p:nvGrpSpPr>
        <p:cNvPr id="720" name="Shape 720"/>
        <p:cNvGrpSpPr/>
        <p:nvPr/>
      </p:nvGrpSpPr>
      <p:grpSpPr>
        <a:xfrm>
          <a:off x="0" y="0"/>
          <a:ext cx="0" cy="0"/>
          <a:chOff x="0" y="0"/>
          <a:chExt cx="0" cy="0"/>
        </a:xfrm>
      </p:grpSpPr>
      <p:sp>
        <p:nvSpPr>
          <p:cNvPr id="721" name="Google Shape;721;p98"/>
          <p:cNvSpPr txBox="1"/>
          <p:nvPr>
            <p:ph type="title"/>
          </p:nvPr>
        </p:nvSpPr>
        <p:spPr>
          <a:xfrm>
            <a:off x="320275" y="517575"/>
            <a:ext cx="8407500" cy="459300"/>
          </a:xfrm>
          <a:prstGeom prst="rect">
            <a:avLst/>
          </a:prstGeom>
        </p:spPr>
        <p:txBody>
          <a:bodyPr anchorCtr="0" anchor="t" bIns="91425" lIns="91425" spcFirstLastPara="1" rIns="91425" wrap="square" tIns="91425">
            <a:noAutofit/>
          </a:bodyPr>
          <a:lstStyle>
            <a:lvl1pPr lvl="0">
              <a:spcBef>
                <a:spcPts val="0"/>
              </a:spcBef>
              <a:spcAft>
                <a:spcPts val="0"/>
              </a:spcAft>
              <a:buClr>
                <a:srgbClr val="FFFFFF"/>
              </a:buClr>
              <a:buSzPts val="3600"/>
              <a:buNone/>
              <a:defRPr sz="3600">
                <a:solidFill>
                  <a:srgbClr val="FFFFFF"/>
                </a:solidFill>
              </a:defRPr>
            </a:lvl1pPr>
            <a:lvl2pPr lvl="1">
              <a:spcBef>
                <a:spcPts val="0"/>
              </a:spcBef>
              <a:spcAft>
                <a:spcPts val="0"/>
              </a:spcAft>
              <a:buClr>
                <a:srgbClr val="FFFFFF"/>
              </a:buClr>
              <a:buSzPts val="3600"/>
              <a:buNone/>
              <a:defRPr sz="3600">
                <a:solidFill>
                  <a:srgbClr val="FFFFFF"/>
                </a:solidFill>
              </a:defRPr>
            </a:lvl2pPr>
            <a:lvl3pPr lvl="2">
              <a:spcBef>
                <a:spcPts val="0"/>
              </a:spcBef>
              <a:spcAft>
                <a:spcPts val="0"/>
              </a:spcAft>
              <a:buClr>
                <a:srgbClr val="FFFFFF"/>
              </a:buClr>
              <a:buSzPts val="3600"/>
              <a:buNone/>
              <a:defRPr sz="3600">
                <a:solidFill>
                  <a:srgbClr val="FFFFFF"/>
                </a:solidFill>
              </a:defRPr>
            </a:lvl3pPr>
            <a:lvl4pPr lvl="3">
              <a:spcBef>
                <a:spcPts val="0"/>
              </a:spcBef>
              <a:spcAft>
                <a:spcPts val="0"/>
              </a:spcAft>
              <a:buClr>
                <a:srgbClr val="FFFFFF"/>
              </a:buClr>
              <a:buSzPts val="3600"/>
              <a:buNone/>
              <a:defRPr sz="3600">
                <a:solidFill>
                  <a:srgbClr val="FFFFFF"/>
                </a:solidFill>
              </a:defRPr>
            </a:lvl4pPr>
            <a:lvl5pPr lvl="4">
              <a:spcBef>
                <a:spcPts val="0"/>
              </a:spcBef>
              <a:spcAft>
                <a:spcPts val="0"/>
              </a:spcAft>
              <a:buClr>
                <a:srgbClr val="FFFFFF"/>
              </a:buClr>
              <a:buSzPts val="3600"/>
              <a:buNone/>
              <a:defRPr sz="3600">
                <a:solidFill>
                  <a:srgbClr val="FFFFFF"/>
                </a:solidFill>
              </a:defRPr>
            </a:lvl5pPr>
            <a:lvl6pPr lvl="5">
              <a:spcBef>
                <a:spcPts val="0"/>
              </a:spcBef>
              <a:spcAft>
                <a:spcPts val="0"/>
              </a:spcAft>
              <a:buClr>
                <a:srgbClr val="FFFFFF"/>
              </a:buClr>
              <a:buSzPts val="3600"/>
              <a:buNone/>
              <a:defRPr sz="3600">
                <a:solidFill>
                  <a:srgbClr val="FFFFFF"/>
                </a:solidFill>
              </a:defRPr>
            </a:lvl6pPr>
            <a:lvl7pPr lvl="6">
              <a:spcBef>
                <a:spcPts val="0"/>
              </a:spcBef>
              <a:spcAft>
                <a:spcPts val="0"/>
              </a:spcAft>
              <a:buClr>
                <a:srgbClr val="FFFFFF"/>
              </a:buClr>
              <a:buSzPts val="3600"/>
              <a:buNone/>
              <a:defRPr sz="3600">
                <a:solidFill>
                  <a:srgbClr val="FFFFFF"/>
                </a:solidFill>
              </a:defRPr>
            </a:lvl7pPr>
            <a:lvl8pPr lvl="7">
              <a:spcBef>
                <a:spcPts val="0"/>
              </a:spcBef>
              <a:spcAft>
                <a:spcPts val="0"/>
              </a:spcAft>
              <a:buClr>
                <a:srgbClr val="FFFFFF"/>
              </a:buClr>
              <a:buSzPts val="3600"/>
              <a:buNone/>
              <a:defRPr sz="3600">
                <a:solidFill>
                  <a:srgbClr val="FFFFFF"/>
                </a:solidFill>
              </a:defRPr>
            </a:lvl8pPr>
            <a:lvl9pPr lvl="8">
              <a:spcBef>
                <a:spcPts val="0"/>
              </a:spcBef>
              <a:spcAft>
                <a:spcPts val="0"/>
              </a:spcAft>
              <a:buClr>
                <a:srgbClr val="FFFFFF"/>
              </a:buClr>
              <a:buSzPts val="3600"/>
              <a:buNone/>
              <a:defRPr sz="3600">
                <a:solidFill>
                  <a:srgbClr val="FFFFFF"/>
                </a:solidFill>
              </a:defRPr>
            </a:lvl9pPr>
          </a:lstStyle>
          <a:p/>
        </p:txBody>
      </p:sp>
      <p:sp>
        <p:nvSpPr>
          <p:cNvPr id="722" name="Google Shape;722;p98"/>
          <p:cNvSpPr txBox="1"/>
          <p:nvPr>
            <p:ph idx="12" type="sldNum"/>
          </p:nvPr>
        </p:nvSpPr>
        <p:spPr>
          <a:xfrm>
            <a:off x="457200" y="4662725"/>
            <a:ext cx="2372100" cy="393600"/>
          </a:xfrm>
          <a:prstGeom prst="rect">
            <a:avLst/>
          </a:prstGeom>
          <a:noFill/>
          <a:ln>
            <a:noFill/>
          </a:ln>
        </p:spPr>
        <p:txBody>
          <a:bodyPr anchorCtr="0" anchor="ctr" bIns="91425" lIns="91425" spcFirstLastPara="1" rIns="91425" wrap="square" tIns="91425">
            <a:noAutofit/>
          </a:bodyPr>
          <a:lstStyle>
            <a:lvl1pPr lvl="0">
              <a:lnSpc>
                <a:spcPct val="100000"/>
              </a:lnSpc>
              <a:buNone/>
              <a:defRPr sz="900">
                <a:latin typeface="Proxima Nova"/>
                <a:ea typeface="Proxima Nova"/>
                <a:cs typeface="Proxima Nova"/>
                <a:sym typeface="Proxima Nova"/>
              </a:defRPr>
            </a:lvl1pPr>
            <a:lvl2pPr lvl="1">
              <a:lnSpc>
                <a:spcPct val="100000"/>
              </a:lnSpc>
              <a:buNone/>
              <a:defRPr sz="900">
                <a:latin typeface="Proxima Nova"/>
                <a:ea typeface="Proxima Nova"/>
                <a:cs typeface="Proxima Nova"/>
                <a:sym typeface="Proxima Nova"/>
              </a:defRPr>
            </a:lvl2pPr>
            <a:lvl3pPr lvl="2">
              <a:lnSpc>
                <a:spcPct val="100000"/>
              </a:lnSpc>
              <a:buNone/>
              <a:defRPr sz="900">
                <a:latin typeface="Proxima Nova"/>
                <a:ea typeface="Proxima Nova"/>
                <a:cs typeface="Proxima Nova"/>
                <a:sym typeface="Proxima Nova"/>
              </a:defRPr>
            </a:lvl3pPr>
            <a:lvl4pPr lvl="3">
              <a:lnSpc>
                <a:spcPct val="100000"/>
              </a:lnSpc>
              <a:buNone/>
              <a:defRPr sz="900">
                <a:latin typeface="Proxima Nova"/>
                <a:ea typeface="Proxima Nova"/>
                <a:cs typeface="Proxima Nova"/>
                <a:sym typeface="Proxima Nova"/>
              </a:defRPr>
            </a:lvl4pPr>
            <a:lvl5pPr lvl="4">
              <a:lnSpc>
                <a:spcPct val="100000"/>
              </a:lnSpc>
              <a:buNone/>
              <a:defRPr sz="900">
                <a:latin typeface="Proxima Nova"/>
                <a:ea typeface="Proxima Nova"/>
                <a:cs typeface="Proxima Nova"/>
                <a:sym typeface="Proxima Nova"/>
              </a:defRPr>
            </a:lvl5pPr>
            <a:lvl6pPr lvl="5">
              <a:lnSpc>
                <a:spcPct val="100000"/>
              </a:lnSpc>
              <a:buNone/>
              <a:defRPr sz="900">
                <a:latin typeface="Proxima Nova"/>
                <a:ea typeface="Proxima Nova"/>
                <a:cs typeface="Proxima Nova"/>
                <a:sym typeface="Proxima Nova"/>
              </a:defRPr>
            </a:lvl6pPr>
            <a:lvl7pPr lvl="6">
              <a:lnSpc>
                <a:spcPct val="100000"/>
              </a:lnSpc>
              <a:buNone/>
              <a:defRPr sz="900">
                <a:latin typeface="Proxima Nova"/>
                <a:ea typeface="Proxima Nova"/>
                <a:cs typeface="Proxima Nova"/>
                <a:sym typeface="Proxima Nova"/>
              </a:defRPr>
            </a:lvl7pPr>
            <a:lvl8pPr lvl="7">
              <a:lnSpc>
                <a:spcPct val="100000"/>
              </a:lnSpc>
              <a:buNone/>
              <a:defRPr sz="900">
                <a:latin typeface="Proxima Nova"/>
                <a:ea typeface="Proxima Nova"/>
                <a:cs typeface="Proxima Nova"/>
                <a:sym typeface="Proxima Nova"/>
              </a:defRPr>
            </a:lvl8pPr>
            <a:lvl9pPr lvl="8">
              <a:lnSpc>
                <a:spcPct val="100000"/>
              </a:lnSpc>
              <a:buNone/>
              <a:defRPr sz="900">
                <a:latin typeface="Proxima Nova"/>
                <a:ea typeface="Proxima Nova"/>
                <a:cs typeface="Proxima Nova"/>
                <a:sym typeface="Proxima Nova"/>
              </a:defRPr>
            </a:lvl9pPr>
          </a:lstStyle>
          <a:p>
            <a:pPr indent="0" lvl="0" marL="0" rtl="0" algn="l">
              <a:spcBef>
                <a:spcPts val="0"/>
              </a:spcBef>
              <a:spcAft>
                <a:spcPts val="0"/>
              </a:spcAft>
              <a:buNone/>
            </a:pPr>
            <a:fld id="{00000000-1234-1234-1234-123412341234}" type="slidenum">
              <a:rPr lang="en"/>
              <a:t>‹#›</a:t>
            </a:fld>
            <a:r>
              <a:rPr lang="en"/>
              <a:t> | © 2018 General Assembly</a:t>
            </a:r>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23" name="Shape 723"/>
        <p:cNvGrpSpPr/>
        <p:nvPr/>
      </p:nvGrpSpPr>
      <p:grpSpPr>
        <a:xfrm>
          <a:off x="0" y="0"/>
          <a:ext cx="0" cy="0"/>
          <a:chOff x="0" y="0"/>
          <a:chExt cx="0" cy="0"/>
        </a:xfrm>
      </p:grpSpPr>
      <p:sp>
        <p:nvSpPr>
          <p:cNvPr id="724" name="Google Shape;724;p9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3">
  <p:cSld name="TITLE_AND_BODY_3">
    <p:spTree>
      <p:nvGrpSpPr>
        <p:cNvPr id="725" name="Shape 725"/>
        <p:cNvGrpSpPr/>
        <p:nvPr/>
      </p:nvGrpSpPr>
      <p:grpSpPr>
        <a:xfrm>
          <a:off x="0" y="0"/>
          <a:ext cx="0" cy="0"/>
          <a:chOff x="0" y="0"/>
          <a:chExt cx="0" cy="0"/>
        </a:xfrm>
      </p:grpSpPr>
      <p:pic>
        <p:nvPicPr>
          <p:cNvPr id="726" name="Google Shape;726;p100"/>
          <p:cNvPicPr preferRelativeResize="0"/>
          <p:nvPr/>
        </p:nvPicPr>
        <p:blipFill rotWithShape="1">
          <a:blip r:embed="rId2">
            <a:alphaModFix/>
          </a:blip>
          <a:srcRect b="25490" l="5866" r="82471" t="11494"/>
          <a:stretch/>
        </p:blipFill>
        <p:spPr>
          <a:xfrm>
            <a:off x="-9525" y="-9400"/>
            <a:ext cx="1076277" cy="1147825"/>
          </a:xfrm>
          <a:prstGeom prst="rect">
            <a:avLst/>
          </a:prstGeom>
          <a:noFill/>
          <a:ln>
            <a:noFill/>
          </a:ln>
        </p:spPr>
      </p:pic>
      <p:sp>
        <p:nvSpPr>
          <p:cNvPr id="727" name="Google Shape;727;p100"/>
          <p:cNvSpPr txBox="1"/>
          <p:nvPr>
            <p:ph type="title"/>
          </p:nvPr>
        </p:nvSpPr>
        <p:spPr>
          <a:xfrm>
            <a:off x="785675" y="368825"/>
            <a:ext cx="7572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Font typeface="Helvetica Neue Light"/>
              <a:buNone/>
              <a:defRPr>
                <a:latin typeface="Helvetica Neue Light"/>
                <a:ea typeface="Helvetica Neue Light"/>
                <a:cs typeface="Helvetica Neue Light"/>
                <a:sym typeface="Helvetica Neue Light"/>
              </a:defRPr>
            </a:lvl1pPr>
            <a:lvl2pPr lvl="1">
              <a:spcBef>
                <a:spcPts val="0"/>
              </a:spcBef>
              <a:spcAft>
                <a:spcPts val="0"/>
              </a:spcAft>
              <a:buSzPts val="2800"/>
              <a:buFont typeface="Helvetica Neue"/>
              <a:buNone/>
              <a:defRPr>
                <a:latin typeface="Helvetica Neue"/>
                <a:ea typeface="Helvetica Neue"/>
                <a:cs typeface="Helvetica Neue"/>
                <a:sym typeface="Helvetica Neue"/>
              </a:defRPr>
            </a:lvl2pPr>
            <a:lvl3pPr lvl="2">
              <a:spcBef>
                <a:spcPts val="0"/>
              </a:spcBef>
              <a:spcAft>
                <a:spcPts val="0"/>
              </a:spcAft>
              <a:buSzPts val="2800"/>
              <a:buFont typeface="Helvetica Neue"/>
              <a:buNone/>
              <a:defRPr>
                <a:latin typeface="Helvetica Neue"/>
                <a:ea typeface="Helvetica Neue"/>
                <a:cs typeface="Helvetica Neue"/>
                <a:sym typeface="Helvetica Neue"/>
              </a:defRPr>
            </a:lvl3pPr>
            <a:lvl4pPr lvl="3">
              <a:spcBef>
                <a:spcPts val="0"/>
              </a:spcBef>
              <a:spcAft>
                <a:spcPts val="0"/>
              </a:spcAft>
              <a:buSzPts val="2800"/>
              <a:buFont typeface="Helvetica Neue"/>
              <a:buNone/>
              <a:defRPr>
                <a:latin typeface="Helvetica Neue"/>
                <a:ea typeface="Helvetica Neue"/>
                <a:cs typeface="Helvetica Neue"/>
                <a:sym typeface="Helvetica Neue"/>
              </a:defRPr>
            </a:lvl4pPr>
            <a:lvl5pPr lvl="4">
              <a:spcBef>
                <a:spcPts val="0"/>
              </a:spcBef>
              <a:spcAft>
                <a:spcPts val="0"/>
              </a:spcAft>
              <a:buSzPts val="2800"/>
              <a:buFont typeface="Helvetica Neue"/>
              <a:buNone/>
              <a:defRPr>
                <a:latin typeface="Helvetica Neue"/>
                <a:ea typeface="Helvetica Neue"/>
                <a:cs typeface="Helvetica Neue"/>
                <a:sym typeface="Helvetica Neue"/>
              </a:defRPr>
            </a:lvl5pPr>
            <a:lvl6pPr lvl="5">
              <a:spcBef>
                <a:spcPts val="0"/>
              </a:spcBef>
              <a:spcAft>
                <a:spcPts val="0"/>
              </a:spcAft>
              <a:buSzPts val="2800"/>
              <a:buFont typeface="Helvetica Neue"/>
              <a:buNone/>
              <a:defRPr>
                <a:latin typeface="Helvetica Neue"/>
                <a:ea typeface="Helvetica Neue"/>
                <a:cs typeface="Helvetica Neue"/>
                <a:sym typeface="Helvetica Neue"/>
              </a:defRPr>
            </a:lvl6pPr>
            <a:lvl7pPr lvl="6">
              <a:spcBef>
                <a:spcPts val="0"/>
              </a:spcBef>
              <a:spcAft>
                <a:spcPts val="0"/>
              </a:spcAft>
              <a:buSzPts val="2800"/>
              <a:buFont typeface="Helvetica Neue"/>
              <a:buNone/>
              <a:defRPr>
                <a:latin typeface="Helvetica Neue"/>
                <a:ea typeface="Helvetica Neue"/>
                <a:cs typeface="Helvetica Neue"/>
                <a:sym typeface="Helvetica Neue"/>
              </a:defRPr>
            </a:lvl7pPr>
            <a:lvl8pPr lvl="7">
              <a:spcBef>
                <a:spcPts val="0"/>
              </a:spcBef>
              <a:spcAft>
                <a:spcPts val="0"/>
              </a:spcAft>
              <a:buSzPts val="2800"/>
              <a:buFont typeface="Helvetica Neue"/>
              <a:buNone/>
              <a:defRPr>
                <a:latin typeface="Helvetica Neue"/>
                <a:ea typeface="Helvetica Neue"/>
                <a:cs typeface="Helvetica Neue"/>
                <a:sym typeface="Helvetica Neue"/>
              </a:defRPr>
            </a:lvl8pPr>
            <a:lvl9pPr lvl="8">
              <a:spcBef>
                <a:spcPts val="0"/>
              </a:spcBef>
              <a:spcAft>
                <a:spcPts val="0"/>
              </a:spcAft>
              <a:buSzPts val="2800"/>
              <a:buFont typeface="Helvetica Neue"/>
              <a:buNone/>
              <a:defRPr>
                <a:latin typeface="Helvetica Neue"/>
                <a:ea typeface="Helvetica Neue"/>
                <a:cs typeface="Helvetica Neue"/>
                <a:sym typeface="Helvetica Neue"/>
              </a:defRPr>
            </a:lvl9pPr>
          </a:lstStyle>
          <a:p/>
        </p:txBody>
      </p:sp>
      <p:sp>
        <p:nvSpPr>
          <p:cNvPr id="728" name="Google Shape;728;p100"/>
          <p:cNvSpPr txBox="1"/>
          <p:nvPr>
            <p:ph idx="1" type="body"/>
          </p:nvPr>
        </p:nvSpPr>
        <p:spPr>
          <a:xfrm>
            <a:off x="785675" y="1363075"/>
            <a:ext cx="7572600" cy="3205800"/>
          </a:xfrm>
          <a:prstGeom prst="rect">
            <a:avLst/>
          </a:prstGeom>
        </p:spPr>
        <p:txBody>
          <a:bodyPr anchorCtr="0" anchor="t" bIns="91425" lIns="91425" spcFirstLastPara="1" rIns="91425" wrap="square" tIns="91425">
            <a:noAutofit/>
          </a:bodyPr>
          <a:lstStyle>
            <a:lvl1pPr indent="-342900" lvl="0" marL="457200">
              <a:lnSpc>
                <a:spcPct val="114000"/>
              </a:lnSpc>
              <a:spcBef>
                <a:spcPts val="0"/>
              </a:spcBef>
              <a:spcAft>
                <a:spcPts val="0"/>
              </a:spcAft>
              <a:buSzPts val="1800"/>
              <a:buFont typeface="Helvetica Neue Light"/>
              <a:buChar char="●"/>
              <a:defRPr>
                <a:latin typeface="Helvetica Neue Light"/>
                <a:ea typeface="Helvetica Neue Light"/>
                <a:cs typeface="Helvetica Neue Light"/>
                <a:sym typeface="Helvetica Neue Light"/>
              </a:defRPr>
            </a:lvl1pPr>
            <a:lvl2pPr indent="-317500" lvl="1" marL="9144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2pPr>
            <a:lvl3pPr indent="-317500" lvl="2" marL="13716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3pPr>
            <a:lvl4pPr indent="-317500" lvl="3" marL="18288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4pPr>
            <a:lvl5pPr indent="-317500" lvl="4" marL="22860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5pPr>
            <a:lvl6pPr indent="-317500" lvl="5" marL="27432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6pPr>
            <a:lvl7pPr indent="-317500" lvl="6" marL="32004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7pPr>
            <a:lvl8pPr indent="-317500" lvl="7" marL="36576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8pPr>
            <a:lvl9pPr indent="-317500" lvl="8" marL="4114800">
              <a:lnSpc>
                <a:spcPct val="114000"/>
              </a:lnSpc>
              <a:spcBef>
                <a:spcPts val="0"/>
              </a:spcBef>
              <a:spcAft>
                <a:spcPts val="0"/>
              </a:spcAft>
              <a:buSzPts val="1400"/>
              <a:buFont typeface="Helvetica Neue Light"/>
              <a:buChar char="■"/>
              <a:defRPr>
                <a:latin typeface="Helvetica Neue Light"/>
                <a:ea typeface="Helvetica Neue Light"/>
                <a:cs typeface="Helvetica Neue Light"/>
                <a:sym typeface="Helvetica Neue Light"/>
              </a:defRPr>
            </a:lvl9pPr>
          </a:lstStyle>
          <a:p/>
        </p:txBody>
      </p:sp>
      <p:sp>
        <p:nvSpPr>
          <p:cNvPr id="729" name="Google Shape;729;p10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730" name="Google Shape;730;p100"/>
          <p:cNvPicPr preferRelativeResize="0"/>
          <p:nvPr/>
        </p:nvPicPr>
        <p:blipFill rotWithShape="1">
          <a:blip r:embed="rId3">
            <a:alphaModFix/>
          </a:blip>
          <a:srcRect b="23144" l="19848" r="19842" t="23144"/>
          <a:stretch/>
        </p:blipFill>
        <p:spPr>
          <a:xfrm>
            <a:off x="8154475" y="4661112"/>
            <a:ext cx="446675" cy="397822"/>
          </a:xfrm>
          <a:prstGeom prst="rect">
            <a:avLst/>
          </a:prstGeom>
          <a:noFill/>
          <a:ln>
            <a:noFill/>
          </a:ln>
        </p:spPr>
      </p:pic>
      <p:pic>
        <p:nvPicPr>
          <p:cNvPr id="731" name="Google Shape;731;p100"/>
          <p:cNvPicPr preferRelativeResize="0"/>
          <p:nvPr/>
        </p:nvPicPr>
        <p:blipFill rotWithShape="1">
          <a:blip r:embed="rId2">
            <a:alphaModFix/>
          </a:blip>
          <a:srcRect b="25490" l="83383" r="4308" t="11494"/>
          <a:stretch/>
        </p:blipFill>
        <p:spPr>
          <a:xfrm>
            <a:off x="8017625" y="-7025"/>
            <a:ext cx="1135900" cy="1147800"/>
          </a:xfrm>
          <a:prstGeom prst="rect">
            <a:avLst/>
          </a:prstGeom>
          <a:noFill/>
          <a:ln>
            <a:noFill/>
          </a:ln>
        </p:spPr>
      </p:pic>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it Ticket - Solution">
  <p:cSld name="CUSTOM_6_2_1_1_1_1_1">
    <p:spTree>
      <p:nvGrpSpPr>
        <p:cNvPr id="732" name="Shape 732"/>
        <p:cNvGrpSpPr/>
        <p:nvPr/>
      </p:nvGrpSpPr>
      <p:grpSpPr>
        <a:xfrm>
          <a:off x="0" y="0"/>
          <a:ext cx="0" cy="0"/>
          <a:chOff x="0" y="0"/>
          <a:chExt cx="0" cy="0"/>
        </a:xfrm>
      </p:grpSpPr>
      <p:pic>
        <p:nvPicPr>
          <p:cNvPr id="733" name="Google Shape;733;p101"/>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734" name="Google Shape;734;p101"/>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735" name="Google Shape;735;p101"/>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736" name="Google Shape;736;p101"/>
          <p:cNvSpPr txBox="1"/>
          <p:nvPr>
            <p:ph idx="1" type="subTitle"/>
          </p:nvPr>
        </p:nvSpPr>
        <p:spPr>
          <a:xfrm>
            <a:off x="4454075" y="1260500"/>
            <a:ext cx="4346700" cy="34950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737" name="Google Shape;737;p10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738" name="Google Shape;738;p10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39" name="Google Shape;739;p101"/>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740" name="Google Shape;740;p10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741" name="Google Shape;741;p10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ard">
  <p:cSld name="CUSTOM_8">
    <p:spTree>
      <p:nvGrpSpPr>
        <p:cNvPr id="742" name="Shape 742"/>
        <p:cNvGrpSpPr/>
        <p:nvPr/>
      </p:nvGrpSpPr>
      <p:grpSpPr>
        <a:xfrm>
          <a:off x="0" y="0"/>
          <a:ext cx="0" cy="0"/>
          <a:chOff x="0" y="0"/>
          <a:chExt cx="0" cy="0"/>
        </a:xfrm>
      </p:grpSpPr>
      <p:pic>
        <p:nvPicPr>
          <p:cNvPr descr="Divider4.png" id="743" name="Google Shape;743;p102"/>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744" name="Google Shape;744;p102"/>
          <p:cNvPicPr preferRelativeResize="0"/>
          <p:nvPr/>
        </p:nvPicPr>
        <p:blipFill>
          <a:blip r:embed="rId3">
            <a:alphaModFix/>
          </a:blip>
          <a:stretch>
            <a:fillRect/>
          </a:stretch>
        </p:blipFill>
        <p:spPr>
          <a:xfrm>
            <a:off x="5781725" y="106625"/>
            <a:ext cx="3208724" cy="759025"/>
          </a:xfrm>
          <a:prstGeom prst="rect">
            <a:avLst/>
          </a:prstGeom>
          <a:noFill/>
          <a:ln>
            <a:noFill/>
          </a:ln>
        </p:spPr>
      </p:pic>
      <p:sp>
        <p:nvSpPr>
          <p:cNvPr id="745" name="Google Shape;745;p102"/>
          <p:cNvSpPr txBox="1"/>
          <p:nvPr>
            <p:ph type="title"/>
          </p:nvPr>
        </p:nvSpPr>
        <p:spPr>
          <a:xfrm>
            <a:off x="1628200" y="1807975"/>
            <a:ext cx="5887800" cy="6510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rm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746" name="Google Shape;746;p102"/>
          <p:cNvSpPr txBox="1"/>
          <p:nvPr>
            <p:ph idx="1" type="subTitle"/>
          </p:nvPr>
        </p:nvSpPr>
        <p:spPr>
          <a:xfrm>
            <a:off x="3582400" y="3009550"/>
            <a:ext cx="1979100" cy="356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ly Title (Blue) 1">
  <p:cSld name="TITLE_AND_BODY_1_3_2_2">
    <p:bg>
      <p:bgPr>
        <a:solidFill>
          <a:srgbClr val="1A1D54"/>
        </a:solidFill>
      </p:bgPr>
    </p:bg>
    <p:spTree>
      <p:nvGrpSpPr>
        <p:cNvPr id="747" name="Shape 747"/>
        <p:cNvGrpSpPr/>
        <p:nvPr/>
      </p:nvGrpSpPr>
      <p:grpSpPr>
        <a:xfrm>
          <a:off x="0" y="0"/>
          <a:ext cx="0" cy="0"/>
          <a:chOff x="0" y="0"/>
          <a:chExt cx="0" cy="0"/>
        </a:xfrm>
      </p:grpSpPr>
      <p:sp>
        <p:nvSpPr>
          <p:cNvPr id="748" name="Google Shape;748;p103"/>
          <p:cNvSpPr txBox="1"/>
          <p:nvPr>
            <p:ph type="title"/>
          </p:nvPr>
        </p:nvSpPr>
        <p:spPr>
          <a:xfrm>
            <a:off x="457200" y="445025"/>
            <a:ext cx="7632900" cy="570900"/>
          </a:xfrm>
          <a:prstGeom prst="rect">
            <a:avLst/>
          </a:prstGeom>
        </p:spPr>
        <p:txBody>
          <a:bodyPr anchorCtr="0" anchor="t" bIns="91425" lIns="0" spcFirstLastPara="1" rIns="0" wrap="square" tIns="91425">
            <a:noAutofit/>
          </a:bodyPr>
          <a:lstStyle>
            <a:lvl1pPr lvl="0">
              <a:spcBef>
                <a:spcPts val="0"/>
              </a:spcBef>
              <a:spcAft>
                <a:spcPts val="0"/>
              </a:spcAft>
              <a:buClr>
                <a:schemeClr val="lt1"/>
              </a:buClr>
              <a:buSzPts val="2800"/>
              <a:buFont typeface="Space Mono"/>
              <a:buNone/>
              <a:defRPr b="0">
                <a:solidFill>
                  <a:schemeClr val="lt1"/>
                </a:solidFill>
                <a:latin typeface="Space Mono"/>
                <a:ea typeface="Space Mono"/>
                <a:cs typeface="Space Mono"/>
                <a:sym typeface="Space Mono"/>
              </a:defRPr>
            </a:lvl1pPr>
            <a:lvl2pPr lvl="1">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2pPr>
            <a:lvl3pPr lvl="2">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3pPr>
            <a:lvl4pPr lvl="3">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4pPr>
            <a:lvl5pPr lvl="4">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5pPr>
            <a:lvl6pPr lvl="5">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6pPr>
            <a:lvl7pPr lvl="6">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7pPr>
            <a:lvl8pPr lvl="7">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8pPr>
            <a:lvl9pPr lvl="8">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9pPr>
          </a:lstStyle>
          <a:p/>
        </p:txBody>
      </p:sp>
      <p:sp>
        <p:nvSpPr>
          <p:cNvPr id="749" name="Google Shape;749;p103"/>
          <p:cNvSpPr txBox="1"/>
          <p:nvPr>
            <p:ph idx="12" type="sldNum"/>
          </p:nvPr>
        </p:nvSpPr>
        <p:spPr>
          <a:xfrm>
            <a:off x="8330129" y="4686300"/>
            <a:ext cx="319200" cy="332400"/>
          </a:xfrm>
          <a:prstGeom prst="rect">
            <a:avLst/>
          </a:prstGeom>
          <a:noFill/>
          <a:ln>
            <a:noFill/>
          </a:ln>
        </p:spPr>
        <p:txBody>
          <a:bodyPr anchorCtr="0" anchor="ctr" bIns="91425" lIns="91425" spcFirstLastPara="1" rIns="91425" wrap="square" tIns="91425">
            <a:noAutofit/>
          </a:bodyPr>
          <a:lstStyle>
            <a:lvl1pPr lvl="0">
              <a:buNone/>
              <a:defRPr>
                <a:solidFill>
                  <a:srgbClr val="00C98E"/>
                </a:solidFill>
              </a:defRPr>
            </a:lvl1pPr>
            <a:lvl2pPr lvl="1">
              <a:buNone/>
              <a:defRPr>
                <a:solidFill>
                  <a:srgbClr val="00C98E"/>
                </a:solidFill>
              </a:defRPr>
            </a:lvl2pPr>
            <a:lvl3pPr lvl="2">
              <a:buNone/>
              <a:defRPr>
                <a:solidFill>
                  <a:srgbClr val="00C98E"/>
                </a:solidFill>
              </a:defRPr>
            </a:lvl3pPr>
            <a:lvl4pPr lvl="3">
              <a:buNone/>
              <a:defRPr>
                <a:solidFill>
                  <a:srgbClr val="00C98E"/>
                </a:solidFill>
              </a:defRPr>
            </a:lvl4pPr>
            <a:lvl5pPr lvl="4">
              <a:buNone/>
              <a:defRPr>
                <a:solidFill>
                  <a:srgbClr val="00C98E"/>
                </a:solidFill>
              </a:defRPr>
            </a:lvl5pPr>
            <a:lvl6pPr lvl="5">
              <a:buNone/>
              <a:defRPr>
                <a:solidFill>
                  <a:srgbClr val="00C98E"/>
                </a:solidFill>
              </a:defRPr>
            </a:lvl6pPr>
            <a:lvl7pPr lvl="6">
              <a:buNone/>
              <a:defRPr>
                <a:solidFill>
                  <a:srgbClr val="00C98E"/>
                </a:solidFill>
              </a:defRPr>
            </a:lvl7pPr>
            <a:lvl8pPr lvl="7">
              <a:buNone/>
              <a:defRPr>
                <a:solidFill>
                  <a:srgbClr val="00C98E"/>
                </a:solidFill>
              </a:defRPr>
            </a:lvl8pPr>
            <a:lvl9pPr lvl="8">
              <a:buNone/>
              <a:defRPr>
                <a:solidFill>
                  <a:srgbClr val="00C98E"/>
                </a:solidFill>
              </a:defRPr>
            </a:lvl9pPr>
          </a:lstStyle>
          <a:p>
            <a:pPr indent="0" lvl="0" marL="0" rtl="0" algn="l">
              <a:spcBef>
                <a:spcPts val="0"/>
              </a:spcBef>
              <a:spcAft>
                <a:spcPts val="0"/>
              </a:spcAft>
              <a:buNone/>
            </a:pPr>
            <a:fld id="{00000000-1234-1234-1234-123412341234}" type="slidenum">
              <a:rPr lang="en"/>
              <a:t>‹#›</a:t>
            </a:fld>
            <a:endParaRPr/>
          </a:p>
        </p:txBody>
      </p:sp>
      <p:cxnSp>
        <p:nvCxnSpPr>
          <p:cNvPr id="750" name="Google Shape;750;p103"/>
          <p:cNvCxnSpPr/>
          <p:nvPr/>
        </p:nvCxnSpPr>
        <p:spPr>
          <a:xfrm>
            <a:off x="450488" y="1206557"/>
            <a:ext cx="8227800" cy="0"/>
          </a:xfrm>
          <a:prstGeom prst="straightConnector1">
            <a:avLst/>
          </a:prstGeom>
          <a:noFill/>
          <a:ln cap="flat" cmpd="sng" w="19050">
            <a:solidFill>
              <a:srgbClr val="EFEFEF"/>
            </a:solidFill>
            <a:prstDash val="solid"/>
            <a:miter lim="400000"/>
            <a:headEnd len="sm" w="sm" type="none"/>
            <a:tailEnd len="sm" w="sm" type="none"/>
          </a:ln>
        </p:spPr>
      </p:cxnSp>
      <p:pic>
        <p:nvPicPr>
          <p:cNvPr id="751" name="Google Shape;751;p103"/>
          <p:cNvPicPr preferRelativeResize="0"/>
          <p:nvPr/>
        </p:nvPicPr>
        <p:blipFill rotWithShape="1">
          <a:blip r:embed="rId2">
            <a:alphaModFix/>
          </a:blip>
          <a:srcRect b="2043" l="0" r="0" t="2043"/>
          <a:stretch/>
        </p:blipFill>
        <p:spPr>
          <a:xfrm>
            <a:off x="460424" y="4686301"/>
            <a:ext cx="1099789" cy="97150"/>
          </a:xfrm>
          <a:prstGeom prst="rect">
            <a:avLst/>
          </a:prstGeom>
          <a:noFill/>
          <a:ln>
            <a:noFill/>
          </a:ln>
        </p:spPr>
      </p:pic>
      <p:sp>
        <p:nvSpPr>
          <p:cNvPr id="752" name="Google Shape;752;p103"/>
          <p:cNvSpPr txBox="1"/>
          <p:nvPr>
            <p:ph idx="1" type="body"/>
          </p:nvPr>
        </p:nvSpPr>
        <p:spPr>
          <a:xfrm>
            <a:off x="450500" y="1397175"/>
            <a:ext cx="8227800" cy="2979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00C98E"/>
              </a:buClr>
              <a:buSzPts val="1800"/>
              <a:buChar char="●"/>
              <a:defRPr>
                <a:solidFill>
                  <a:schemeClr val="lt1"/>
                </a:solidFill>
              </a:defRPr>
            </a:lvl1pPr>
            <a:lvl2pPr indent="-317500" lvl="1" marL="914400">
              <a:spcBef>
                <a:spcPts val="1600"/>
              </a:spcBef>
              <a:spcAft>
                <a:spcPts val="0"/>
              </a:spcAft>
              <a:buClr>
                <a:srgbClr val="00C98E"/>
              </a:buClr>
              <a:buSzPts val="1400"/>
              <a:buChar char="○"/>
              <a:defRPr>
                <a:solidFill>
                  <a:schemeClr val="lt1"/>
                </a:solidFill>
              </a:defRPr>
            </a:lvl2pPr>
            <a:lvl3pPr indent="-317500" lvl="2" marL="1371600">
              <a:spcBef>
                <a:spcPts val="1600"/>
              </a:spcBef>
              <a:spcAft>
                <a:spcPts val="0"/>
              </a:spcAft>
              <a:buClr>
                <a:srgbClr val="00C98E"/>
              </a:buClr>
              <a:buSzPts val="1400"/>
              <a:buChar char="■"/>
              <a:defRPr>
                <a:solidFill>
                  <a:schemeClr val="lt1"/>
                </a:solidFill>
              </a:defRPr>
            </a:lvl3pPr>
            <a:lvl4pPr indent="-317500" lvl="3" marL="1828800">
              <a:spcBef>
                <a:spcPts val="1600"/>
              </a:spcBef>
              <a:spcAft>
                <a:spcPts val="0"/>
              </a:spcAft>
              <a:buClr>
                <a:srgbClr val="00C98E"/>
              </a:buClr>
              <a:buSzPts val="1400"/>
              <a:buChar char="●"/>
              <a:defRPr>
                <a:solidFill>
                  <a:schemeClr val="lt1"/>
                </a:solidFill>
              </a:defRPr>
            </a:lvl4pPr>
            <a:lvl5pPr indent="-317500" lvl="4" marL="2286000">
              <a:spcBef>
                <a:spcPts val="1600"/>
              </a:spcBef>
              <a:spcAft>
                <a:spcPts val="0"/>
              </a:spcAft>
              <a:buClr>
                <a:srgbClr val="00C98E"/>
              </a:buClr>
              <a:buSzPts val="1400"/>
              <a:buChar char="○"/>
              <a:defRPr>
                <a:solidFill>
                  <a:schemeClr val="lt1"/>
                </a:solidFill>
              </a:defRPr>
            </a:lvl5pPr>
            <a:lvl6pPr indent="-317500" lvl="5" marL="2743200">
              <a:spcBef>
                <a:spcPts val="1600"/>
              </a:spcBef>
              <a:spcAft>
                <a:spcPts val="0"/>
              </a:spcAft>
              <a:buClr>
                <a:srgbClr val="00C98E"/>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Comparison Three">
  <p:cSld name="TITLE_AND_BODY_1_3_2_1_1_1_1_1_1_1_1_1_1_1_1_1_1_1_1_1_2">
    <p:bg>
      <p:bgPr>
        <a:solidFill>
          <a:schemeClr val="lt1"/>
        </a:solidFill>
      </p:bgPr>
    </p:bg>
    <p:spTree>
      <p:nvGrpSpPr>
        <p:cNvPr id="753" name="Shape 753"/>
        <p:cNvGrpSpPr/>
        <p:nvPr/>
      </p:nvGrpSpPr>
      <p:grpSpPr>
        <a:xfrm>
          <a:off x="0" y="0"/>
          <a:ext cx="0" cy="0"/>
          <a:chOff x="0" y="0"/>
          <a:chExt cx="0" cy="0"/>
        </a:xfrm>
      </p:grpSpPr>
      <p:pic>
        <p:nvPicPr>
          <p:cNvPr id="754" name="Google Shape;754;p104"/>
          <p:cNvPicPr preferRelativeResize="0"/>
          <p:nvPr/>
        </p:nvPicPr>
        <p:blipFill rotWithShape="1">
          <a:blip r:embed="rId2">
            <a:alphaModFix/>
          </a:blip>
          <a:srcRect b="0" l="27599" r="0" t="8809"/>
          <a:stretch/>
        </p:blipFill>
        <p:spPr>
          <a:xfrm rot="-10799985">
            <a:off x="6844249" y="1534556"/>
            <a:ext cx="2375951" cy="3685139"/>
          </a:xfrm>
          <a:prstGeom prst="rect">
            <a:avLst/>
          </a:prstGeom>
          <a:noFill/>
          <a:ln>
            <a:noFill/>
          </a:ln>
        </p:spPr>
      </p:pic>
      <p:cxnSp>
        <p:nvCxnSpPr>
          <p:cNvPr id="755" name="Google Shape;755;p104"/>
          <p:cNvCxnSpPr/>
          <p:nvPr/>
        </p:nvCxnSpPr>
        <p:spPr>
          <a:xfrm>
            <a:off x="450488" y="1343476"/>
            <a:ext cx="6643800" cy="0"/>
          </a:xfrm>
          <a:prstGeom prst="straightConnector1">
            <a:avLst/>
          </a:prstGeom>
          <a:noFill/>
          <a:ln cap="flat" cmpd="sng" w="19050">
            <a:solidFill>
              <a:srgbClr val="EFEFEF"/>
            </a:solidFill>
            <a:prstDash val="solid"/>
            <a:miter lim="400000"/>
            <a:headEnd len="sm" w="sm" type="none"/>
            <a:tailEnd len="sm" w="sm" type="none"/>
          </a:ln>
        </p:spPr>
      </p:cxnSp>
      <p:sp>
        <p:nvSpPr>
          <p:cNvPr id="756" name="Google Shape;756;p104"/>
          <p:cNvSpPr txBox="1"/>
          <p:nvPr>
            <p:ph type="title"/>
          </p:nvPr>
        </p:nvSpPr>
        <p:spPr>
          <a:xfrm>
            <a:off x="450500" y="347200"/>
            <a:ext cx="6643800" cy="738900"/>
          </a:xfrm>
          <a:prstGeom prst="rect">
            <a:avLst/>
          </a:prstGeom>
        </p:spPr>
        <p:txBody>
          <a:bodyPr anchorCtr="0" anchor="t" bIns="91425" lIns="0" spcFirstLastPara="1" rIns="0" wrap="square" tIns="91425">
            <a:noAutofit/>
          </a:bodyPr>
          <a:lstStyle>
            <a:lvl1pPr lvl="0">
              <a:spcBef>
                <a:spcPts val="0"/>
              </a:spcBef>
              <a:spcAft>
                <a:spcPts val="0"/>
              </a:spcAft>
              <a:buClr>
                <a:srgbClr val="053053"/>
              </a:buClr>
              <a:buSzPts val="2200"/>
              <a:buFont typeface="Space Mono"/>
              <a:buNone/>
              <a:defRPr b="0" sz="2200">
                <a:solidFill>
                  <a:srgbClr val="053053"/>
                </a:solidFill>
                <a:latin typeface="Space Mono"/>
                <a:ea typeface="Space Mono"/>
                <a:cs typeface="Space Mono"/>
                <a:sym typeface="Space Mono"/>
              </a:defRPr>
            </a:lvl1pPr>
            <a:lvl2pPr lvl="1">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2pPr>
            <a:lvl3pPr lvl="2">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3pPr>
            <a:lvl4pPr lvl="3">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4pPr>
            <a:lvl5pPr lvl="4">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5pPr>
            <a:lvl6pPr lvl="5">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6pPr>
            <a:lvl7pPr lvl="6">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7pPr>
            <a:lvl8pPr lvl="7">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8pPr>
            <a:lvl9pPr lvl="8">
              <a:spcBef>
                <a:spcPts val="0"/>
              </a:spcBef>
              <a:spcAft>
                <a:spcPts val="0"/>
              </a:spcAft>
              <a:buClr>
                <a:srgbClr val="053053"/>
              </a:buClr>
              <a:buSzPts val="2200"/>
              <a:buFont typeface="Space Mono"/>
              <a:buNone/>
              <a:defRPr sz="2200">
                <a:solidFill>
                  <a:srgbClr val="053053"/>
                </a:solidFill>
                <a:latin typeface="Space Mono"/>
                <a:ea typeface="Space Mono"/>
                <a:cs typeface="Space Mono"/>
                <a:sym typeface="Space Mono"/>
              </a:defRPr>
            </a:lvl9pPr>
          </a:lstStyle>
          <a:p/>
        </p:txBody>
      </p:sp>
      <p:pic>
        <p:nvPicPr>
          <p:cNvPr id="757" name="Google Shape;757;p104"/>
          <p:cNvPicPr preferRelativeResize="0"/>
          <p:nvPr/>
        </p:nvPicPr>
        <p:blipFill rotWithShape="1">
          <a:blip r:embed="rId3">
            <a:alphaModFix/>
          </a:blip>
          <a:srcRect b="2135" l="0" r="0" t="2135"/>
          <a:stretch/>
        </p:blipFill>
        <p:spPr>
          <a:xfrm>
            <a:off x="447850" y="4686300"/>
            <a:ext cx="1099802" cy="97160"/>
          </a:xfrm>
          <a:prstGeom prst="rect">
            <a:avLst/>
          </a:prstGeom>
          <a:noFill/>
          <a:ln>
            <a:noFill/>
          </a:ln>
        </p:spPr>
      </p:pic>
      <p:cxnSp>
        <p:nvCxnSpPr>
          <p:cNvPr id="758" name="Google Shape;758;p104"/>
          <p:cNvCxnSpPr/>
          <p:nvPr/>
        </p:nvCxnSpPr>
        <p:spPr>
          <a:xfrm>
            <a:off x="450488" y="1343476"/>
            <a:ext cx="6643800" cy="0"/>
          </a:xfrm>
          <a:prstGeom prst="straightConnector1">
            <a:avLst/>
          </a:prstGeom>
          <a:noFill/>
          <a:ln cap="flat" cmpd="sng" w="19050">
            <a:solidFill>
              <a:srgbClr val="EFEFEF"/>
            </a:solidFill>
            <a:prstDash val="solid"/>
            <a:miter lim="400000"/>
            <a:headEnd len="sm" w="sm" type="none"/>
            <a:tailEnd len="sm" w="sm" type="none"/>
          </a:ln>
        </p:spPr>
      </p:cxnSp>
      <p:sp>
        <p:nvSpPr>
          <p:cNvPr id="759" name="Google Shape;759;p104"/>
          <p:cNvSpPr txBox="1"/>
          <p:nvPr>
            <p:ph idx="1" type="subTitle"/>
          </p:nvPr>
        </p:nvSpPr>
        <p:spPr>
          <a:xfrm>
            <a:off x="450500" y="1684400"/>
            <a:ext cx="2529300" cy="3711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Poppins Medium"/>
              <a:buNone/>
              <a:defRPr>
                <a:latin typeface="Poppins Medium"/>
                <a:ea typeface="Poppins Medium"/>
                <a:cs typeface="Poppins Medium"/>
                <a:sym typeface="Poppins Medium"/>
              </a:defRPr>
            </a:lvl1pPr>
            <a:lvl2pPr lvl="1">
              <a:spcBef>
                <a:spcPts val="1600"/>
              </a:spcBef>
              <a:spcAft>
                <a:spcPts val="0"/>
              </a:spcAft>
              <a:buSzPts val="1400"/>
              <a:buFont typeface="Poppins Medium"/>
              <a:buNone/>
              <a:defRPr>
                <a:latin typeface="Poppins Medium"/>
                <a:ea typeface="Poppins Medium"/>
                <a:cs typeface="Poppins Medium"/>
                <a:sym typeface="Poppins Medium"/>
              </a:defRPr>
            </a:lvl2pPr>
            <a:lvl3pPr lvl="2">
              <a:spcBef>
                <a:spcPts val="1600"/>
              </a:spcBef>
              <a:spcAft>
                <a:spcPts val="0"/>
              </a:spcAft>
              <a:buSzPts val="1400"/>
              <a:buFont typeface="Poppins Medium"/>
              <a:buNone/>
              <a:defRPr>
                <a:latin typeface="Poppins Medium"/>
                <a:ea typeface="Poppins Medium"/>
                <a:cs typeface="Poppins Medium"/>
                <a:sym typeface="Poppins Medium"/>
              </a:defRPr>
            </a:lvl3pPr>
            <a:lvl4pPr lvl="3">
              <a:spcBef>
                <a:spcPts val="1600"/>
              </a:spcBef>
              <a:spcAft>
                <a:spcPts val="0"/>
              </a:spcAft>
              <a:buSzPts val="1400"/>
              <a:buFont typeface="Poppins Medium"/>
              <a:buNone/>
              <a:defRPr>
                <a:latin typeface="Poppins Medium"/>
                <a:ea typeface="Poppins Medium"/>
                <a:cs typeface="Poppins Medium"/>
                <a:sym typeface="Poppins Medium"/>
              </a:defRPr>
            </a:lvl4pPr>
            <a:lvl5pPr lvl="4">
              <a:spcBef>
                <a:spcPts val="1600"/>
              </a:spcBef>
              <a:spcAft>
                <a:spcPts val="0"/>
              </a:spcAft>
              <a:buSzPts val="1400"/>
              <a:buFont typeface="Poppins Medium"/>
              <a:buNone/>
              <a:defRPr>
                <a:latin typeface="Poppins Medium"/>
                <a:ea typeface="Poppins Medium"/>
                <a:cs typeface="Poppins Medium"/>
                <a:sym typeface="Poppins Medium"/>
              </a:defRPr>
            </a:lvl5pPr>
            <a:lvl6pPr lvl="5">
              <a:spcBef>
                <a:spcPts val="1600"/>
              </a:spcBef>
              <a:spcAft>
                <a:spcPts val="0"/>
              </a:spcAft>
              <a:buSzPts val="1400"/>
              <a:buFont typeface="Poppins Medium"/>
              <a:buNone/>
              <a:defRPr>
                <a:latin typeface="Poppins Medium"/>
                <a:ea typeface="Poppins Medium"/>
                <a:cs typeface="Poppins Medium"/>
                <a:sym typeface="Poppins Medium"/>
              </a:defRPr>
            </a:lvl6pPr>
            <a:lvl7pPr lvl="6">
              <a:spcBef>
                <a:spcPts val="1600"/>
              </a:spcBef>
              <a:spcAft>
                <a:spcPts val="0"/>
              </a:spcAft>
              <a:buSzPts val="1400"/>
              <a:buFont typeface="Poppins Medium"/>
              <a:buNone/>
              <a:defRPr>
                <a:latin typeface="Poppins Medium"/>
                <a:ea typeface="Poppins Medium"/>
                <a:cs typeface="Poppins Medium"/>
                <a:sym typeface="Poppins Medium"/>
              </a:defRPr>
            </a:lvl7pPr>
            <a:lvl8pPr lvl="7">
              <a:spcBef>
                <a:spcPts val="1600"/>
              </a:spcBef>
              <a:spcAft>
                <a:spcPts val="0"/>
              </a:spcAft>
              <a:buSzPts val="1400"/>
              <a:buFont typeface="Poppins Medium"/>
              <a:buNone/>
              <a:defRPr>
                <a:latin typeface="Poppins Medium"/>
                <a:ea typeface="Poppins Medium"/>
                <a:cs typeface="Poppins Medium"/>
                <a:sym typeface="Poppins Medium"/>
              </a:defRPr>
            </a:lvl8pPr>
            <a:lvl9pPr lvl="8">
              <a:spcBef>
                <a:spcPts val="1600"/>
              </a:spcBef>
              <a:spcAft>
                <a:spcPts val="1600"/>
              </a:spcAft>
              <a:buSzPts val="1400"/>
              <a:buFont typeface="Poppins Medium"/>
              <a:buNone/>
              <a:defRPr>
                <a:latin typeface="Poppins Medium"/>
                <a:ea typeface="Poppins Medium"/>
                <a:cs typeface="Poppins Medium"/>
                <a:sym typeface="Poppins Medium"/>
              </a:defRPr>
            </a:lvl9pPr>
          </a:lstStyle>
          <a:p/>
        </p:txBody>
      </p:sp>
      <p:sp>
        <p:nvSpPr>
          <p:cNvPr id="760" name="Google Shape;760;p104"/>
          <p:cNvSpPr txBox="1"/>
          <p:nvPr>
            <p:ph idx="12" type="sldNum"/>
          </p:nvPr>
        </p:nvSpPr>
        <p:spPr>
          <a:xfrm>
            <a:off x="8330104" y="4683775"/>
            <a:ext cx="319200" cy="332400"/>
          </a:xfrm>
          <a:prstGeom prst="rect">
            <a:avLst/>
          </a:prstGeom>
          <a:noFill/>
          <a:ln>
            <a:noFill/>
          </a:ln>
        </p:spPr>
        <p:txBody>
          <a:bodyPr anchorCtr="0" anchor="ctr" bIns="91425" lIns="91425" spcFirstLastPara="1" rIns="91425" wrap="square" tIns="91425">
            <a:noAutofit/>
          </a:bodyPr>
          <a:lstStyle>
            <a:lvl1pPr lvl="0">
              <a:buNone/>
              <a:defRPr>
                <a:solidFill>
                  <a:srgbClr val="053053"/>
                </a:solidFill>
                <a:latin typeface="Space Mono"/>
                <a:ea typeface="Space Mono"/>
                <a:cs typeface="Space Mono"/>
                <a:sym typeface="Space Mono"/>
              </a:defRPr>
            </a:lvl1pPr>
            <a:lvl2pPr lvl="1">
              <a:buNone/>
              <a:defRPr>
                <a:solidFill>
                  <a:srgbClr val="053053"/>
                </a:solidFill>
                <a:latin typeface="Space Mono"/>
                <a:ea typeface="Space Mono"/>
                <a:cs typeface="Space Mono"/>
                <a:sym typeface="Space Mono"/>
              </a:defRPr>
            </a:lvl2pPr>
            <a:lvl3pPr lvl="2">
              <a:buNone/>
              <a:defRPr>
                <a:solidFill>
                  <a:srgbClr val="053053"/>
                </a:solidFill>
                <a:latin typeface="Space Mono"/>
                <a:ea typeface="Space Mono"/>
                <a:cs typeface="Space Mono"/>
                <a:sym typeface="Space Mono"/>
              </a:defRPr>
            </a:lvl3pPr>
            <a:lvl4pPr lvl="3">
              <a:buNone/>
              <a:defRPr>
                <a:solidFill>
                  <a:srgbClr val="053053"/>
                </a:solidFill>
                <a:latin typeface="Space Mono"/>
                <a:ea typeface="Space Mono"/>
                <a:cs typeface="Space Mono"/>
                <a:sym typeface="Space Mono"/>
              </a:defRPr>
            </a:lvl4pPr>
            <a:lvl5pPr lvl="4">
              <a:buNone/>
              <a:defRPr>
                <a:solidFill>
                  <a:srgbClr val="053053"/>
                </a:solidFill>
                <a:latin typeface="Space Mono"/>
                <a:ea typeface="Space Mono"/>
                <a:cs typeface="Space Mono"/>
                <a:sym typeface="Space Mono"/>
              </a:defRPr>
            </a:lvl5pPr>
            <a:lvl6pPr lvl="5">
              <a:buNone/>
              <a:defRPr>
                <a:solidFill>
                  <a:srgbClr val="053053"/>
                </a:solidFill>
                <a:latin typeface="Space Mono"/>
                <a:ea typeface="Space Mono"/>
                <a:cs typeface="Space Mono"/>
                <a:sym typeface="Space Mono"/>
              </a:defRPr>
            </a:lvl6pPr>
            <a:lvl7pPr lvl="6">
              <a:buNone/>
              <a:defRPr>
                <a:solidFill>
                  <a:srgbClr val="053053"/>
                </a:solidFill>
                <a:latin typeface="Space Mono"/>
                <a:ea typeface="Space Mono"/>
                <a:cs typeface="Space Mono"/>
                <a:sym typeface="Space Mono"/>
              </a:defRPr>
            </a:lvl7pPr>
            <a:lvl8pPr lvl="7">
              <a:buNone/>
              <a:defRPr>
                <a:solidFill>
                  <a:srgbClr val="053053"/>
                </a:solidFill>
                <a:latin typeface="Space Mono"/>
                <a:ea typeface="Space Mono"/>
                <a:cs typeface="Space Mono"/>
                <a:sym typeface="Space Mono"/>
              </a:defRPr>
            </a:lvl8pPr>
            <a:lvl9pPr lvl="8">
              <a:buNone/>
              <a:defRPr>
                <a:solidFill>
                  <a:srgbClr val="053053"/>
                </a:solidFill>
                <a:latin typeface="Space Mono"/>
                <a:ea typeface="Space Mono"/>
                <a:cs typeface="Space Mono"/>
                <a:sym typeface="Space Mono"/>
              </a:defRPr>
            </a:lvl9pPr>
          </a:lstStyle>
          <a:p>
            <a:pPr indent="0" lvl="0" marL="0" rtl="0" algn="l">
              <a:spcBef>
                <a:spcPts val="0"/>
              </a:spcBef>
              <a:spcAft>
                <a:spcPts val="0"/>
              </a:spcAft>
              <a:buNone/>
            </a:pPr>
            <a:fld id="{00000000-1234-1234-1234-123412341234}" type="slidenum">
              <a:rPr lang="en"/>
              <a:t>‹#›</a:t>
            </a:fld>
            <a:endParaRPr/>
          </a:p>
        </p:txBody>
      </p:sp>
      <p:sp>
        <p:nvSpPr>
          <p:cNvPr id="761" name="Google Shape;761;p104"/>
          <p:cNvSpPr txBox="1"/>
          <p:nvPr>
            <p:ph idx="2" type="subTitle"/>
          </p:nvPr>
        </p:nvSpPr>
        <p:spPr>
          <a:xfrm>
            <a:off x="3304925" y="1684400"/>
            <a:ext cx="2529300" cy="3711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Poppins Medium"/>
              <a:buNone/>
              <a:defRPr>
                <a:latin typeface="Poppins Medium"/>
                <a:ea typeface="Poppins Medium"/>
                <a:cs typeface="Poppins Medium"/>
                <a:sym typeface="Poppins Medium"/>
              </a:defRPr>
            </a:lvl1pPr>
            <a:lvl2pPr lvl="1">
              <a:spcBef>
                <a:spcPts val="1600"/>
              </a:spcBef>
              <a:spcAft>
                <a:spcPts val="0"/>
              </a:spcAft>
              <a:buSzPts val="1400"/>
              <a:buFont typeface="Poppins Medium"/>
              <a:buNone/>
              <a:defRPr>
                <a:latin typeface="Poppins Medium"/>
                <a:ea typeface="Poppins Medium"/>
                <a:cs typeface="Poppins Medium"/>
                <a:sym typeface="Poppins Medium"/>
              </a:defRPr>
            </a:lvl2pPr>
            <a:lvl3pPr lvl="2">
              <a:spcBef>
                <a:spcPts val="1600"/>
              </a:spcBef>
              <a:spcAft>
                <a:spcPts val="0"/>
              </a:spcAft>
              <a:buSzPts val="1400"/>
              <a:buFont typeface="Poppins Medium"/>
              <a:buNone/>
              <a:defRPr>
                <a:latin typeface="Poppins Medium"/>
                <a:ea typeface="Poppins Medium"/>
                <a:cs typeface="Poppins Medium"/>
                <a:sym typeface="Poppins Medium"/>
              </a:defRPr>
            </a:lvl3pPr>
            <a:lvl4pPr lvl="3">
              <a:spcBef>
                <a:spcPts val="1600"/>
              </a:spcBef>
              <a:spcAft>
                <a:spcPts val="0"/>
              </a:spcAft>
              <a:buSzPts val="1400"/>
              <a:buFont typeface="Poppins Medium"/>
              <a:buNone/>
              <a:defRPr>
                <a:latin typeface="Poppins Medium"/>
                <a:ea typeface="Poppins Medium"/>
                <a:cs typeface="Poppins Medium"/>
                <a:sym typeface="Poppins Medium"/>
              </a:defRPr>
            </a:lvl4pPr>
            <a:lvl5pPr lvl="4">
              <a:spcBef>
                <a:spcPts val="1600"/>
              </a:spcBef>
              <a:spcAft>
                <a:spcPts val="0"/>
              </a:spcAft>
              <a:buSzPts val="1400"/>
              <a:buFont typeface="Poppins Medium"/>
              <a:buNone/>
              <a:defRPr>
                <a:latin typeface="Poppins Medium"/>
                <a:ea typeface="Poppins Medium"/>
                <a:cs typeface="Poppins Medium"/>
                <a:sym typeface="Poppins Medium"/>
              </a:defRPr>
            </a:lvl5pPr>
            <a:lvl6pPr lvl="5">
              <a:spcBef>
                <a:spcPts val="1600"/>
              </a:spcBef>
              <a:spcAft>
                <a:spcPts val="0"/>
              </a:spcAft>
              <a:buSzPts val="1400"/>
              <a:buFont typeface="Poppins Medium"/>
              <a:buNone/>
              <a:defRPr>
                <a:latin typeface="Poppins Medium"/>
                <a:ea typeface="Poppins Medium"/>
                <a:cs typeface="Poppins Medium"/>
                <a:sym typeface="Poppins Medium"/>
              </a:defRPr>
            </a:lvl6pPr>
            <a:lvl7pPr lvl="6">
              <a:spcBef>
                <a:spcPts val="1600"/>
              </a:spcBef>
              <a:spcAft>
                <a:spcPts val="0"/>
              </a:spcAft>
              <a:buSzPts val="1400"/>
              <a:buFont typeface="Poppins Medium"/>
              <a:buNone/>
              <a:defRPr>
                <a:latin typeface="Poppins Medium"/>
                <a:ea typeface="Poppins Medium"/>
                <a:cs typeface="Poppins Medium"/>
                <a:sym typeface="Poppins Medium"/>
              </a:defRPr>
            </a:lvl7pPr>
            <a:lvl8pPr lvl="7">
              <a:spcBef>
                <a:spcPts val="1600"/>
              </a:spcBef>
              <a:spcAft>
                <a:spcPts val="0"/>
              </a:spcAft>
              <a:buSzPts val="1400"/>
              <a:buFont typeface="Poppins Medium"/>
              <a:buNone/>
              <a:defRPr>
                <a:latin typeface="Poppins Medium"/>
                <a:ea typeface="Poppins Medium"/>
                <a:cs typeface="Poppins Medium"/>
                <a:sym typeface="Poppins Medium"/>
              </a:defRPr>
            </a:lvl8pPr>
            <a:lvl9pPr lvl="8">
              <a:spcBef>
                <a:spcPts val="1600"/>
              </a:spcBef>
              <a:spcAft>
                <a:spcPts val="1600"/>
              </a:spcAft>
              <a:buSzPts val="1400"/>
              <a:buFont typeface="Poppins Medium"/>
              <a:buNone/>
              <a:defRPr>
                <a:latin typeface="Poppins Medium"/>
                <a:ea typeface="Poppins Medium"/>
                <a:cs typeface="Poppins Medium"/>
                <a:sym typeface="Poppins Medium"/>
              </a:defRPr>
            </a:lvl9pPr>
          </a:lstStyle>
          <a:p/>
        </p:txBody>
      </p:sp>
      <p:cxnSp>
        <p:nvCxnSpPr>
          <p:cNvPr id="762" name="Google Shape;762;p104"/>
          <p:cNvCxnSpPr/>
          <p:nvPr/>
        </p:nvCxnSpPr>
        <p:spPr>
          <a:xfrm>
            <a:off x="3146950" y="1772550"/>
            <a:ext cx="0" cy="2275500"/>
          </a:xfrm>
          <a:prstGeom prst="straightConnector1">
            <a:avLst/>
          </a:prstGeom>
          <a:noFill/>
          <a:ln cap="flat" cmpd="sng" w="9525">
            <a:solidFill>
              <a:srgbClr val="053053"/>
            </a:solidFill>
            <a:prstDash val="solid"/>
            <a:miter lim="400000"/>
            <a:headEnd len="sm" w="sm" type="none"/>
            <a:tailEnd len="sm" w="sm" type="none"/>
          </a:ln>
        </p:spPr>
      </p:cxnSp>
      <p:cxnSp>
        <p:nvCxnSpPr>
          <p:cNvPr id="763" name="Google Shape;763;p104"/>
          <p:cNvCxnSpPr/>
          <p:nvPr/>
        </p:nvCxnSpPr>
        <p:spPr>
          <a:xfrm>
            <a:off x="5997050" y="1772550"/>
            <a:ext cx="0" cy="2275500"/>
          </a:xfrm>
          <a:prstGeom prst="straightConnector1">
            <a:avLst/>
          </a:prstGeom>
          <a:noFill/>
          <a:ln cap="flat" cmpd="sng" w="9525">
            <a:solidFill>
              <a:srgbClr val="053053"/>
            </a:solidFill>
            <a:prstDash val="solid"/>
            <a:miter lim="400000"/>
            <a:headEnd len="sm" w="sm" type="none"/>
            <a:tailEnd len="sm" w="sm" type="none"/>
          </a:ln>
        </p:spPr>
      </p:cxnSp>
      <p:sp>
        <p:nvSpPr>
          <p:cNvPr id="764" name="Google Shape;764;p104"/>
          <p:cNvSpPr txBox="1"/>
          <p:nvPr>
            <p:ph idx="3" type="subTitle"/>
          </p:nvPr>
        </p:nvSpPr>
        <p:spPr>
          <a:xfrm>
            <a:off x="6159875" y="1684400"/>
            <a:ext cx="2529300" cy="3711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Poppins Medium"/>
              <a:buNone/>
              <a:defRPr>
                <a:latin typeface="Poppins Medium"/>
                <a:ea typeface="Poppins Medium"/>
                <a:cs typeface="Poppins Medium"/>
                <a:sym typeface="Poppins Medium"/>
              </a:defRPr>
            </a:lvl1pPr>
            <a:lvl2pPr lvl="1">
              <a:spcBef>
                <a:spcPts val="1600"/>
              </a:spcBef>
              <a:spcAft>
                <a:spcPts val="0"/>
              </a:spcAft>
              <a:buSzPts val="1400"/>
              <a:buFont typeface="Poppins Medium"/>
              <a:buNone/>
              <a:defRPr>
                <a:latin typeface="Poppins Medium"/>
                <a:ea typeface="Poppins Medium"/>
                <a:cs typeface="Poppins Medium"/>
                <a:sym typeface="Poppins Medium"/>
              </a:defRPr>
            </a:lvl2pPr>
            <a:lvl3pPr lvl="2">
              <a:spcBef>
                <a:spcPts val="1600"/>
              </a:spcBef>
              <a:spcAft>
                <a:spcPts val="0"/>
              </a:spcAft>
              <a:buSzPts val="1400"/>
              <a:buFont typeface="Poppins Medium"/>
              <a:buNone/>
              <a:defRPr>
                <a:latin typeface="Poppins Medium"/>
                <a:ea typeface="Poppins Medium"/>
                <a:cs typeface="Poppins Medium"/>
                <a:sym typeface="Poppins Medium"/>
              </a:defRPr>
            </a:lvl3pPr>
            <a:lvl4pPr lvl="3">
              <a:spcBef>
                <a:spcPts val="1600"/>
              </a:spcBef>
              <a:spcAft>
                <a:spcPts val="0"/>
              </a:spcAft>
              <a:buSzPts val="1400"/>
              <a:buFont typeface="Poppins Medium"/>
              <a:buNone/>
              <a:defRPr>
                <a:latin typeface="Poppins Medium"/>
                <a:ea typeface="Poppins Medium"/>
                <a:cs typeface="Poppins Medium"/>
                <a:sym typeface="Poppins Medium"/>
              </a:defRPr>
            </a:lvl4pPr>
            <a:lvl5pPr lvl="4">
              <a:spcBef>
                <a:spcPts val="1600"/>
              </a:spcBef>
              <a:spcAft>
                <a:spcPts val="0"/>
              </a:spcAft>
              <a:buSzPts val="1400"/>
              <a:buFont typeface="Poppins Medium"/>
              <a:buNone/>
              <a:defRPr>
                <a:latin typeface="Poppins Medium"/>
                <a:ea typeface="Poppins Medium"/>
                <a:cs typeface="Poppins Medium"/>
                <a:sym typeface="Poppins Medium"/>
              </a:defRPr>
            </a:lvl5pPr>
            <a:lvl6pPr lvl="5">
              <a:spcBef>
                <a:spcPts val="1600"/>
              </a:spcBef>
              <a:spcAft>
                <a:spcPts val="0"/>
              </a:spcAft>
              <a:buSzPts val="1400"/>
              <a:buFont typeface="Poppins Medium"/>
              <a:buNone/>
              <a:defRPr>
                <a:latin typeface="Poppins Medium"/>
                <a:ea typeface="Poppins Medium"/>
                <a:cs typeface="Poppins Medium"/>
                <a:sym typeface="Poppins Medium"/>
              </a:defRPr>
            </a:lvl6pPr>
            <a:lvl7pPr lvl="6">
              <a:spcBef>
                <a:spcPts val="1600"/>
              </a:spcBef>
              <a:spcAft>
                <a:spcPts val="0"/>
              </a:spcAft>
              <a:buSzPts val="1400"/>
              <a:buFont typeface="Poppins Medium"/>
              <a:buNone/>
              <a:defRPr>
                <a:latin typeface="Poppins Medium"/>
                <a:ea typeface="Poppins Medium"/>
                <a:cs typeface="Poppins Medium"/>
                <a:sym typeface="Poppins Medium"/>
              </a:defRPr>
            </a:lvl7pPr>
            <a:lvl8pPr lvl="7">
              <a:spcBef>
                <a:spcPts val="1600"/>
              </a:spcBef>
              <a:spcAft>
                <a:spcPts val="0"/>
              </a:spcAft>
              <a:buSzPts val="1400"/>
              <a:buFont typeface="Poppins Medium"/>
              <a:buNone/>
              <a:defRPr>
                <a:latin typeface="Poppins Medium"/>
                <a:ea typeface="Poppins Medium"/>
                <a:cs typeface="Poppins Medium"/>
                <a:sym typeface="Poppins Medium"/>
              </a:defRPr>
            </a:lvl8pPr>
            <a:lvl9pPr lvl="8">
              <a:spcBef>
                <a:spcPts val="1600"/>
              </a:spcBef>
              <a:spcAft>
                <a:spcPts val="1600"/>
              </a:spcAft>
              <a:buSzPts val="1400"/>
              <a:buFont typeface="Poppins Medium"/>
              <a:buNone/>
              <a:defRPr>
                <a:latin typeface="Poppins Medium"/>
                <a:ea typeface="Poppins Medium"/>
                <a:cs typeface="Poppins Medium"/>
                <a:sym typeface="Poppins Medium"/>
              </a:defRPr>
            </a:lvl9pPr>
          </a:lstStyle>
          <a:p/>
        </p:txBody>
      </p:sp>
      <p:sp>
        <p:nvSpPr>
          <p:cNvPr id="765" name="Google Shape;765;p104"/>
          <p:cNvSpPr txBox="1"/>
          <p:nvPr>
            <p:ph idx="4" type="body"/>
          </p:nvPr>
        </p:nvSpPr>
        <p:spPr>
          <a:xfrm>
            <a:off x="454099" y="2132825"/>
            <a:ext cx="2692800" cy="31509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1pPr>
            <a:lvl2pPr indent="-304800" lvl="1" marL="914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2pPr>
            <a:lvl3pPr indent="-304800" lvl="2" marL="1371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3pPr>
            <a:lvl4pPr indent="-304800" lvl="3" marL="18288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4pPr>
            <a:lvl5pPr indent="-304800" lvl="4" marL="22860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5pPr>
            <a:lvl6pPr indent="-304800" lvl="5" marL="27432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6pPr>
            <a:lvl7pPr indent="-304800" lvl="6" marL="3200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7pPr>
            <a:lvl8pPr indent="-304800" lvl="7" marL="3657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8pPr>
            <a:lvl9pPr indent="-304800" lvl="8" marL="4114800">
              <a:lnSpc>
                <a:spcPct val="115000"/>
              </a:lnSpc>
              <a:spcBef>
                <a:spcPts val="1600"/>
              </a:spcBef>
              <a:spcAft>
                <a:spcPts val="1600"/>
              </a:spcAft>
              <a:buClr>
                <a:srgbClr val="262626"/>
              </a:buClr>
              <a:buSzPts val="1200"/>
              <a:buFont typeface="Poppins Light"/>
              <a:buChar char="■"/>
              <a:defRPr sz="1200">
                <a:solidFill>
                  <a:srgbClr val="262626"/>
                </a:solidFill>
                <a:latin typeface="Poppins Light"/>
                <a:ea typeface="Poppins Light"/>
                <a:cs typeface="Poppins Light"/>
                <a:sym typeface="Poppins Light"/>
              </a:defRPr>
            </a:lvl9pPr>
          </a:lstStyle>
          <a:p/>
        </p:txBody>
      </p:sp>
      <p:sp>
        <p:nvSpPr>
          <p:cNvPr id="766" name="Google Shape;766;p104"/>
          <p:cNvSpPr txBox="1"/>
          <p:nvPr>
            <p:ph idx="5" type="body"/>
          </p:nvPr>
        </p:nvSpPr>
        <p:spPr>
          <a:xfrm>
            <a:off x="3304056" y="2132825"/>
            <a:ext cx="2692800" cy="31509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1pPr>
            <a:lvl2pPr indent="-304800" lvl="1" marL="914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2pPr>
            <a:lvl3pPr indent="-304800" lvl="2" marL="1371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3pPr>
            <a:lvl4pPr indent="-304800" lvl="3" marL="18288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4pPr>
            <a:lvl5pPr indent="-304800" lvl="4" marL="22860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5pPr>
            <a:lvl6pPr indent="-304800" lvl="5" marL="27432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6pPr>
            <a:lvl7pPr indent="-304800" lvl="6" marL="3200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7pPr>
            <a:lvl8pPr indent="-304800" lvl="7" marL="3657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8pPr>
            <a:lvl9pPr indent="-304800" lvl="8" marL="4114800">
              <a:lnSpc>
                <a:spcPct val="115000"/>
              </a:lnSpc>
              <a:spcBef>
                <a:spcPts val="1600"/>
              </a:spcBef>
              <a:spcAft>
                <a:spcPts val="1600"/>
              </a:spcAft>
              <a:buClr>
                <a:srgbClr val="262626"/>
              </a:buClr>
              <a:buSzPts val="1200"/>
              <a:buFont typeface="Poppins Light"/>
              <a:buChar char="■"/>
              <a:defRPr sz="1200">
                <a:solidFill>
                  <a:srgbClr val="262626"/>
                </a:solidFill>
                <a:latin typeface="Poppins Light"/>
                <a:ea typeface="Poppins Light"/>
                <a:cs typeface="Poppins Light"/>
                <a:sym typeface="Poppins Light"/>
              </a:defRPr>
            </a:lvl9pPr>
          </a:lstStyle>
          <a:p/>
        </p:txBody>
      </p:sp>
      <p:sp>
        <p:nvSpPr>
          <p:cNvPr id="767" name="Google Shape;767;p104"/>
          <p:cNvSpPr txBox="1"/>
          <p:nvPr>
            <p:ph idx="6" type="body"/>
          </p:nvPr>
        </p:nvSpPr>
        <p:spPr>
          <a:xfrm>
            <a:off x="6159881" y="2132825"/>
            <a:ext cx="2692800" cy="31509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1pPr>
            <a:lvl2pPr indent="-304800" lvl="1" marL="914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2pPr>
            <a:lvl3pPr indent="-304800" lvl="2" marL="1371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3pPr>
            <a:lvl4pPr indent="-304800" lvl="3" marL="18288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4pPr>
            <a:lvl5pPr indent="-304800" lvl="4" marL="22860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5pPr>
            <a:lvl6pPr indent="-304800" lvl="5" marL="27432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6pPr>
            <a:lvl7pPr indent="-304800" lvl="6" marL="32004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7pPr>
            <a:lvl8pPr indent="-304800" lvl="7" marL="3657600">
              <a:lnSpc>
                <a:spcPct val="115000"/>
              </a:lnSpc>
              <a:spcBef>
                <a:spcPts val="1600"/>
              </a:spcBef>
              <a:spcAft>
                <a:spcPts val="0"/>
              </a:spcAft>
              <a:buClr>
                <a:srgbClr val="00CD89"/>
              </a:buClr>
              <a:buSzPts val="1200"/>
              <a:buFont typeface="Poppins Light"/>
              <a:buChar char="○"/>
              <a:defRPr sz="1200">
                <a:solidFill>
                  <a:srgbClr val="262626"/>
                </a:solidFill>
                <a:latin typeface="Poppins Light"/>
                <a:ea typeface="Poppins Light"/>
                <a:cs typeface="Poppins Light"/>
                <a:sym typeface="Poppins Light"/>
              </a:defRPr>
            </a:lvl8pPr>
            <a:lvl9pPr indent="-304800" lvl="8" marL="4114800">
              <a:lnSpc>
                <a:spcPct val="115000"/>
              </a:lnSpc>
              <a:spcBef>
                <a:spcPts val="1600"/>
              </a:spcBef>
              <a:spcAft>
                <a:spcPts val="1600"/>
              </a:spcAft>
              <a:buClr>
                <a:srgbClr val="262626"/>
              </a:buClr>
              <a:buSzPts val="1200"/>
              <a:buFont typeface="Poppins Light"/>
              <a:buChar char="■"/>
              <a:defRPr sz="1200">
                <a:solidFill>
                  <a:srgbClr val="262626"/>
                </a:solidFill>
                <a:latin typeface="Poppins Light"/>
                <a:ea typeface="Poppins Light"/>
                <a:cs typeface="Poppins Light"/>
                <a:sym typeface="Poppins Light"/>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Subtitle + Bullets (Blue)">
  <p:cSld name="TITLE_AND_BODY_1_3_2_1_1_1_1_1">
    <p:bg>
      <p:bgPr>
        <a:solidFill>
          <a:schemeClr val="lt1"/>
        </a:solidFill>
      </p:bgPr>
    </p:bg>
    <p:spTree>
      <p:nvGrpSpPr>
        <p:cNvPr id="768" name="Shape 768"/>
        <p:cNvGrpSpPr/>
        <p:nvPr/>
      </p:nvGrpSpPr>
      <p:grpSpPr>
        <a:xfrm>
          <a:off x="0" y="0"/>
          <a:ext cx="0" cy="0"/>
          <a:chOff x="0" y="0"/>
          <a:chExt cx="0" cy="0"/>
        </a:xfrm>
      </p:grpSpPr>
      <p:sp>
        <p:nvSpPr>
          <p:cNvPr id="769" name="Google Shape;769;p105"/>
          <p:cNvSpPr txBox="1"/>
          <p:nvPr>
            <p:ph type="title"/>
          </p:nvPr>
        </p:nvSpPr>
        <p:spPr>
          <a:xfrm>
            <a:off x="457200" y="445025"/>
            <a:ext cx="2647500" cy="570900"/>
          </a:xfrm>
          <a:prstGeom prst="rect">
            <a:avLst/>
          </a:prstGeom>
        </p:spPr>
        <p:txBody>
          <a:bodyPr anchorCtr="0" anchor="t" bIns="91425" lIns="0" spcFirstLastPara="1" rIns="0" wrap="square" tIns="91425">
            <a:noAutofit/>
          </a:bodyPr>
          <a:lstStyle>
            <a:lvl1pPr lvl="0">
              <a:spcBef>
                <a:spcPts val="0"/>
              </a:spcBef>
              <a:spcAft>
                <a:spcPts val="0"/>
              </a:spcAft>
              <a:buClr>
                <a:srgbClr val="05103E"/>
              </a:buClr>
              <a:buSzPts val="2800"/>
              <a:buFont typeface="Space Mono"/>
              <a:buNone/>
              <a:defRPr b="0" sz="2800">
                <a:solidFill>
                  <a:srgbClr val="05103E"/>
                </a:solidFill>
                <a:latin typeface="Space Mono"/>
                <a:ea typeface="Space Mono"/>
                <a:cs typeface="Space Mono"/>
                <a:sym typeface="Space Mono"/>
              </a:defRPr>
            </a:lvl1pPr>
            <a:lvl2pPr lvl="1">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2pPr>
            <a:lvl3pPr lvl="2">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3pPr>
            <a:lvl4pPr lvl="3">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4pPr>
            <a:lvl5pPr lvl="4">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5pPr>
            <a:lvl6pPr lvl="5">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6pPr>
            <a:lvl7pPr lvl="6">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7pPr>
            <a:lvl8pPr lvl="7">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8pPr>
            <a:lvl9pPr lvl="8">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9pPr>
          </a:lstStyle>
          <a:p/>
        </p:txBody>
      </p:sp>
      <p:sp>
        <p:nvSpPr>
          <p:cNvPr id="770" name="Google Shape;770;p105"/>
          <p:cNvSpPr txBox="1"/>
          <p:nvPr>
            <p:ph idx="1" type="body"/>
          </p:nvPr>
        </p:nvSpPr>
        <p:spPr>
          <a:xfrm>
            <a:off x="3946300" y="816039"/>
            <a:ext cx="4886100" cy="2979000"/>
          </a:xfrm>
          <a:prstGeom prst="rect">
            <a:avLst/>
          </a:prstGeom>
        </p:spPr>
        <p:txBody>
          <a:bodyPr anchorCtr="0" anchor="t" bIns="91425" lIns="91425" spcFirstLastPara="1" rIns="91425" wrap="square" tIns="91425">
            <a:noAutofit/>
          </a:bodyPr>
          <a:lstStyle>
            <a:lvl1pPr indent="-304800" lvl="0" marL="457200">
              <a:lnSpc>
                <a:spcPct val="115000"/>
              </a:lnSpc>
              <a:spcBef>
                <a:spcPts val="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1pPr>
            <a:lvl2pPr indent="-304800" lvl="1" marL="9144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2pPr>
            <a:lvl3pPr indent="-304800" lvl="2" marL="13716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3pPr>
            <a:lvl4pPr indent="-304800" lvl="3" marL="18288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4pPr>
            <a:lvl5pPr indent="-304800" lvl="4" marL="22860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5pPr>
            <a:lvl6pPr indent="-304800" lvl="5" marL="27432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6pPr>
            <a:lvl7pPr indent="-304800" lvl="6" marL="32004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7pPr>
            <a:lvl8pPr indent="-304800" lvl="7" marL="3657600">
              <a:lnSpc>
                <a:spcPct val="115000"/>
              </a:lnSpc>
              <a:spcBef>
                <a:spcPts val="1600"/>
              </a:spcBef>
              <a:spcAft>
                <a:spcPts val="0"/>
              </a:spcAft>
              <a:buClr>
                <a:srgbClr val="053053"/>
              </a:buClr>
              <a:buSzPts val="1200"/>
              <a:buFont typeface="Poppins Light"/>
              <a:buChar char="○"/>
              <a:defRPr sz="1200">
                <a:solidFill>
                  <a:srgbClr val="053053"/>
                </a:solidFill>
                <a:latin typeface="Poppins Light"/>
                <a:ea typeface="Poppins Light"/>
                <a:cs typeface="Poppins Light"/>
                <a:sym typeface="Poppins Light"/>
              </a:defRPr>
            </a:lvl8pPr>
            <a:lvl9pPr indent="-304800" lvl="8" marL="4114800">
              <a:lnSpc>
                <a:spcPct val="115000"/>
              </a:lnSpc>
              <a:spcBef>
                <a:spcPts val="1600"/>
              </a:spcBef>
              <a:spcAft>
                <a:spcPts val="1600"/>
              </a:spcAft>
              <a:buClr>
                <a:srgbClr val="053053"/>
              </a:buClr>
              <a:buSzPts val="1200"/>
              <a:buFont typeface="Poppins Light"/>
              <a:buChar char="■"/>
              <a:defRPr sz="1200">
                <a:solidFill>
                  <a:srgbClr val="053053"/>
                </a:solidFill>
                <a:latin typeface="Poppins Light"/>
                <a:ea typeface="Poppins Light"/>
                <a:cs typeface="Poppins Light"/>
                <a:sym typeface="Poppins Light"/>
              </a:defRPr>
            </a:lvl9pPr>
          </a:lstStyle>
          <a:p/>
        </p:txBody>
      </p:sp>
      <p:pic>
        <p:nvPicPr>
          <p:cNvPr id="771" name="Google Shape;771;p105"/>
          <p:cNvPicPr preferRelativeResize="0"/>
          <p:nvPr/>
        </p:nvPicPr>
        <p:blipFill rotWithShape="1">
          <a:blip r:embed="rId2">
            <a:alphaModFix/>
          </a:blip>
          <a:srcRect b="2135" l="0" r="0" t="2135"/>
          <a:stretch/>
        </p:blipFill>
        <p:spPr>
          <a:xfrm>
            <a:off x="447850" y="4686300"/>
            <a:ext cx="1099802" cy="97160"/>
          </a:xfrm>
          <a:prstGeom prst="rect">
            <a:avLst/>
          </a:prstGeom>
          <a:noFill/>
          <a:ln>
            <a:noFill/>
          </a:ln>
        </p:spPr>
      </p:pic>
      <p:sp>
        <p:nvSpPr>
          <p:cNvPr id="772" name="Google Shape;772;p105"/>
          <p:cNvSpPr txBox="1"/>
          <p:nvPr>
            <p:ph idx="2" type="subTitle"/>
          </p:nvPr>
        </p:nvSpPr>
        <p:spPr>
          <a:xfrm>
            <a:off x="3946300" y="445025"/>
            <a:ext cx="4886100" cy="5292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Poppins Medium"/>
              <a:buNone/>
              <a:defRPr>
                <a:latin typeface="Poppins Medium"/>
                <a:ea typeface="Poppins Medium"/>
                <a:cs typeface="Poppins Medium"/>
                <a:sym typeface="Poppins Medium"/>
              </a:defRPr>
            </a:lvl1pPr>
            <a:lvl2pPr lvl="1">
              <a:spcBef>
                <a:spcPts val="1600"/>
              </a:spcBef>
              <a:spcAft>
                <a:spcPts val="0"/>
              </a:spcAft>
              <a:buSzPts val="1400"/>
              <a:buFont typeface="Poppins Medium"/>
              <a:buNone/>
              <a:defRPr>
                <a:latin typeface="Poppins Medium"/>
                <a:ea typeface="Poppins Medium"/>
                <a:cs typeface="Poppins Medium"/>
                <a:sym typeface="Poppins Medium"/>
              </a:defRPr>
            </a:lvl2pPr>
            <a:lvl3pPr lvl="2">
              <a:spcBef>
                <a:spcPts val="1600"/>
              </a:spcBef>
              <a:spcAft>
                <a:spcPts val="0"/>
              </a:spcAft>
              <a:buSzPts val="1400"/>
              <a:buFont typeface="Poppins Medium"/>
              <a:buNone/>
              <a:defRPr>
                <a:latin typeface="Poppins Medium"/>
                <a:ea typeface="Poppins Medium"/>
                <a:cs typeface="Poppins Medium"/>
                <a:sym typeface="Poppins Medium"/>
              </a:defRPr>
            </a:lvl3pPr>
            <a:lvl4pPr lvl="3">
              <a:spcBef>
                <a:spcPts val="1600"/>
              </a:spcBef>
              <a:spcAft>
                <a:spcPts val="0"/>
              </a:spcAft>
              <a:buSzPts val="1400"/>
              <a:buFont typeface="Poppins Medium"/>
              <a:buNone/>
              <a:defRPr>
                <a:latin typeface="Poppins Medium"/>
                <a:ea typeface="Poppins Medium"/>
                <a:cs typeface="Poppins Medium"/>
                <a:sym typeface="Poppins Medium"/>
              </a:defRPr>
            </a:lvl4pPr>
            <a:lvl5pPr lvl="4">
              <a:spcBef>
                <a:spcPts val="1600"/>
              </a:spcBef>
              <a:spcAft>
                <a:spcPts val="0"/>
              </a:spcAft>
              <a:buSzPts val="1400"/>
              <a:buFont typeface="Poppins Medium"/>
              <a:buNone/>
              <a:defRPr>
                <a:latin typeface="Poppins Medium"/>
                <a:ea typeface="Poppins Medium"/>
                <a:cs typeface="Poppins Medium"/>
                <a:sym typeface="Poppins Medium"/>
              </a:defRPr>
            </a:lvl5pPr>
            <a:lvl6pPr lvl="5">
              <a:spcBef>
                <a:spcPts val="1600"/>
              </a:spcBef>
              <a:spcAft>
                <a:spcPts val="0"/>
              </a:spcAft>
              <a:buSzPts val="1400"/>
              <a:buFont typeface="Poppins Medium"/>
              <a:buNone/>
              <a:defRPr>
                <a:latin typeface="Poppins Medium"/>
                <a:ea typeface="Poppins Medium"/>
                <a:cs typeface="Poppins Medium"/>
                <a:sym typeface="Poppins Medium"/>
              </a:defRPr>
            </a:lvl6pPr>
            <a:lvl7pPr lvl="6">
              <a:spcBef>
                <a:spcPts val="1600"/>
              </a:spcBef>
              <a:spcAft>
                <a:spcPts val="0"/>
              </a:spcAft>
              <a:buSzPts val="1400"/>
              <a:buFont typeface="Poppins Medium"/>
              <a:buNone/>
              <a:defRPr>
                <a:latin typeface="Poppins Medium"/>
                <a:ea typeface="Poppins Medium"/>
                <a:cs typeface="Poppins Medium"/>
                <a:sym typeface="Poppins Medium"/>
              </a:defRPr>
            </a:lvl7pPr>
            <a:lvl8pPr lvl="7">
              <a:spcBef>
                <a:spcPts val="1600"/>
              </a:spcBef>
              <a:spcAft>
                <a:spcPts val="0"/>
              </a:spcAft>
              <a:buSzPts val="1400"/>
              <a:buFont typeface="Poppins Medium"/>
              <a:buNone/>
              <a:defRPr>
                <a:latin typeface="Poppins Medium"/>
                <a:ea typeface="Poppins Medium"/>
                <a:cs typeface="Poppins Medium"/>
                <a:sym typeface="Poppins Medium"/>
              </a:defRPr>
            </a:lvl8pPr>
            <a:lvl9pPr lvl="8">
              <a:spcBef>
                <a:spcPts val="1600"/>
              </a:spcBef>
              <a:spcAft>
                <a:spcPts val="1600"/>
              </a:spcAft>
              <a:buSzPts val="1400"/>
              <a:buFont typeface="Poppins Medium"/>
              <a:buNone/>
              <a:defRPr>
                <a:latin typeface="Poppins Medium"/>
                <a:ea typeface="Poppins Medium"/>
                <a:cs typeface="Poppins Medium"/>
                <a:sym typeface="Poppins Medium"/>
              </a:defRPr>
            </a:lvl9pPr>
          </a:lstStyle>
          <a:p/>
        </p:txBody>
      </p:sp>
      <p:pic>
        <p:nvPicPr>
          <p:cNvPr id="773" name="Google Shape;773;p105"/>
          <p:cNvPicPr preferRelativeResize="0"/>
          <p:nvPr/>
        </p:nvPicPr>
        <p:blipFill rotWithShape="1">
          <a:blip r:embed="rId3">
            <a:alphaModFix/>
          </a:blip>
          <a:srcRect b="0" l="27599" r="0" t="8809"/>
          <a:stretch/>
        </p:blipFill>
        <p:spPr>
          <a:xfrm rot="-10799985">
            <a:off x="7653585" y="2789859"/>
            <a:ext cx="1566607" cy="2429831"/>
          </a:xfrm>
          <a:prstGeom prst="rect">
            <a:avLst/>
          </a:prstGeom>
          <a:noFill/>
          <a:ln>
            <a:noFill/>
          </a:ln>
        </p:spPr>
      </p:pic>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Bullets (Blue)">
  <p:cSld name="TITLE_AND_BODY_1_3_2_1_1">
    <p:bg>
      <p:bgPr>
        <a:solidFill>
          <a:schemeClr val="lt1"/>
        </a:solidFill>
      </p:bgPr>
    </p:bg>
    <p:spTree>
      <p:nvGrpSpPr>
        <p:cNvPr id="774" name="Shape 774"/>
        <p:cNvGrpSpPr/>
        <p:nvPr/>
      </p:nvGrpSpPr>
      <p:grpSpPr>
        <a:xfrm>
          <a:off x="0" y="0"/>
          <a:ext cx="0" cy="0"/>
          <a:chOff x="0" y="0"/>
          <a:chExt cx="0" cy="0"/>
        </a:xfrm>
      </p:grpSpPr>
      <p:pic>
        <p:nvPicPr>
          <p:cNvPr id="775" name="Google Shape;775;p106"/>
          <p:cNvPicPr preferRelativeResize="0"/>
          <p:nvPr/>
        </p:nvPicPr>
        <p:blipFill rotWithShape="1">
          <a:blip r:embed="rId2">
            <a:alphaModFix/>
          </a:blip>
          <a:srcRect b="0" l="27599" r="0" t="8809"/>
          <a:stretch/>
        </p:blipFill>
        <p:spPr>
          <a:xfrm rot="-10345201">
            <a:off x="1857683" y="2899759"/>
            <a:ext cx="1566609" cy="2429831"/>
          </a:xfrm>
          <a:prstGeom prst="rect">
            <a:avLst/>
          </a:prstGeom>
          <a:noFill/>
          <a:ln>
            <a:noFill/>
          </a:ln>
        </p:spPr>
      </p:pic>
      <p:sp>
        <p:nvSpPr>
          <p:cNvPr id="776" name="Google Shape;776;p106"/>
          <p:cNvSpPr txBox="1"/>
          <p:nvPr>
            <p:ph type="title"/>
          </p:nvPr>
        </p:nvSpPr>
        <p:spPr>
          <a:xfrm>
            <a:off x="457200" y="445025"/>
            <a:ext cx="2647500" cy="570900"/>
          </a:xfrm>
          <a:prstGeom prst="rect">
            <a:avLst/>
          </a:prstGeom>
        </p:spPr>
        <p:txBody>
          <a:bodyPr anchorCtr="0" anchor="t" bIns="91425" lIns="0" spcFirstLastPara="1" rIns="0" wrap="square" tIns="91425">
            <a:noAutofit/>
          </a:bodyPr>
          <a:lstStyle>
            <a:lvl1pPr lvl="0">
              <a:spcBef>
                <a:spcPts val="0"/>
              </a:spcBef>
              <a:spcAft>
                <a:spcPts val="0"/>
              </a:spcAft>
              <a:buClr>
                <a:srgbClr val="05103E"/>
              </a:buClr>
              <a:buSzPts val="2800"/>
              <a:buFont typeface="Space Mono"/>
              <a:buNone/>
              <a:defRPr b="0" sz="2800">
                <a:solidFill>
                  <a:srgbClr val="05103E"/>
                </a:solidFill>
                <a:latin typeface="Space Mono"/>
                <a:ea typeface="Space Mono"/>
                <a:cs typeface="Space Mono"/>
                <a:sym typeface="Space Mono"/>
              </a:defRPr>
            </a:lvl1pPr>
            <a:lvl2pPr lvl="1">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2pPr>
            <a:lvl3pPr lvl="2">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3pPr>
            <a:lvl4pPr lvl="3">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4pPr>
            <a:lvl5pPr lvl="4">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5pPr>
            <a:lvl6pPr lvl="5">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6pPr>
            <a:lvl7pPr lvl="6">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7pPr>
            <a:lvl8pPr lvl="7">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8pPr>
            <a:lvl9pPr lvl="8">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9pPr>
          </a:lstStyle>
          <a:p/>
        </p:txBody>
      </p:sp>
      <p:sp>
        <p:nvSpPr>
          <p:cNvPr id="777" name="Google Shape;777;p106"/>
          <p:cNvSpPr/>
          <p:nvPr/>
        </p:nvSpPr>
        <p:spPr>
          <a:xfrm>
            <a:off x="3296650" y="0"/>
            <a:ext cx="5847600" cy="5143500"/>
          </a:xfrm>
          <a:prstGeom prst="rect">
            <a:avLst/>
          </a:prstGeom>
          <a:solidFill>
            <a:srgbClr val="1A1D5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78" name="Google Shape;778;p106"/>
          <p:cNvPicPr preferRelativeResize="0"/>
          <p:nvPr/>
        </p:nvPicPr>
        <p:blipFill rotWithShape="1">
          <a:blip r:embed="rId3">
            <a:alphaModFix/>
          </a:blip>
          <a:srcRect b="2135" l="0" r="0" t="2135"/>
          <a:stretch/>
        </p:blipFill>
        <p:spPr>
          <a:xfrm>
            <a:off x="447850" y="4686300"/>
            <a:ext cx="1099802" cy="97160"/>
          </a:xfrm>
          <a:prstGeom prst="rect">
            <a:avLst/>
          </a:prstGeom>
          <a:noFill/>
          <a:ln>
            <a:noFill/>
          </a:ln>
        </p:spPr>
      </p:pic>
      <p:sp>
        <p:nvSpPr>
          <p:cNvPr id="779" name="Google Shape;779;p106"/>
          <p:cNvSpPr txBox="1"/>
          <p:nvPr>
            <p:ph idx="1" type="body"/>
          </p:nvPr>
        </p:nvSpPr>
        <p:spPr>
          <a:xfrm>
            <a:off x="3705250" y="445025"/>
            <a:ext cx="5127000" cy="3416400"/>
          </a:xfrm>
          <a:prstGeom prst="rect">
            <a:avLst/>
          </a:prstGeom>
        </p:spPr>
        <p:txBody>
          <a:bodyPr anchorCtr="0" anchor="t" bIns="91425" lIns="91425" spcFirstLastPara="1" rIns="91425" wrap="square" tIns="91425">
            <a:noAutofit/>
          </a:bodyPr>
          <a:lstStyle>
            <a:lvl1pPr indent="-311150" lvl="0" marL="457200">
              <a:lnSpc>
                <a:spcPct val="115000"/>
              </a:lnSpc>
              <a:spcBef>
                <a:spcPts val="0"/>
              </a:spcBef>
              <a:spcAft>
                <a:spcPts val="0"/>
              </a:spcAft>
              <a:buClr>
                <a:srgbClr val="00C98E"/>
              </a:buClr>
              <a:buSzPts val="1300"/>
              <a:buFont typeface="Poppins"/>
              <a:buChar char="●"/>
              <a:defRPr sz="1300">
                <a:solidFill>
                  <a:schemeClr val="lt1"/>
                </a:solidFill>
                <a:latin typeface="Poppins"/>
                <a:ea typeface="Poppins"/>
                <a:cs typeface="Poppins"/>
                <a:sym typeface="Poppins"/>
              </a:defRPr>
            </a:lvl1pPr>
            <a:lvl2pPr indent="-311150" lvl="1" marL="9144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2pPr>
            <a:lvl3pPr indent="-311150" lvl="2" marL="13716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3pPr>
            <a:lvl4pPr indent="-311150" lvl="3" marL="18288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4pPr>
            <a:lvl5pPr indent="-311150" lvl="4" marL="22860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5pPr>
            <a:lvl6pPr indent="-311150" lvl="5" marL="27432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6pPr>
            <a:lvl7pPr indent="-311150" lvl="6" marL="32004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7pPr>
            <a:lvl8pPr indent="-311150" lvl="7" marL="3657600">
              <a:lnSpc>
                <a:spcPct val="115000"/>
              </a:lnSpc>
              <a:spcBef>
                <a:spcPts val="1600"/>
              </a:spcBef>
              <a:spcAft>
                <a:spcPts val="0"/>
              </a:spcAft>
              <a:buClr>
                <a:srgbClr val="00C98E"/>
              </a:buClr>
              <a:buSzPts val="1300"/>
              <a:buFont typeface="Poppins"/>
              <a:buChar char="○"/>
              <a:defRPr sz="1300">
                <a:solidFill>
                  <a:schemeClr val="lt1"/>
                </a:solidFill>
                <a:latin typeface="Poppins"/>
                <a:ea typeface="Poppins"/>
                <a:cs typeface="Poppins"/>
                <a:sym typeface="Poppins"/>
              </a:defRPr>
            </a:lvl8pPr>
            <a:lvl9pPr indent="-311150" lvl="8" marL="4114800">
              <a:lnSpc>
                <a:spcPct val="115000"/>
              </a:lnSpc>
              <a:spcBef>
                <a:spcPts val="1600"/>
              </a:spcBef>
              <a:spcAft>
                <a:spcPts val="1600"/>
              </a:spcAft>
              <a:buClr>
                <a:srgbClr val="00C98E"/>
              </a:buClr>
              <a:buSzPts val="1300"/>
              <a:buFont typeface="Poppins"/>
              <a:buChar char="■"/>
              <a:defRPr sz="1300">
                <a:solidFill>
                  <a:schemeClr val="lt1"/>
                </a:solidFill>
                <a:latin typeface="Poppins"/>
                <a:ea typeface="Poppins"/>
                <a:cs typeface="Poppins"/>
                <a:sym typeface="Poppins"/>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ly Title (White) 1">
  <p:cSld name="TITLE_AND_BODY_1_3_2_1_2">
    <p:bg>
      <p:bgPr>
        <a:solidFill>
          <a:schemeClr val="lt1"/>
        </a:solidFill>
      </p:bgPr>
    </p:bg>
    <p:spTree>
      <p:nvGrpSpPr>
        <p:cNvPr id="780" name="Shape 780"/>
        <p:cNvGrpSpPr/>
        <p:nvPr/>
      </p:nvGrpSpPr>
      <p:grpSpPr>
        <a:xfrm>
          <a:off x="0" y="0"/>
          <a:ext cx="0" cy="0"/>
          <a:chOff x="0" y="0"/>
          <a:chExt cx="0" cy="0"/>
        </a:xfrm>
      </p:grpSpPr>
      <p:sp>
        <p:nvSpPr>
          <p:cNvPr id="781" name="Google Shape;781;p107"/>
          <p:cNvSpPr txBox="1"/>
          <p:nvPr>
            <p:ph type="title"/>
          </p:nvPr>
        </p:nvSpPr>
        <p:spPr>
          <a:xfrm>
            <a:off x="457200" y="445025"/>
            <a:ext cx="7632900" cy="570900"/>
          </a:xfrm>
          <a:prstGeom prst="rect">
            <a:avLst/>
          </a:prstGeom>
        </p:spPr>
        <p:txBody>
          <a:bodyPr anchorCtr="0" anchor="t" bIns="91425" lIns="0" spcFirstLastPara="1" rIns="0" wrap="square" tIns="91425">
            <a:noAutofit/>
          </a:bodyPr>
          <a:lstStyle>
            <a:lvl1pPr lvl="0">
              <a:spcBef>
                <a:spcPts val="0"/>
              </a:spcBef>
              <a:spcAft>
                <a:spcPts val="0"/>
              </a:spcAft>
              <a:buClr>
                <a:srgbClr val="05103E"/>
              </a:buClr>
              <a:buSzPts val="2800"/>
              <a:buFont typeface="Space Mono"/>
              <a:buNone/>
              <a:defRPr b="0">
                <a:solidFill>
                  <a:srgbClr val="05103E"/>
                </a:solidFill>
                <a:latin typeface="Space Mono"/>
                <a:ea typeface="Space Mono"/>
                <a:cs typeface="Space Mono"/>
                <a:sym typeface="Space Mono"/>
              </a:defRPr>
            </a:lvl1pPr>
            <a:lvl2pPr lvl="1">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2pPr>
            <a:lvl3pPr lvl="2">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3pPr>
            <a:lvl4pPr lvl="3">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4pPr>
            <a:lvl5pPr lvl="4">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5pPr>
            <a:lvl6pPr lvl="5">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6pPr>
            <a:lvl7pPr lvl="6">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7pPr>
            <a:lvl8pPr lvl="7">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8pPr>
            <a:lvl9pPr lvl="8">
              <a:spcBef>
                <a:spcPts val="0"/>
              </a:spcBef>
              <a:spcAft>
                <a:spcPts val="0"/>
              </a:spcAft>
              <a:buClr>
                <a:schemeClr val="lt1"/>
              </a:buClr>
              <a:buSzPts val="4800"/>
              <a:buFont typeface="Space Mono"/>
              <a:buNone/>
              <a:defRPr sz="4800">
                <a:solidFill>
                  <a:schemeClr val="lt1"/>
                </a:solidFill>
                <a:latin typeface="Space Mono"/>
                <a:ea typeface="Space Mono"/>
                <a:cs typeface="Space Mono"/>
                <a:sym typeface="Space Mono"/>
              </a:defRPr>
            </a:lvl9pPr>
          </a:lstStyle>
          <a:p/>
        </p:txBody>
      </p:sp>
      <p:sp>
        <p:nvSpPr>
          <p:cNvPr id="782" name="Google Shape;782;p107"/>
          <p:cNvSpPr txBox="1"/>
          <p:nvPr>
            <p:ph idx="12" type="sldNum"/>
          </p:nvPr>
        </p:nvSpPr>
        <p:spPr>
          <a:xfrm>
            <a:off x="8330129" y="4686300"/>
            <a:ext cx="319200" cy="332400"/>
          </a:xfrm>
          <a:prstGeom prst="rect">
            <a:avLst/>
          </a:prstGeom>
          <a:noFill/>
          <a:ln>
            <a:noFill/>
          </a:ln>
        </p:spPr>
        <p:txBody>
          <a:bodyPr anchorCtr="0" anchor="ctr" bIns="91425" lIns="91425" spcFirstLastPara="1" rIns="91425" wrap="square" tIns="91425">
            <a:noAutofit/>
          </a:bodyPr>
          <a:lstStyle>
            <a:lvl1pPr lvl="0">
              <a:buNone/>
              <a:defRPr>
                <a:solidFill>
                  <a:srgbClr val="00C98E"/>
                </a:solidFill>
              </a:defRPr>
            </a:lvl1pPr>
            <a:lvl2pPr lvl="1">
              <a:buNone/>
              <a:defRPr>
                <a:solidFill>
                  <a:srgbClr val="00C98E"/>
                </a:solidFill>
              </a:defRPr>
            </a:lvl2pPr>
            <a:lvl3pPr lvl="2">
              <a:buNone/>
              <a:defRPr>
                <a:solidFill>
                  <a:srgbClr val="00C98E"/>
                </a:solidFill>
              </a:defRPr>
            </a:lvl3pPr>
            <a:lvl4pPr lvl="3">
              <a:buNone/>
              <a:defRPr>
                <a:solidFill>
                  <a:srgbClr val="00C98E"/>
                </a:solidFill>
              </a:defRPr>
            </a:lvl4pPr>
            <a:lvl5pPr lvl="4">
              <a:buNone/>
              <a:defRPr>
                <a:solidFill>
                  <a:srgbClr val="00C98E"/>
                </a:solidFill>
              </a:defRPr>
            </a:lvl5pPr>
            <a:lvl6pPr lvl="5">
              <a:buNone/>
              <a:defRPr>
                <a:solidFill>
                  <a:srgbClr val="00C98E"/>
                </a:solidFill>
              </a:defRPr>
            </a:lvl6pPr>
            <a:lvl7pPr lvl="6">
              <a:buNone/>
              <a:defRPr>
                <a:solidFill>
                  <a:srgbClr val="00C98E"/>
                </a:solidFill>
              </a:defRPr>
            </a:lvl7pPr>
            <a:lvl8pPr lvl="7">
              <a:buNone/>
              <a:defRPr>
                <a:solidFill>
                  <a:srgbClr val="00C98E"/>
                </a:solidFill>
              </a:defRPr>
            </a:lvl8pPr>
            <a:lvl9pPr lvl="8">
              <a:buNone/>
              <a:defRPr>
                <a:solidFill>
                  <a:srgbClr val="00C98E"/>
                </a:solidFill>
              </a:defRPr>
            </a:lvl9pPr>
          </a:lstStyle>
          <a:p>
            <a:pPr indent="0" lvl="0" marL="0" rtl="0" algn="l">
              <a:spcBef>
                <a:spcPts val="0"/>
              </a:spcBef>
              <a:spcAft>
                <a:spcPts val="0"/>
              </a:spcAft>
              <a:buNone/>
            </a:pPr>
            <a:fld id="{00000000-1234-1234-1234-123412341234}" type="slidenum">
              <a:rPr lang="en"/>
              <a:t>‹#›</a:t>
            </a:fld>
            <a:endParaRPr/>
          </a:p>
        </p:txBody>
      </p:sp>
      <p:cxnSp>
        <p:nvCxnSpPr>
          <p:cNvPr id="783" name="Google Shape;783;p107"/>
          <p:cNvCxnSpPr/>
          <p:nvPr/>
        </p:nvCxnSpPr>
        <p:spPr>
          <a:xfrm>
            <a:off x="450488" y="1206557"/>
            <a:ext cx="8227800" cy="0"/>
          </a:xfrm>
          <a:prstGeom prst="straightConnector1">
            <a:avLst/>
          </a:prstGeom>
          <a:noFill/>
          <a:ln cap="flat" cmpd="sng" w="19050">
            <a:solidFill>
              <a:srgbClr val="053053"/>
            </a:solidFill>
            <a:prstDash val="solid"/>
            <a:miter lim="400000"/>
            <a:headEnd len="sm" w="sm" type="none"/>
            <a:tailEnd len="sm" w="sm" type="none"/>
          </a:ln>
        </p:spPr>
      </p:cxnSp>
      <p:pic>
        <p:nvPicPr>
          <p:cNvPr id="784" name="Google Shape;784;p107"/>
          <p:cNvPicPr preferRelativeResize="0"/>
          <p:nvPr/>
        </p:nvPicPr>
        <p:blipFill rotWithShape="1">
          <a:blip r:embed="rId2">
            <a:alphaModFix/>
          </a:blip>
          <a:srcRect b="2135" l="0" r="0" t="2135"/>
          <a:stretch/>
        </p:blipFill>
        <p:spPr>
          <a:xfrm>
            <a:off x="447850" y="4686300"/>
            <a:ext cx="1099802" cy="97160"/>
          </a:xfrm>
          <a:prstGeom prst="rect">
            <a:avLst/>
          </a:prstGeom>
          <a:noFill/>
          <a:ln>
            <a:noFill/>
          </a:ln>
        </p:spPr>
      </p:pic>
      <p:sp>
        <p:nvSpPr>
          <p:cNvPr id="785" name="Google Shape;785;p107"/>
          <p:cNvSpPr txBox="1"/>
          <p:nvPr>
            <p:ph idx="1" type="body"/>
          </p:nvPr>
        </p:nvSpPr>
        <p:spPr>
          <a:xfrm>
            <a:off x="450500" y="1397175"/>
            <a:ext cx="8227800" cy="2979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00CD89"/>
              </a:buClr>
              <a:buSzPts val="1800"/>
              <a:buChar char="●"/>
              <a:defRPr>
                <a:solidFill>
                  <a:srgbClr val="053053"/>
                </a:solidFill>
              </a:defRPr>
            </a:lvl1pPr>
            <a:lvl2pPr indent="-317500" lvl="1" marL="914400">
              <a:spcBef>
                <a:spcPts val="1600"/>
              </a:spcBef>
              <a:spcAft>
                <a:spcPts val="0"/>
              </a:spcAft>
              <a:buClr>
                <a:srgbClr val="00CD89"/>
              </a:buClr>
              <a:buSzPts val="1400"/>
              <a:buChar char="○"/>
              <a:defRPr>
                <a:solidFill>
                  <a:srgbClr val="053053"/>
                </a:solidFill>
              </a:defRPr>
            </a:lvl2pPr>
            <a:lvl3pPr indent="-317500" lvl="2" marL="1371600">
              <a:spcBef>
                <a:spcPts val="1600"/>
              </a:spcBef>
              <a:spcAft>
                <a:spcPts val="0"/>
              </a:spcAft>
              <a:buClr>
                <a:srgbClr val="00CD89"/>
              </a:buClr>
              <a:buSzPts val="1400"/>
              <a:buChar char="■"/>
              <a:defRPr>
                <a:solidFill>
                  <a:srgbClr val="053053"/>
                </a:solidFill>
              </a:defRPr>
            </a:lvl3pPr>
            <a:lvl4pPr indent="-317500" lvl="3" marL="1828800">
              <a:spcBef>
                <a:spcPts val="1600"/>
              </a:spcBef>
              <a:spcAft>
                <a:spcPts val="0"/>
              </a:spcAft>
              <a:buClr>
                <a:srgbClr val="00CD89"/>
              </a:buClr>
              <a:buSzPts val="1400"/>
              <a:buChar char="●"/>
              <a:defRPr>
                <a:solidFill>
                  <a:srgbClr val="053053"/>
                </a:solidFill>
              </a:defRPr>
            </a:lvl4pPr>
            <a:lvl5pPr indent="-317500" lvl="4" marL="2286000">
              <a:spcBef>
                <a:spcPts val="1600"/>
              </a:spcBef>
              <a:spcAft>
                <a:spcPts val="0"/>
              </a:spcAft>
              <a:buClr>
                <a:srgbClr val="00CD89"/>
              </a:buClr>
              <a:buSzPts val="1400"/>
              <a:buChar char="○"/>
              <a:defRPr>
                <a:solidFill>
                  <a:srgbClr val="053053"/>
                </a:solidFill>
              </a:defRPr>
            </a:lvl5pPr>
            <a:lvl6pPr indent="-317500" lvl="5" marL="2743200">
              <a:spcBef>
                <a:spcPts val="1600"/>
              </a:spcBef>
              <a:spcAft>
                <a:spcPts val="0"/>
              </a:spcAft>
              <a:buClr>
                <a:srgbClr val="00CD89"/>
              </a:buClr>
              <a:buSzPts val="1400"/>
              <a:buChar char="■"/>
              <a:defRPr>
                <a:solidFill>
                  <a:srgbClr val="053053"/>
                </a:solidFill>
              </a:defRPr>
            </a:lvl6pPr>
            <a:lvl7pPr indent="-317500" lvl="6" marL="3200400">
              <a:spcBef>
                <a:spcPts val="1600"/>
              </a:spcBef>
              <a:spcAft>
                <a:spcPts val="0"/>
              </a:spcAft>
              <a:buClr>
                <a:srgbClr val="00CD89"/>
              </a:buClr>
              <a:buSzPts val="1400"/>
              <a:buChar char="●"/>
              <a:defRPr>
                <a:solidFill>
                  <a:srgbClr val="053053"/>
                </a:solidFill>
              </a:defRPr>
            </a:lvl7pPr>
            <a:lvl8pPr indent="-317500" lvl="7" marL="3657600">
              <a:spcBef>
                <a:spcPts val="1600"/>
              </a:spcBef>
              <a:spcAft>
                <a:spcPts val="0"/>
              </a:spcAft>
              <a:buClr>
                <a:srgbClr val="00CD89"/>
              </a:buClr>
              <a:buSzPts val="1400"/>
              <a:buChar char="○"/>
              <a:defRPr>
                <a:solidFill>
                  <a:srgbClr val="053053"/>
                </a:solidFill>
              </a:defRPr>
            </a:lvl8pPr>
            <a:lvl9pPr indent="-317500" lvl="8" marL="4114800">
              <a:spcBef>
                <a:spcPts val="1600"/>
              </a:spcBef>
              <a:spcAft>
                <a:spcPts val="1600"/>
              </a:spcAft>
              <a:buClr>
                <a:srgbClr val="00CD89"/>
              </a:buClr>
              <a:buSzPts val="1400"/>
              <a:buChar char="■"/>
              <a:defRPr>
                <a:solidFill>
                  <a:srgbClr val="053053"/>
                </a:solidFill>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_1">
    <p:spTree>
      <p:nvGrpSpPr>
        <p:cNvPr id="786" name="Shape 786"/>
        <p:cNvGrpSpPr/>
        <p:nvPr/>
      </p:nvGrpSpPr>
      <p:grpSpPr>
        <a:xfrm>
          <a:off x="0" y="0"/>
          <a:ext cx="0" cy="0"/>
          <a:chOff x="0" y="0"/>
          <a:chExt cx="0" cy="0"/>
        </a:xfrm>
      </p:grpSpPr>
      <p:sp>
        <p:nvSpPr>
          <p:cNvPr id="787" name="Google Shape;787;p10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88" name="Google Shape;788;p108"/>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sp>
        <p:nvSpPr>
          <p:cNvPr id="789" name="Google Shape;789;p108"/>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790" name="Google Shape;790;p108"/>
          <p:cNvPicPr preferRelativeResize="0"/>
          <p:nvPr/>
        </p:nvPicPr>
        <p:blipFill>
          <a:blip r:embed="rId2">
            <a:alphaModFix/>
          </a:blip>
          <a:stretch>
            <a:fillRect/>
          </a:stretch>
        </p:blipFill>
        <p:spPr>
          <a:xfrm>
            <a:off x="393975" y="353175"/>
            <a:ext cx="961431" cy="828550"/>
          </a:xfrm>
          <a:prstGeom prst="rect">
            <a:avLst/>
          </a:prstGeom>
          <a:noFill/>
          <a:ln>
            <a:noFill/>
          </a:ln>
        </p:spPr>
      </p:pic>
      <p:pic>
        <p:nvPicPr>
          <p:cNvPr id="791" name="Google Shape;791;p108"/>
          <p:cNvPicPr preferRelativeResize="0"/>
          <p:nvPr/>
        </p:nvPicPr>
        <p:blipFill>
          <a:blip r:embed="rId3">
            <a:alphaModFix/>
          </a:blip>
          <a:stretch>
            <a:fillRect/>
          </a:stretch>
        </p:blipFill>
        <p:spPr>
          <a:xfrm>
            <a:off x="4017575" y="3397550"/>
            <a:ext cx="954805" cy="828550"/>
          </a:xfrm>
          <a:prstGeom prst="rect">
            <a:avLst/>
          </a:prstGeom>
          <a:noFill/>
          <a:ln>
            <a:noFill/>
          </a:ln>
        </p:spPr>
      </p:pic>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795" name="Shape 795"/>
        <p:cNvGrpSpPr/>
        <p:nvPr/>
      </p:nvGrpSpPr>
      <p:grpSpPr>
        <a:xfrm>
          <a:off x="0" y="0"/>
          <a:ext cx="0" cy="0"/>
          <a:chOff x="0" y="0"/>
          <a:chExt cx="0" cy="0"/>
        </a:xfrm>
      </p:grpSpPr>
      <p:pic>
        <p:nvPicPr>
          <p:cNvPr id="796" name="Google Shape;796;p110"/>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797" name="Google Shape;797;p11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798" name="Shape 798"/>
        <p:cNvGrpSpPr/>
        <p:nvPr/>
      </p:nvGrpSpPr>
      <p:grpSpPr>
        <a:xfrm>
          <a:off x="0" y="0"/>
          <a:ext cx="0" cy="0"/>
          <a:chOff x="0" y="0"/>
          <a:chExt cx="0" cy="0"/>
        </a:xfrm>
      </p:grpSpPr>
      <p:pic>
        <p:nvPicPr>
          <p:cNvPr id="799" name="Google Shape;799;p111"/>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800" name="Google Shape;800;p111"/>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801" name="Google Shape;801;p11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02" name="Google Shape;802;p111"/>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803" name="Shape 803"/>
        <p:cNvGrpSpPr/>
        <p:nvPr/>
      </p:nvGrpSpPr>
      <p:grpSpPr>
        <a:xfrm>
          <a:off x="0" y="0"/>
          <a:ext cx="0" cy="0"/>
          <a:chOff x="0" y="0"/>
          <a:chExt cx="0" cy="0"/>
        </a:xfrm>
      </p:grpSpPr>
      <p:pic>
        <p:nvPicPr>
          <p:cNvPr descr="Divider4.png" id="804" name="Google Shape;804;p112"/>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805" name="Google Shape;805;p112"/>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806" name="Google Shape;806;p112"/>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807" name="Google Shape;807;p112"/>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808" name="Google Shape;808;p112"/>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809" name="Google Shape;809;p112"/>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810" name="Shape 810"/>
        <p:cNvGrpSpPr/>
        <p:nvPr/>
      </p:nvGrpSpPr>
      <p:grpSpPr>
        <a:xfrm>
          <a:off x="0" y="0"/>
          <a:ext cx="0" cy="0"/>
          <a:chOff x="0" y="0"/>
          <a:chExt cx="0" cy="0"/>
        </a:xfrm>
      </p:grpSpPr>
      <p:sp>
        <p:nvSpPr>
          <p:cNvPr id="811" name="Google Shape;811;p113"/>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How are we going to get there?</a:t>
            </a:r>
            <a:endParaRPr b="1" sz="2400">
              <a:solidFill>
                <a:srgbClr val="05103E"/>
              </a:solidFill>
              <a:latin typeface="Space Mono"/>
              <a:ea typeface="Space Mono"/>
              <a:cs typeface="Space Mono"/>
              <a:sym typeface="Space Mono"/>
            </a:endParaRPr>
          </a:p>
        </p:txBody>
      </p:sp>
      <p:grpSp>
        <p:nvGrpSpPr>
          <p:cNvPr id="812" name="Google Shape;812;p113"/>
          <p:cNvGrpSpPr/>
          <p:nvPr/>
        </p:nvGrpSpPr>
        <p:grpSpPr>
          <a:xfrm rot="5400000">
            <a:off x="5719749" y="1629787"/>
            <a:ext cx="4964577" cy="1883925"/>
            <a:chOff x="4152224" y="1218499"/>
            <a:chExt cx="4964577" cy="1883925"/>
          </a:xfrm>
        </p:grpSpPr>
        <p:pic>
          <p:nvPicPr>
            <p:cNvPr id="813" name="Google Shape;813;p113"/>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814" name="Google Shape;814;p113"/>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815" name="Google Shape;815;p11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16" name="Google Shape;816;p11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17" name="Google Shape;817;p113"/>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818" name="Shape 818"/>
        <p:cNvGrpSpPr/>
        <p:nvPr/>
      </p:nvGrpSpPr>
      <p:grpSpPr>
        <a:xfrm>
          <a:off x="0" y="0"/>
          <a:ext cx="0" cy="0"/>
          <a:chOff x="0" y="0"/>
          <a:chExt cx="0" cy="0"/>
        </a:xfrm>
      </p:grpSpPr>
      <p:pic>
        <p:nvPicPr>
          <p:cNvPr id="819" name="Google Shape;819;p114"/>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820" name="Google Shape;820;p114"/>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821" name="Google Shape;821;p114"/>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22" name="Google Shape;822;p114"/>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23" name="Google Shape;823;p11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24" name="Google Shape;824;p11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25" name="Google Shape;825;p114"/>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826" name="Google Shape;826;p114"/>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827" name="Shape 827"/>
        <p:cNvGrpSpPr/>
        <p:nvPr/>
      </p:nvGrpSpPr>
      <p:grpSpPr>
        <a:xfrm>
          <a:off x="0" y="0"/>
          <a:ext cx="0" cy="0"/>
          <a:chOff x="0" y="0"/>
          <a:chExt cx="0" cy="0"/>
        </a:xfrm>
      </p:grpSpPr>
      <p:pic>
        <p:nvPicPr>
          <p:cNvPr id="828" name="Google Shape;828;p115"/>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829" name="Google Shape;829;p115"/>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830" name="Google Shape;830;p115"/>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831" name="Google Shape;831;p115"/>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832" name="Google Shape;832;p11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833" name="Google Shape;833;p11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34" name="Google Shape;834;p115"/>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835" name="Shape 835"/>
        <p:cNvGrpSpPr/>
        <p:nvPr/>
      </p:nvGrpSpPr>
      <p:grpSpPr>
        <a:xfrm>
          <a:off x="0" y="0"/>
          <a:ext cx="0" cy="0"/>
          <a:chOff x="0" y="0"/>
          <a:chExt cx="0" cy="0"/>
        </a:xfrm>
      </p:grpSpPr>
      <p:pic>
        <p:nvPicPr>
          <p:cNvPr id="836" name="Google Shape;836;p116"/>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837" name="Google Shape;837;p116"/>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838" name="Google Shape;838;p116"/>
          <p:cNvGrpSpPr/>
          <p:nvPr/>
        </p:nvGrpSpPr>
        <p:grpSpPr>
          <a:xfrm>
            <a:off x="5709066" y="201260"/>
            <a:ext cx="2296623" cy="4424889"/>
            <a:chOff x="5598780" y="137712"/>
            <a:chExt cx="2577001" cy="4664652"/>
          </a:xfrm>
        </p:grpSpPr>
        <p:pic>
          <p:nvPicPr>
            <p:cNvPr id="839" name="Google Shape;839;p116"/>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840" name="Google Shape;840;p116"/>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1" name="Google Shape;841;p116"/>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42" name="Google Shape;842;p11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43" name="Google Shape;843;p11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44" name="Google Shape;844;p116"/>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845" name="Shape 845"/>
        <p:cNvGrpSpPr/>
        <p:nvPr/>
      </p:nvGrpSpPr>
      <p:grpSpPr>
        <a:xfrm>
          <a:off x="0" y="0"/>
          <a:ext cx="0" cy="0"/>
          <a:chOff x="0" y="0"/>
          <a:chExt cx="0" cy="0"/>
        </a:xfrm>
      </p:grpSpPr>
      <p:pic>
        <p:nvPicPr>
          <p:cNvPr id="846" name="Google Shape;846;p117"/>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847" name="Google Shape;847;p117"/>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48" name="Google Shape;848;p117"/>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49" name="Google Shape;849;p117"/>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850" name="Google Shape;850;p11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51" name="Google Shape;851;p117"/>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52" name="Google Shape;852;p117"/>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853" name="Shape 853"/>
        <p:cNvGrpSpPr/>
        <p:nvPr/>
      </p:nvGrpSpPr>
      <p:grpSpPr>
        <a:xfrm>
          <a:off x="0" y="0"/>
          <a:ext cx="0" cy="0"/>
          <a:chOff x="0" y="0"/>
          <a:chExt cx="0" cy="0"/>
        </a:xfrm>
      </p:grpSpPr>
      <p:pic>
        <p:nvPicPr>
          <p:cNvPr id="854" name="Google Shape;854;p118"/>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855" name="Google Shape;855;p118"/>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56" name="Google Shape;856;p118"/>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57" name="Google Shape;857;p11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858" name="Google Shape;858;p11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859" name="Google Shape;859;p118"/>
          <p:cNvGrpSpPr/>
          <p:nvPr/>
        </p:nvGrpSpPr>
        <p:grpSpPr>
          <a:xfrm>
            <a:off x="4344100" y="398125"/>
            <a:ext cx="4546500" cy="4222800"/>
            <a:chOff x="4344100" y="398125"/>
            <a:chExt cx="4546500" cy="4222800"/>
          </a:xfrm>
        </p:grpSpPr>
        <p:sp>
          <p:nvSpPr>
            <p:cNvPr id="860" name="Google Shape;860;p118"/>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1" name="Google Shape;861;p118"/>
            <p:cNvGrpSpPr/>
            <p:nvPr/>
          </p:nvGrpSpPr>
          <p:grpSpPr>
            <a:xfrm>
              <a:off x="4445450" y="524200"/>
              <a:ext cx="399495" cy="101100"/>
              <a:chOff x="4445450" y="524200"/>
              <a:chExt cx="399495" cy="101100"/>
            </a:xfrm>
          </p:grpSpPr>
          <p:sp>
            <p:nvSpPr>
              <p:cNvPr id="862" name="Google Shape;862;p118"/>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118"/>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118"/>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5" name="Google Shape;865;p118"/>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866" name="Shape 866"/>
        <p:cNvGrpSpPr/>
        <p:nvPr/>
      </p:nvGrpSpPr>
      <p:grpSpPr>
        <a:xfrm>
          <a:off x="0" y="0"/>
          <a:ext cx="0" cy="0"/>
          <a:chOff x="0" y="0"/>
          <a:chExt cx="0" cy="0"/>
        </a:xfrm>
      </p:grpSpPr>
      <p:pic>
        <p:nvPicPr>
          <p:cNvPr id="867" name="Google Shape;867;p119"/>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868" name="Google Shape;868;p119"/>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69" name="Google Shape;869;p119"/>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70" name="Google Shape;870;p119"/>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871" name="Google Shape;871;p11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872" name="Shape 872"/>
        <p:cNvGrpSpPr/>
        <p:nvPr/>
      </p:nvGrpSpPr>
      <p:grpSpPr>
        <a:xfrm>
          <a:off x="0" y="0"/>
          <a:ext cx="0" cy="0"/>
          <a:chOff x="0" y="0"/>
          <a:chExt cx="0" cy="0"/>
        </a:xfrm>
      </p:grpSpPr>
      <p:pic>
        <p:nvPicPr>
          <p:cNvPr id="873" name="Google Shape;873;p120"/>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874" name="Google Shape;874;p120"/>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120"/>
          <p:cNvSpPr txBox="1"/>
          <p:nvPr/>
        </p:nvSpPr>
        <p:spPr>
          <a:xfrm>
            <a:off x="357200" y="408225"/>
            <a:ext cx="4419000" cy="461700"/>
          </a:xfrm>
          <a:prstGeom prst="rect">
            <a:avLst/>
          </a:prstGeom>
          <a:noFill/>
          <a:ln>
            <a:noFill/>
          </a:ln>
        </p:spPr>
        <p:txBody>
          <a:bodyPr anchorCtr="0" anchor="t" bIns="91425" lIns="91425" spcFirstLastPara="1" rIns="91425" wrap="square" tIns="91425">
            <a:no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876" name="Google Shape;876;p120"/>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877" name="Google Shape;877;p12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78" name="Google Shape;878;p120"/>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879" name="Google Shape;879;p120"/>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880" name="Google Shape;880;p120"/>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881" name="Shape 881"/>
        <p:cNvGrpSpPr/>
        <p:nvPr/>
      </p:nvGrpSpPr>
      <p:grpSpPr>
        <a:xfrm>
          <a:off x="0" y="0"/>
          <a:ext cx="0" cy="0"/>
          <a:chOff x="0" y="0"/>
          <a:chExt cx="0" cy="0"/>
        </a:xfrm>
      </p:grpSpPr>
      <p:pic>
        <p:nvPicPr>
          <p:cNvPr id="882" name="Google Shape;882;p121"/>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883" name="Google Shape;883;p121"/>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884" name="Google Shape;884;p121"/>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885" name="Google Shape;885;p12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86" name="Google Shape;886;p12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887" name="Google Shape;887;p121"/>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888" name="Google Shape;888;p12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889" name="Google Shape;889;p12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90" name="Google Shape;890;p121"/>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891" name="Shape 891"/>
        <p:cNvGrpSpPr/>
        <p:nvPr/>
      </p:nvGrpSpPr>
      <p:grpSpPr>
        <a:xfrm>
          <a:off x="0" y="0"/>
          <a:ext cx="0" cy="0"/>
          <a:chOff x="0" y="0"/>
          <a:chExt cx="0" cy="0"/>
        </a:xfrm>
      </p:grpSpPr>
      <p:pic>
        <p:nvPicPr>
          <p:cNvPr id="892" name="Google Shape;892;p122"/>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893" name="Google Shape;893;p122"/>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894" name="Google Shape;894;p122"/>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895" name="Google Shape;895;p12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96" name="Google Shape;896;p12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97" name="Google Shape;897;p122"/>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898" name="Google Shape;898;p122"/>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899" name="Google Shape;899;p122"/>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900" name="Shape 900"/>
        <p:cNvGrpSpPr/>
        <p:nvPr/>
      </p:nvGrpSpPr>
      <p:grpSpPr>
        <a:xfrm>
          <a:off x="0" y="0"/>
          <a:ext cx="0" cy="0"/>
          <a:chOff x="0" y="0"/>
          <a:chExt cx="0" cy="0"/>
        </a:xfrm>
      </p:grpSpPr>
      <p:pic>
        <p:nvPicPr>
          <p:cNvPr id="901" name="Google Shape;901;p123"/>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902" name="Google Shape;902;p123"/>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903" name="Google Shape;903;p123"/>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904" name="Google Shape;904;p123"/>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05" name="Google Shape;905;p12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06" name="Google Shape;906;p12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07" name="Google Shape;907;p12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908" name="Google Shape;908;p12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09" name="Google Shape;909;p12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910" name="Shape 910"/>
        <p:cNvGrpSpPr/>
        <p:nvPr/>
      </p:nvGrpSpPr>
      <p:grpSpPr>
        <a:xfrm>
          <a:off x="0" y="0"/>
          <a:ext cx="0" cy="0"/>
          <a:chOff x="0" y="0"/>
          <a:chExt cx="0" cy="0"/>
        </a:xfrm>
      </p:grpSpPr>
      <p:pic>
        <p:nvPicPr>
          <p:cNvPr id="911" name="Google Shape;911;p124"/>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912" name="Google Shape;912;p124"/>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913" name="Google Shape;913;p124"/>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914" name="Google Shape;914;p124"/>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15" name="Google Shape;915;p12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16" name="Google Shape;916;p12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17" name="Google Shape;917;p12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918" name="Google Shape;918;p12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19" name="Google Shape;919;p12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920" name="Shape 920"/>
        <p:cNvGrpSpPr/>
        <p:nvPr/>
      </p:nvGrpSpPr>
      <p:grpSpPr>
        <a:xfrm>
          <a:off x="0" y="0"/>
          <a:ext cx="0" cy="0"/>
          <a:chOff x="0" y="0"/>
          <a:chExt cx="0" cy="0"/>
        </a:xfrm>
      </p:grpSpPr>
      <p:pic>
        <p:nvPicPr>
          <p:cNvPr id="921" name="Google Shape;921;p125"/>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922" name="Google Shape;922;p125"/>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923" name="Google Shape;923;p125"/>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924" name="Google Shape;924;p125"/>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25" name="Google Shape;925;p12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26" name="Google Shape;926;p12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27" name="Google Shape;927;p12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928" name="Google Shape;928;p12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29" name="Google Shape;929;p125"/>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930" name="Shape 930"/>
        <p:cNvGrpSpPr/>
        <p:nvPr/>
      </p:nvGrpSpPr>
      <p:grpSpPr>
        <a:xfrm>
          <a:off x="0" y="0"/>
          <a:ext cx="0" cy="0"/>
          <a:chOff x="0" y="0"/>
          <a:chExt cx="0" cy="0"/>
        </a:xfrm>
      </p:grpSpPr>
      <p:pic>
        <p:nvPicPr>
          <p:cNvPr id="931" name="Google Shape;931;p126"/>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932" name="Google Shape;932;p126"/>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933" name="Google Shape;933;p126"/>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934" name="Google Shape;934;p126"/>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35" name="Google Shape;935;p12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36" name="Google Shape;936;p12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37" name="Google Shape;937;p126"/>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938" name="Google Shape;938;p12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39" name="Google Shape;939;p126"/>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940" name="Shape 940"/>
        <p:cNvGrpSpPr/>
        <p:nvPr/>
      </p:nvGrpSpPr>
      <p:grpSpPr>
        <a:xfrm>
          <a:off x="0" y="0"/>
          <a:ext cx="0" cy="0"/>
          <a:chOff x="0" y="0"/>
          <a:chExt cx="0" cy="0"/>
        </a:xfrm>
      </p:grpSpPr>
      <p:pic>
        <p:nvPicPr>
          <p:cNvPr id="941" name="Google Shape;941;p127"/>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942" name="Google Shape;942;p127"/>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943" name="Google Shape;943;p127"/>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944" name="Google Shape;944;p12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945" name="Google Shape;945;p12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46" name="Google Shape;946;p127"/>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127"/>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948" name="Google Shape;948;p127"/>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49" name="Google Shape;949;p127"/>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950" name="Google Shape;950;p127"/>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951" name="Shape 951"/>
        <p:cNvGrpSpPr/>
        <p:nvPr/>
      </p:nvGrpSpPr>
      <p:grpSpPr>
        <a:xfrm>
          <a:off x="0" y="0"/>
          <a:ext cx="0" cy="0"/>
          <a:chOff x="0" y="0"/>
          <a:chExt cx="0" cy="0"/>
        </a:xfrm>
      </p:grpSpPr>
      <p:pic>
        <p:nvPicPr>
          <p:cNvPr id="952" name="Google Shape;952;p128"/>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953" name="Google Shape;953;p128"/>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954" name="Google Shape;954;p128"/>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955" name="Google Shape;955;p128"/>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56" name="Google Shape;956;p12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57" name="Google Shape;957;p12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58" name="Google Shape;958;p128"/>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959" name="Google Shape;959;p12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60" name="Google Shape;960;p12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961" name="Shape 961"/>
        <p:cNvGrpSpPr/>
        <p:nvPr/>
      </p:nvGrpSpPr>
      <p:grpSpPr>
        <a:xfrm>
          <a:off x="0" y="0"/>
          <a:ext cx="0" cy="0"/>
          <a:chOff x="0" y="0"/>
          <a:chExt cx="0" cy="0"/>
        </a:xfrm>
      </p:grpSpPr>
      <p:pic>
        <p:nvPicPr>
          <p:cNvPr id="962" name="Google Shape;962;p129"/>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963" name="Google Shape;963;p129"/>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964" name="Google Shape;964;p12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965" name="Google Shape;965;p129"/>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966" name="Google Shape;966;p12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67" name="Google Shape;967;p12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68" name="Google Shape;968;p129"/>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969" name="Google Shape;969;p12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970" name="Google Shape;970;p12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971" name="Shape 971"/>
        <p:cNvGrpSpPr/>
        <p:nvPr/>
      </p:nvGrpSpPr>
      <p:grpSpPr>
        <a:xfrm>
          <a:off x="0" y="0"/>
          <a:ext cx="0" cy="0"/>
          <a:chOff x="0" y="0"/>
          <a:chExt cx="0" cy="0"/>
        </a:xfrm>
      </p:grpSpPr>
      <p:pic>
        <p:nvPicPr>
          <p:cNvPr id="972" name="Google Shape;972;p130"/>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973" name="Google Shape;973;p13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74" name="Google Shape;974;p130"/>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975" name="Google Shape;975;p130"/>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976" name="Google Shape;976;p130"/>
          <p:cNvSpPr txBox="1"/>
          <p:nvPr/>
        </p:nvSpPr>
        <p:spPr>
          <a:xfrm>
            <a:off x="1050100" y="1332050"/>
            <a:ext cx="7204800" cy="26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977" name="Google Shape;977;p130"/>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978" name="Shape 978"/>
        <p:cNvGrpSpPr/>
        <p:nvPr/>
      </p:nvGrpSpPr>
      <p:grpSpPr>
        <a:xfrm>
          <a:off x="0" y="0"/>
          <a:ext cx="0" cy="0"/>
          <a:chOff x="0" y="0"/>
          <a:chExt cx="0" cy="0"/>
        </a:xfrm>
      </p:grpSpPr>
      <p:pic>
        <p:nvPicPr>
          <p:cNvPr descr="Divider1.png" id="979" name="Google Shape;979;p131"/>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980" name="Google Shape;980;p131"/>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81" name="Google Shape;981;p131"/>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982" name="Shape 982"/>
        <p:cNvGrpSpPr/>
        <p:nvPr/>
      </p:nvGrpSpPr>
      <p:grpSpPr>
        <a:xfrm>
          <a:off x="0" y="0"/>
          <a:ext cx="0" cy="0"/>
          <a:chOff x="0" y="0"/>
          <a:chExt cx="0" cy="0"/>
        </a:xfrm>
      </p:grpSpPr>
      <p:pic>
        <p:nvPicPr>
          <p:cNvPr id="983" name="Google Shape;983;p132"/>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984" name="Google Shape;984;p132"/>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985" name="Google Shape;985;p132"/>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132"/>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987" name="Shape 987"/>
        <p:cNvGrpSpPr/>
        <p:nvPr/>
      </p:nvGrpSpPr>
      <p:grpSpPr>
        <a:xfrm>
          <a:off x="0" y="0"/>
          <a:ext cx="0" cy="0"/>
          <a:chOff x="0" y="0"/>
          <a:chExt cx="0" cy="0"/>
        </a:xfrm>
      </p:grpSpPr>
      <p:pic>
        <p:nvPicPr>
          <p:cNvPr id="988" name="Google Shape;988;p133"/>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989" name="Shape 989"/>
        <p:cNvGrpSpPr/>
        <p:nvPr/>
      </p:nvGrpSpPr>
      <p:grpSpPr>
        <a:xfrm>
          <a:off x="0" y="0"/>
          <a:ext cx="0" cy="0"/>
          <a:chOff x="0" y="0"/>
          <a:chExt cx="0" cy="0"/>
        </a:xfrm>
      </p:grpSpPr>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990" name="Shape 990"/>
        <p:cNvGrpSpPr/>
        <p:nvPr/>
      </p:nvGrpSpPr>
      <p:grpSpPr>
        <a:xfrm>
          <a:off x="0" y="0"/>
          <a:ext cx="0" cy="0"/>
          <a:chOff x="0" y="0"/>
          <a:chExt cx="0" cy="0"/>
        </a:xfrm>
      </p:grpSpPr>
      <p:grpSp>
        <p:nvGrpSpPr>
          <p:cNvPr id="991" name="Google Shape;991;p135"/>
          <p:cNvGrpSpPr/>
          <p:nvPr/>
        </p:nvGrpSpPr>
        <p:grpSpPr>
          <a:xfrm>
            <a:off x="6262100" y="-3850"/>
            <a:ext cx="2886900" cy="485125"/>
            <a:chOff x="6262100" y="-3850"/>
            <a:chExt cx="2886900" cy="485125"/>
          </a:xfrm>
        </p:grpSpPr>
        <p:pic>
          <p:nvPicPr>
            <p:cNvPr descr="1.png" id="992" name="Google Shape;992;p135"/>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993" name="Google Shape;993;p135"/>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994" name="Google Shape;994;p135"/>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995" name="Google Shape;995;p135"/>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996" name="Google Shape;996;p13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997" name="Google Shape;997;p13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98" name="Google Shape;998;p135"/>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999" name="Google Shape;999;p135"/>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1000" name="Google Shape;1000;p135"/>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1001" name="Google Shape;1001;p135"/>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1002" name="Google Shape;1002;p135"/>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1003" name="Google Shape;1003;p135"/>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1004" name="Google Shape;1004;p135"/>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1005" name="Shape 1005"/>
        <p:cNvGrpSpPr/>
        <p:nvPr/>
      </p:nvGrpSpPr>
      <p:grpSpPr>
        <a:xfrm>
          <a:off x="0" y="0"/>
          <a:ext cx="0" cy="0"/>
          <a:chOff x="0" y="0"/>
          <a:chExt cx="0" cy="0"/>
        </a:xfrm>
      </p:grpSpPr>
      <p:pic>
        <p:nvPicPr>
          <p:cNvPr id="1006" name="Google Shape;1006;p136"/>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007" name="Google Shape;1007;p136"/>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1008" name="Google Shape;1008;p13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09" name="Google Shape;1009;p13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10" name="Google Shape;1010;p136"/>
          <p:cNvSpPr txBox="1"/>
          <p:nvPr/>
        </p:nvSpPr>
        <p:spPr>
          <a:xfrm>
            <a:off x="565375" y="333100"/>
            <a:ext cx="5005800" cy="4080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1011" name="Google Shape;1011;p136"/>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16" name="Shape 1016"/>
        <p:cNvGrpSpPr/>
        <p:nvPr/>
      </p:nvGrpSpPr>
      <p:grpSpPr>
        <a:xfrm>
          <a:off x="0" y="0"/>
          <a:ext cx="0" cy="0"/>
          <a:chOff x="0" y="0"/>
          <a:chExt cx="0" cy="0"/>
        </a:xfrm>
      </p:grpSpPr>
      <p:sp>
        <p:nvSpPr>
          <p:cNvPr id="1017" name="Google Shape;1017;p13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18" name="Google Shape;1018;p13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019" name="Google Shape;1019;p1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0" name="Shape 1020"/>
        <p:cNvGrpSpPr/>
        <p:nvPr/>
      </p:nvGrpSpPr>
      <p:grpSpPr>
        <a:xfrm>
          <a:off x="0" y="0"/>
          <a:ext cx="0" cy="0"/>
          <a:chOff x="0" y="0"/>
          <a:chExt cx="0" cy="0"/>
        </a:xfrm>
      </p:grpSpPr>
      <p:sp>
        <p:nvSpPr>
          <p:cNvPr id="1021" name="Google Shape;1021;p13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022" name="Google Shape;1022;p1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23" name="Shape 1023"/>
        <p:cNvGrpSpPr/>
        <p:nvPr/>
      </p:nvGrpSpPr>
      <p:grpSpPr>
        <a:xfrm>
          <a:off x="0" y="0"/>
          <a:ext cx="0" cy="0"/>
          <a:chOff x="0" y="0"/>
          <a:chExt cx="0" cy="0"/>
        </a:xfrm>
      </p:grpSpPr>
      <p:sp>
        <p:nvSpPr>
          <p:cNvPr id="1024" name="Google Shape;1024;p14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25" name="Google Shape;1025;p1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026" name="Google Shape;1026;p1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27" name="Shape 1027"/>
        <p:cNvGrpSpPr/>
        <p:nvPr/>
      </p:nvGrpSpPr>
      <p:grpSpPr>
        <a:xfrm>
          <a:off x="0" y="0"/>
          <a:ext cx="0" cy="0"/>
          <a:chOff x="0" y="0"/>
          <a:chExt cx="0" cy="0"/>
        </a:xfrm>
      </p:grpSpPr>
      <p:sp>
        <p:nvSpPr>
          <p:cNvPr id="1028" name="Google Shape;1028;p14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29" name="Google Shape;1029;p141"/>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30" name="Google Shape;1030;p141"/>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31" name="Google Shape;1031;p1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32" name="Shape 1032"/>
        <p:cNvGrpSpPr/>
        <p:nvPr/>
      </p:nvGrpSpPr>
      <p:grpSpPr>
        <a:xfrm>
          <a:off x="0" y="0"/>
          <a:ext cx="0" cy="0"/>
          <a:chOff x="0" y="0"/>
          <a:chExt cx="0" cy="0"/>
        </a:xfrm>
      </p:grpSpPr>
      <p:sp>
        <p:nvSpPr>
          <p:cNvPr id="1033" name="Google Shape;1033;p14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34" name="Google Shape;1034;p1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35" name="Shape 1035"/>
        <p:cNvGrpSpPr/>
        <p:nvPr/>
      </p:nvGrpSpPr>
      <p:grpSpPr>
        <a:xfrm>
          <a:off x="0" y="0"/>
          <a:ext cx="0" cy="0"/>
          <a:chOff x="0" y="0"/>
          <a:chExt cx="0" cy="0"/>
        </a:xfrm>
      </p:grpSpPr>
      <p:sp>
        <p:nvSpPr>
          <p:cNvPr id="1036" name="Google Shape;1036;p143"/>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037" name="Google Shape;1037;p143"/>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38" name="Google Shape;1038;p1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39" name="Shape 1039"/>
        <p:cNvGrpSpPr/>
        <p:nvPr/>
      </p:nvGrpSpPr>
      <p:grpSpPr>
        <a:xfrm>
          <a:off x="0" y="0"/>
          <a:ext cx="0" cy="0"/>
          <a:chOff x="0" y="0"/>
          <a:chExt cx="0" cy="0"/>
        </a:xfrm>
      </p:grpSpPr>
      <p:sp>
        <p:nvSpPr>
          <p:cNvPr id="1040" name="Google Shape;1040;p144"/>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041" name="Google Shape;1041;p1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42" name="Shape 1042"/>
        <p:cNvGrpSpPr/>
        <p:nvPr/>
      </p:nvGrpSpPr>
      <p:grpSpPr>
        <a:xfrm>
          <a:off x="0" y="0"/>
          <a:ext cx="0" cy="0"/>
          <a:chOff x="0" y="0"/>
          <a:chExt cx="0" cy="0"/>
        </a:xfrm>
      </p:grpSpPr>
      <p:sp>
        <p:nvSpPr>
          <p:cNvPr id="1043" name="Google Shape;1043;p145"/>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145"/>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045" name="Google Shape;1045;p145"/>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046" name="Google Shape;1046;p145"/>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047" name="Google Shape;1047;p1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48" name="Shape 1048"/>
        <p:cNvGrpSpPr/>
        <p:nvPr/>
      </p:nvGrpSpPr>
      <p:grpSpPr>
        <a:xfrm>
          <a:off x="0" y="0"/>
          <a:ext cx="0" cy="0"/>
          <a:chOff x="0" y="0"/>
          <a:chExt cx="0" cy="0"/>
        </a:xfrm>
      </p:grpSpPr>
      <p:sp>
        <p:nvSpPr>
          <p:cNvPr id="1049" name="Google Shape;1049;p146"/>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1050" name="Google Shape;1050;p1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1" name="Shape 1051"/>
        <p:cNvGrpSpPr/>
        <p:nvPr/>
      </p:nvGrpSpPr>
      <p:grpSpPr>
        <a:xfrm>
          <a:off x="0" y="0"/>
          <a:ext cx="0" cy="0"/>
          <a:chOff x="0" y="0"/>
          <a:chExt cx="0" cy="0"/>
        </a:xfrm>
      </p:grpSpPr>
      <p:sp>
        <p:nvSpPr>
          <p:cNvPr id="1052" name="Google Shape;1052;p147"/>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053" name="Google Shape;1053;p147"/>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1054" name="Google Shape;1054;p1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55" name="Shape 1055"/>
        <p:cNvGrpSpPr/>
        <p:nvPr/>
      </p:nvGrpSpPr>
      <p:grpSpPr>
        <a:xfrm>
          <a:off x="0" y="0"/>
          <a:ext cx="0" cy="0"/>
          <a:chOff x="0" y="0"/>
          <a:chExt cx="0" cy="0"/>
        </a:xfrm>
      </p:grpSpPr>
      <p:sp>
        <p:nvSpPr>
          <p:cNvPr id="1056" name="Google Shape;1056;p1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_7">
    <p:spTree>
      <p:nvGrpSpPr>
        <p:cNvPr id="1057" name="Shape 1057"/>
        <p:cNvGrpSpPr/>
        <p:nvPr/>
      </p:nvGrpSpPr>
      <p:grpSpPr>
        <a:xfrm>
          <a:off x="0" y="0"/>
          <a:ext cx="0" cy="0"/>
          <a:chOff x="0" y="0"/>
          <a:chExt cx="0" cy="0"/>
        </a:xfrm>
      </p:grpSpPr>
      <p:pic>
        <p:nvPicPr>
          <p:cNvPr descr="Divider4.png" id="1058" name="Google Shape;1058;p149"/>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1059" name="Google Shape;1059;p149"/>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1060" name="Google Shape;1060;p149"/>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1061" name="Google Shape;1061;p149"/>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rm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1062" name="Google Shape;1062;p149"/>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1063" name="Google Shape;1063;p149"/>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1064" name="Shape 1064"/>
        <p:cNvGrpSpPr/>
        <p:nvPr/>
      </p:nvGrpSpPr>
      <p:grpSpPr>
        <a:xfrm>
          <a:off x="0" y="0"/>
          <a:ext cx="0" cy="0"/>
          <a:chOff x="0" y="0"/>
          <a:chExt cx="0" cy="0"/>
        </a:xfrm>
      </p:grpSpPr>
      <p:pic>
        <p:nvPicPr>
          <p:cNvPr id="1065" name="Google Shape;1065;p150"/>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066" name="Google Shape;1066;p150"/>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1067" name="Google Shape;1067;p150"/>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rm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068" name="Google Shape;1068;p15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69" name="Google Shape;1069;p150"/>
          <p:cNvSpPr txBox="1"/>
          <p:nvPr>
            <p:ph idx="12" type="sldNum"/>
          </p:nvPr>
        </p:nvSpPr>
        <p:spPr>
          <a:xfrm>
            <a:off x="8543625" y="4795150"/>
            <a:ext cx="548700" cy="303000"/>
          </a:xfrm>
          <a:prstGeom prst="rect">
            <a:avLst/>
          </a:prstGeom>
        </p:spPr>
        <p:txBody>
          <a:bodyPr anchorCtr="0" anchor="ctr" bIns="91425" lIns="91425" spcFirstLastPara="1" rIns="91425" wrap="square" tIns="91425">
            <a:normAutofit fontScale="92500" lnSpcReduction="20000"/>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070" name="Google Shape;1070;p150"/>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1071" name="Google Shape;1071;p150"/>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1072" name="Google Shape;1072;p150"/>
          <p:cNvSpPr txBox="1"/>
          <p:nvPr>
            <p:ph idx="2" type="body"/>
          </p:nvPr>
        </p:nvSpPr>
        <p:spPr>
          <a:xfrm>
            <a:off x="604800" y="1412888"/>
            <a:ext cx="8239200" cy="33603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1073" name="Shape 1073"/>
        <p:cNvGrpSpPr/>
        <p:nvPr/>
      </p:nvGrpSpPr>
      <p:grpSpPr>
        <a:xfrm>
          <a:off x="0" y="0"/>
          <a:ext cx="0" cy="0"/>
          <a:chOff x="0" y="0"/>
          <a:chExt cx="0" cy="0"/>
        </a:xfrm>
      </p:grpSpPr>
      <p:pic>
        <p:nvPicPr>
          <p:cNvPr id="1074" name="Google Shape;1074;p151"/>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1075" name="Google Shape;1075;p151"/>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1076" name="Google Shape;1076;p151"/>
          <p:cNvSpPr txBox="1"/>
          <p:nvPr>
            <p:ph type="title"/>
          </p:nvPr>
        </p:nvSpPr>
        <p:spPr>
          <a:xfrm>
            <a:off x="452400" y="481263"/>
            <a:ext cx="8239200" cy="572400"/>
          </a:xfrm>
          <a:prstGeom prst="rect">
            <a:avLst/>
          </a:prstGeom>
        </p:spPr>
        <p:txBody>
          <a:bodyPr anchorCtr="0" anchor="t" bIns="91425" lIns="91425" spcFirstLastPara="1" rIns="91425" wrap="square" tIns="91425">
            <a:norm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77" name="Google Shape;1077;p151"/>
          <p:cNvSpPr txBox="1"/>
          <p:nvPr>
            <p:ph idx="1" type="body"/>
          </p:nvPr>
        </p:nvSpPr>
        <p:spPr>
          <a:xfrm>
            <a:off x="452400" y="1132825"/>
            <a:ext cx="8239200" cy="34881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78" name="Google Shape;1078;p15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79" name="Google Shape;1079;p151"/>
          <p:cNvSpPr txBox="1"/>
          <p:nvPr>
            <p:ph idx="12" type="sldNum"/>
          </p:nvPr>
        </p:nvSpPr>
        <p:spPr>
          <a:xfrm>
            <a:off x="8543625" y="4795150"/>
            <a:ext cx="548700" cy="303000"/>
          </a:xfrm>
          <a:prstGeom prst="rect">
            <a:avLst/>
          </a:prstGeom>
        </p:spPr>
        <p:txBody>
          <a:bodyPr anchorCtr="0" anchor="ctr" bIns="91425" lIns="91425" spcFirstLastPara="1" rIns="91425" wrap="square" tIns="91425">
            <a:normAutofit fontScale="92500" lnSpcReduction="20000"/>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080" name="Google Shape;1080;p151"/>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1081" name="Google Shape;1081;p151"/>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1082" name="Shape 1082"/>
        <p:cNvGrpSpPr/>
        <p:nvPr/>
      </p:nvGrpSpPr>
      <p:grpSpPr>
        <a:xfrm>
          <a:off x="0" y="0"/>
          <a:ext cx="0" cy="0"/>
          <a:chOff x="0" y="0"/>
          <a:chExt cx="0" cy="0"/>
        </a:xfrm>
      </p:grpSpPr>
      <p:pic>
        <p:nvPicPr>
          <p:cNvPr descr="Divider1.png" id="1083" name="Google Shape;1083;p152"/>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084" name="Google Shape;1084;p152"/>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rm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85" name="Google Shape;1085;p152"/>
          <p:cNvSpPr txBox="1"/>
          <p:nvPr>
            <p:ph idx="1" type="subTitle"/>
          </p:nvPr>
        </p:nvSpPr>
        <p:spPr>
          <a:xfrm>
            <a:off x="785650" y="1770100"/>
            <a:ext cx="4127100" cy="3882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0"/>
              </a:spcBef>
              <a:spcAft>
                <a:spcPts val="0"/>
              </a:spcAft>
              <a:buSzPts val="1400"/>
              <a:buFont typeface="Poppins"/>
              <a:buNone/>
              <a:defRPr>
                <a:latin typeface="Poppins"/>
                <a:ea typeface="Poppins"/>
                <a:cs typeface="Poppins"/>
                <a:sym typeface="Poppins"/>
              </a:defRPr>
            </a:lvl3pPr>
            <a:lvl4pPr lvl="3">
              <a:spcBef>
                <a:spcPts val="0"/>
              </a:spcBef>
              <a:spcAft>
                <a:spcPts val="0"/>
              </a:spcAft>
              <a:buSzPts val="1400"/>
              <a:buFont typeface="Poppins"/>
              <a:buNone/>
              <a:defRPr>
                <a:latin typeface="Poppins"/>
                <a:ea typeface="Poppins"/>
                <a:cs typeface="Poppins"/>
                <a:sym typeface="Poppins"/>
              </a:defRPr>
            </a:lvl4pPr>
            <a:lvl5pPr lvl="4">
              <a:spcBef>
                <a:spcPts val="0"/>
              </a:spcBef>
              <a:spcAft>
                <a:spcPts val="0"/>
              </a:spcAft>
              <a:buSzPts val="1400"/>
              <a:buFont typeface="Poppins"/>
              <a:buNone/>
              <a:defRPr>
                <a:latin typeface="Poppins"/>
                <a:ea typeface="Poppins"/>
                <a:cs typeface="Poppins"/>
                <a:sym typeface="Poppins"/>
              </a:defRPr>
            </a:lvl5pPr>
            <a:lvl6pPr lvl="5">
              <a:spcBef>
                <a:spcPts val="0"/>
              </a:spcBef>
              <a:spcAft>
                <a:spcPts val="0"/>
              </a:spcAft>
              <a:buSzPts val="1400"/>
              <a:buFont typeface="Poppins"/>
              <a:buNone/>
              <a:defRPr>
                <a:latin typeface="Poppins"/>
                <a:ea typeface="Poppins"/>
                <a:cs typeface="Poppins"/>
                <a:sym typeface="Poppins"/>
              </a:defRPr>
            </a:lvl6pPr>
            <a:lvl7pPr lvl="6">
              <a:spcBef>
                <a:spcPts val="0"/>
              </a:spcBef>
              <a:spcAft>
                <a:spcPts val="0"/>
              </a:spcAft>
              <a:buSzPts val="1400"/>
              <a:buFont typeface="Poppins"/>
              <a:buNone/>
              <a:defRPr>
                <a:latin typeface="Poppins"/>
                <a:ea typeface="Poppins"/>
                <a:cs typeface="Poppins"/>
                <a:sym typeface="Poppins"/>
              </a:defRPr>
            </a:lvl7pPr>
            <a:lvl8pPr lvl="7">
              <a:spcBef>
                <a:spcPts val="0"/>
              </a:spcBef>
              <a:spcAft>
                <a:spcPts val="0"/>
              </a:spcAft>
              <a:buSzPts val="1400"/>
              <a:buFont typeface="Poppins"/>
              <a:buNone/>
              <a:defRPr>
                <a:latin typeface="Poppins"/>
                <a:ea typeface="Poppins"/>
                <a:cs typeface="Poppins"/>
                <a:sym typeface="Poppins"/>
              </a:defRPr>
            </a:lvl8pPr>
            <a:lvl9pPr lvl="8">
              <a:spcBef>
                <a:spcPts val="0"/>
              </a:spcBef>
              <a:spcAft>
                <a:spcPts val="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5.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theme" Target="../theme/theme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9.xml"/><Relationship Id="rId22" Type="http://schemas.openxmlformats.org/officeDocument/2006/relationships/slideLayout" Target="../slideLayouts/slideLayout61.xml"/><Relationship Id="rId21" Type="http://schemas.openxmlformats.org/officeDocument/2006/relationships/slideLayout" Target="../slideLayouts/slideLayout60.xml"/><Relationship Id="rId24" Type="http://schemas.openxmlformats.org/officeDocument/2006/relationships/slideLayout" Target="../slideLayouts/slideLayout63.xml"/><Relationship Id="rId23" Type="http://schemas.openxmlformats.org/officeDocument/2006/relationships/slideLayout" Target="../slideLayouts/slideLayout62.xml"/><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9" Type="http://schemas.openxmlformats.org/officeDocument/2006/relationships/slideLayout" Target="../slideLayouts/slideLayout48.xml"/><Relationship Id="rId26" Type="http://schemas.openxmlformats.org/officeDocument/2006/relationships/slideLayout" Target="../slideLayouts/slideLayout65.xml"/><Relationship Id="rId25" Type="http://schemas.openxmlformats.org/officeDocument/2006/relationships/slideLayout" Target="../slideLayouts/slideLayout64.xml"/><Relationship Id="rId28" Type="http://schemas.openxmlformats.org/officeDocument/2006/relationships/theme" Target="../theme/theme6.xml"/><Relationship Id="rId27" Type="http://schemas.openxmlformats.org/officeDocument/2006/relationships/slideLayout" Target="../slideLayouts/slideLayout66.xml"/><Relationship Id="rId5" Type="http://schemas.openxmlformats.org/officeDocument/2006/relationships/slideLayout" Target="../slideLayouts/slideLayout44.xml"/><Relationship Id="rId6" Type="http://schemas.openxmlformats.org/officeDocument/2006/relationships/slideLayout" Target="../slideLayouts/slideLayout45.xml"/><Relationship Id="rId7" Type="http://schemas.openxmlformats.org/officeDocument/2006/relationships/slideLayout" Target="../slideLayouts/slideLayout46.xml"/><Relationship Id="rId8" Type="http://schemas.openxmlformats.org/officeDocument/2006/relationships/slideLayout" Target="../slideLayouts/slideLayout47.xml"/><Relationship Id="rId11" Type="http://schemas.openxmlformats.org/officeDocument/2006/relationships/slideLayout" Target="../slideLayouts/slideLayout50.xml"/><Relationship Id="rId10" Type="http://schemas.openxmlformats.org/officeDocument/2006/relationships/slideLayout" Target="../slideLayouts/slideLayout49.xml"/><Relationship Id="rId13" Type="http://schemas.openxmlformats.org/officeDocument/2006/relationships/slideLayout" Target="../slideLayouts/slideLayout52.xml"/><Relationship Id="rId12" Type="http://schemas.openxmlformats.org/officeDocument/2006/relationships/slideLayout" Target="../slideLayouts/slideLayout51.xml"/><Relationship Id="rId15" Type="http://schemas.openxmlformats.org/officeDocument/2006/relationships/slideLayout" Target="../slideLayouts/slideLayout54.xml"/><Relationship Id="rId14" Type="http://schemas.openxmlformats.org/officeDocument/2006/relationships/slideLayout" Target="../slideLayouts/slideLayout53.xml"/><Relationship Id="rId17" Type="http://schemas.openxmlformats.org/officeDocument/2006/relationships/slideLayout" Target="../slideLayouts/slideLayout56.xml"/><Relationship Id="rId16" Type="http://schemas.openxmlformats.org/officeDocument/2006/relationships/slideLayout" Target="../slideLayouts/slideLayout55.xml"/><Relationship Id="rId19" Type="http://schemas.openxmlformats.org/officeDocument/2006/relationships/slideLayout" Target="../slideLayouts/slideLayout58.xml"/><Relationship Id="rId18" Type="http://schemas.openxmlformats.org/officeDocument/2006/relationships/slideLayout" Target="../slideLayouts/slideLayout57.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86.xml"/><Relationship Id="rId22" Type="http://schemas.openxmlformats.org/officeDocument/2006/relationships/slideLayout" Target="../slideLayouts/slideLayout88.xml"/><Relationship Id="rId21" Type="http://schemas.openxmlformats.org/officeDocument/2006/relationships/slideLayout" Target="../slideLayouts/slideLayout87.xml"/><Relationship Id="rId24" Type="http://schemas.openxmlformats.org/officeDocument/2006/relationships/slideLayout" Target="../slideLayouts/slideLayout90.xml"/><Relationship Id="rId23" Type="http://schemas.openxmlformats.org/officeDocument/2006/relationships/slideLayout" Target="../slideLayouts/slideLayout89.xml"/><Relationship Id="rId1" Type="http://schemas.openxmlformats.org/officeDocument/2006/relationships/slideLayout" Target="../slideLayouts/slideLayout67.xml"/><Relationship Id="rId2" Type="http://schemas.openxmlformats.org/officeDocument/2006/relationships/slideLayout" Target="../slideLayouts/slideLayout68.xml"/><Relationship Id="rId3" Type="http://schemas.openxmlformats.org/officeDocument/2006/relationships/slideLayout" Target="../slideLayouts/slideLayout69.xml"/><Relationship Id="rId4" Type="http://schemas.openxmlformats.org/officeDocument/2006/relationships/slideLayout" Target="../slideLayouts/slideLayout70.xml"/><Relationship Id="rId9" Type="http://schemas.openxmlformats.org/officeDocument/2006/relationships/slideLayout" Target="../slideLayouts/slideLayout75.xml"/><Relationship Id="rId26" Type="http://schemas.openxmlformats.org/officeDocument/2006/relationships/slideLayout" Target="../slideLayouts/slideLayout92.xml"/><Relationship Id="rId25" Type="http://schemas.openxmlformats.org/officeDocument/2006/relationships/slideLayout" Target="../slideLayouts/slideLayout91.xml"/><Relationship Id="rId28" Type="http://schemas.openxmlformats.org/officeDocument/2006/relationships/slideLayout" Target="../slideLayouts/slideLayout94.xml"/><Relationship Id="rId27" Type="http://schemas.openxmlformats.org/officeDocument/2006/relationships/slideLayout" Target="../slideLayouts/slideLayout93.xml"/><Relationship Id="rId5" Type="http://schemas.openxmlformats.org/officeDocument/2006/relationships/slideLayout" Target="../slideLayouts/slideLayout71.xml"/><Relationship Id="rId6" Type="http://schemas.openxmlformats.org/officeDocument/2006/relationships/slideLayout" Target="../slideLayouts/slideLayout72.xml"/><Relationship Id="rId29" Type="http://schemas.openxmlformats.org/officeDocument/2006/relationships/slideLayout" Target="../slideLayouts/slideLayout95.xml"/><Relationship Id="rId7" Type="http://schemas.openxmlformats.org/officeDocument/2006/relationships/slideLayout" Target="../slideLayouts/slideLayout73.xml"/><Relationship Id="rId8" Type="http://schemas.openxmlformats.org/officeDocument/2006/relationships/slideLayout" Target="../slideLayouts/slideLayout74.xml"/><Relationship Id="rId31" Type="http://schemas.openxmlformats.org/officeDocument/2006/relationships/slideLayout" Target="../slideLayouts/slideLayout97.xml"/><Relationship Id="rId30" Type="http://schemas.openxmlformats.org/officeDocument/2006/relationships/slideLayout" Target="../slideLayouts/slideLayout96.xml"/><Relationship Id="rId11" Type="http://schemas.openxmlformats.org/officeDocument/2006/relationships/slideLayout" Target="../slideLayouts/slideLayout77.xml"/><Relationship Id="rId33" Type="http://schemas.openxmlformats.org/officeDocument/2006/relationships/slideLayout" Target="../slideLayouts/slideLayout99.xml"/><Relationship Id="rId10" Type="http://schemas.openxmlformats.org/officeDocument/2006/relationships/slideLayout" Target="../slideLayouts/slideLayout76.xml"/><Relationship Id="rId32" Type="http://schemas.openxmlformats.org/officeDocument/2006/relationships/slideLayout" Target="../slideLayouts/slideLayout98.xml"/><Relationship Id="rId13" Type="http://schemas.openxmlformats.org/officeDocument/2006/relationships/slideLayout" Target="../slideLayouts/slideLayout79.xml"/><Relationship Id="rId35" Type="http://schemas.openxmlformats.org/officeDocument/2006/relationships/slideLayout" Target="../slideLayouts/slideLayout101.xml"/><Relationship Id="rId12" Type="http://schemas.openxmlformats.org/officeDocument/2006/relationships/slideLayout" Target="../slideLayouts/slideLayout78.xml"/><Relationship Id="rId34" Type="http://schemas.openxmlformats.org/officeDocument/2006/relationships/slideLayout" Target="../slideLayouts/slideLayout100.xml"/><Relationship Id="rId15" Type="http://schemas.openxmlformats.org/officeDocument/2006/relationships/slideLayout" Target="../slideLayouts/slideLayout81.xml"/><Relationship Id="rId37" Type="http://schemas.openxmlformats.org/officeDocument/2006/relationships/slideLayout" Target="../slideLayouts/slideLayout103.xml"/><Relationship Id="rId14" Type="http://schemas.openxmlformats.org/officeDocument/2006/relationships/slideLayout" Target="../slideLayouts/slideLayout80.xml"/><Relationship Id="rId36" Type="http://schemas.openxmlformats.org/officeDocument/2006/relationships/slideLayout" Target="../slideLayouts/slideLayout102.xml"/><Relationship Id="rId17" Type="http://schemas.openxmlformats.org/officeDocument/2006/relationships/slideLayout" Target="../slideLayouts/slideLayout83.xml"/><Relationship Id="rId39" Type="http://schemas.openxmlformats.org/officeDocument/2006/relationships/theme" Target="../theme/theme4.xml"/><Relationship Id="rId16" Type="http://schemas.openxmlformats.org/officeDocument/2006/relationships/slideLayout" Target="../slideLayouts/slideLayout82.xml"/><Relationship Id="rId38" Type="http://schemas.openxmlformats.org/officeDocument/2006/relationships/slideLayout" Target="../slideLayouts/slideLayout104.xml"/><Relationship Id="rId19" Type="http://schemas.openxmlformats.org/officeDocument/2006/relationships/slideLayout" Target="../slideLayouts/slideLayout85.xml"/><Relationship Id="rId18" Type="http://schemas.openxmlformats.org/officeDocument/2006/relationships/slideLayout" Target="../slideLayouts/slideLayout84.xml"/></Relationships>
</file>

<file path=ppt/slideMasters/_rels/slideMaster5.xml.rels><?xml version="1.0" encoding="UTF-8" standalone="yes"?><Relationships xmlns="http://schemas.openxmlformats.org/package/2006/relationships"><Relationship Id="rId20" Type="http://schemas.openxmlformats.org/officeDocument/2006/relationships/slideLayout" Target="../slideLayouts/slideLayout124.xml"/><Relationship Id="rId22" Type="http://schemas.openxmlformats.org/officeDocument/2006/relationships/slideLayout" Target="../slideLayouts/slideLayout126.xml"/><Relationship Id="rId21" Type="http://schemas.openxmlformats.org/officeDocument/2006/relationships/slideLayout" Target="../slideLayouts/slideLayout125.xml"/><Relationship Id="rId24" Type="http://schemas.openxmlformats.org/officeDocument/2006/relationships/slideLayout" Target="../slideLayouts/slideLayout128.xml"/><Relationship Id="rId23" Type="http://schemas.openxmlformats.org/officeDocument/2006/relationships/slideLayout" Target="../slideLayouts/slideLayout127.xml"/><Relationship Id="rId1" Type="http://schemas.openxmlformats.org/officeDocument/2006/relationships/slideLayout" Target="../slideLayouts/slideLayout105.xml"/><Relationship Id="rId2" Type="http://schemas.openxmlformats.org/officeDocument/2006/relationships/slideLayout" Target="../slideLayouts/slideLayout106.xml"/><Relationship Id="rId3" Type="http://schemas.openxmlformats.org/officeDocument/2006/relationships/slideLayout" Target="../slideLayouts/slideLayout107.xml"/><Relationship Id="rId4" Type="http://schemas.openxmlformats.org/officeDocument/2006/relationships/slideLayout" Target="../slideLayouts/slideLayout108.xml"/><Relationship Id="rId9" Type="http://schemas.openxmlformats.org/officeDocument/2006/relationships/slideLayout" Target="../slideLayouts/slideLayout113.xml"/><Relationship Id="rId26" Type="http://schemas.openxmlformats.org/officeDocument/2006/relationships/slideLayout" Target="../slideLayouts/slideLayout130.xml"/><Relationship Id="rId25" Type="http://schemas.openxmlformats.org/officeDocument/2006/relationships/slideLayout" Target="../slideLayouts/slideLayout129.xml"/><Relationship Id="rId28" Type="http://schemas.openxmlformats.org/officeDocument/2006/relationships/theme" Target="../theme/theme3.xml"/><Relationship Id="rId27" Type="http://schemas.openxmlformats.org/officeDocument/2006/relationships/slideLayout" Target="../slideLayouts/slideLayout131.xml"/><Relationship Id="rId5" Type="http://schemas.openxmlformats.org/officeDocument/2006/relationships/slideLayout" Target="../slideLayouts/slideLayout109.xml"/><Relationship Id="rId6" Type="http://schemas.openxmlformats.org/officeDocument/2006/relationships/slideLayout" Target="../slideLayouts/slideLayout110.xml"/><Relationship Id="rId7" Type="http://schemas.openxmlformats.org/officeDocument/2006/relationships/slideLayout" Target="../slideLayouts/slideLayout111.xml"/><Relationship Id="rId8" Type="http://schemas.openxmlformats.org/officeDocument/2006/relationships/slideLayout" Target="../slideLayouts/slideLayout112.xml"/><Relationship Id="rId11" Type="http://schemas.openxmlformats.org/officeDocument/2006/relationships/slideLayout" Target="../slideLayouts/slideLayout115.xml"/><Relationship Id="rId10" Type="http://schemas.openxmlformats.org/officeDocument/2006/relationships/slideLayout" Target="../slideLayouts/slideLayout114.xml"/><Relationship Id="rId13" Type="http://schemas.openxmlformats.org/officeDocument/2006/relationships/slideLayout" Target="../slideLayouts/slideLayout117.xml"/><Relationship Id="rId12" Type="http://schemas.openxmlformats.org/officeDocument/2006/relationships/slideLayout" Target="../slideLayouts/slideLayout116.xml"/><Relationship Id="rId15" Type="http://schemas.openxmlformats.org/officeDocument/2006/relationships/slideLayout" Target="../slideLayouts/slideLayout119.xml"/><Relationship Id="rId14" Type="http://schemas.openxmlformats.org/officeDocument/2006/relationships/slideLayout" Target="../slideLayouts/slideLayout118.xml"/><Relationship Id="rId17" Type="http://schemas.openxmlformats.org/officeDocument/2006/relationships/slideLayout" Target="../slideLayouts/slideLayout121.xml"/><Relationship Id="rId16" Type="http://schemas.openxmlformats.org/officeDocument/2006/relationships/slideLayout" Target="../slideLayouts/slideLayout120.xml"/><Relationship Id="rId19" Type="http://schemas.openxmlformats.org/officeDocument/2006/relationships/slideLayout" Target="../slideLayouts/slideLayout123.xml"/><Relationship Id="rId18" Type="http://schemas.openxmlformats.org/officeDocument/2006/relationships/slideLayout" Target="../slideLayouts/slideLayout122.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slideLayout" Target="../slideLayouts/slideLayout133.xml"/><Relationship Id="rId3" Type="http://schemas.openxmlformats.org/officeDocument/2006/relationships/slideLayout" Target="../slideLayouts/slideLayout134.xml"/><Relationship Id="rId4" Type="http://schemas.openxmlformats.org/officeDocument/2006/relationships/slideLayout" Target="../slideLayouts/slideLayout135.xml"/><Relationship Id="rId9" Type="http://schemas.openxmlformats.org/officeDocument/2006/relationships/slideLayout" Target="../slideLayouts/slideLayout140.xml"/><Relationship Id="rId5" Type="http://schemas.openxmlformats.org/officeDocument/2006/relationships/slideLayout" Target="../slideLayouts/slideLayout136.xml"/><Relationship Id="rId6" Type="http://schemas.openxmlformats.org/officeDocument/2006/relationships/slideLayout" Target="../slideLayouts/slideLayout137.xml"/><Relationship Id="rId7" Type="http://schemas.openxmlformats.org/officeDocument/2006/relationships/slideLayout" Target="../slideLayouts/slideLayout138.xml"/><Relationship Id="rId8" Type="http://schemas.openxmlformats.org/officeDocument/2006/relationships/slideLayout" Target="../slideLayouts/slideLayout139.xml"/><Relationship Id="rId11" Type="http://schemas.openxmlformats.org/officeDocument/2006/relationships/slideLayout" Target="../slideLayouts/slideLayout142.xml"/><Relationship Id="rId10" Type="http://schemas.openxmlformats.org/officeDocument/2006/relationships/slideLayout" Target="../slideLayouts/slideLayout141.xml"/><Relationship Id="rId13" Type="http://schemas.openxmlformats.org/officeDocument/2006/relationships/slideLayout" Target="../slideLayouts/slideLayout144.xml"/><Relationship Id="rId12" Type="http://schemas.openxmlformats.org/officeDocument/2006/relationships/slideLayout" Target="../slideLayouts/slideLayout143.xml"/><Relationship Id="rId15" Type="http://schemas.openxmlformats.org/officeDocument/2006/relationships/slideLayout" Target="../slideLayouts/slideLayout146.xml"/><Relationship Id="rId14" Type="http://schemas.openxmlformats.org/officeDocument/2006/relationships/slideLayout" Target="../slideLayouts/slideLayout14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81" name="Shape 281"/>
        <p:cNvGrpSpPr/>
        <p:nvPr/>
      </p:nvGrpSpPr>
      <p:grpSpPr>
        <a:xfrm>
          <a:off x="0" y="0"/>
          <a:ext cx="0" cy="0"/>
          <a:chOff x="0" y="0"/>
          <a:chExt cx="0" cy="0"/>
        </a:xfrm>
      </p:grpSpPr>
      <p:sp>
        <p:nvSpPr>
          <p:cNvPr id="282" name="Google Shape;282;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283" name="Google Shape;283;p4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 id="2147483704" r:id="rId18"/>
    <p:sldLayoutId id="2147483705" r:id="rId19"/>
    <p:sldLayoutId id="2147483706" r:id="rId20"/>
    <p:sldLayoutId id="2147483707" r:id="rId21"/>
    <p:sldLayoutId id="2147483708" r:id="rId22"/>
    <p:sldLayoutId id="2147483709" r:id="rId23"/>
    <p:sldLayoutId id="2147483710" r:id="rId24"/>
    <p:sldLayoutId id="2147483711" r:id="rId25"/>
    <p:sldLayoutId id="2147483712" r:id="rId26"/>
    <p:sldLayoutId id="2147483713"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1" name="Shape 501"/>
        <p:cNvGrpSpPr/>
        <p:nvPr/>
      </p:nvGrpSpPr>
      <p:grpSpPr>
        <a:xfrm>
          <a:off x="0" y="0"/>
          <a:ext cx="0" cy="0"/>
          <a:chOff x="0" y="0"/>
          <a:chExt cx="0" cy="0"/>
        </a:xfrm>
      </p:grpSpPr>
      <p:sp>
        <p:nvSpPr>
          <p:cNvPr id="502" name="Google Shape;502;p7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03" name="Google Shape;503;p7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 id="2147483731" r:id="rId18"/>
    <p:sldLayoutId id="2147483732" r:id="rId19"/>
    <p:sldLayoutId id="2147483733" r:id="rId20"/>
    <p:sldLayoutId id="2147483734" r:id="rId21"/>
    <p:sldLayoutId id="2147483735" r:id="rId22"/>
    <p:sldLayoutId id="2147483736" r:id="rId23"/>
    <p:sldLayoutId id="2147483737" r:id="rId24"/>
    <p:sldLayoutId id="2147483738" r:id="rId25"/>
    <p:sldLayoutId id="2147483739" r:id="rId26"/>
    <p:sldLayoutId id="2147483740" r:id="rId27"/>
    <p:sldLayoutId id="2147483741" r:id="rId28"/>
    <p:sldLayoutId id="2147483742" r:id="rId29"/>
    <p:sldLayoutId id="2147483743" r:id="rId30"/>
    <p:sldLayoutId id="2147483744" r:id="rId31"/>
    <p:sldLayoutId id="2147483745" r:id="rId32"/>
    <p:sldLayoutId id="2147483746" r:id="rId33"/>
    <p:sldLayoutId id="2147483747" r:id="rId34"/>
    <p:sldLayoutId id="2147483748" r:id="rId35"/>
    <p:sldLayoutId id="2147483749" r:id="rId36"/>
    <p:sldLayoutId id="2147483750" r:id="rId37"/>
    <p:sldLayoutId id="2147483751" r:id="rId3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792" name="Shape 792"/>
        <p:cNvGrpSpPr/>
        <p:nvPr/>
      </p:nvGrpSpPr>
      <p:grpSpPr>
        <a:xfrm>
          <a:off x="0" y="0"/>
          <a:ext cx="0" cy="0"/>
          <a:chOff x="0" y="0"/>
          <a:chExt cx="0" cy="0"/>
        </a:xfrm>
      </p:grpSpPr>
      <p:sp>
        <p:nvSpPr>
          <p:cNvPr id="793" name="Google Shape;793;p10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94" name="Google Shape;794;p10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 id="2147483765" r:id="rId14"/>
    <p:sldLayoutId id="2147483766" r:id="rId15"/>
    <p:sldLayoutId id="2147483767" r:id="rId16"/>
    <p:sldLayoutId id="2147483768" r:id="rId17"/>
    <p:sldLayoutId id="2147483769" r:id="rId18"/>
    <p:sldLayoutId id="2147483770" r:id="rId19"/>
    <p:sldLayoutId id="2147483771" r:id="rId20"/>
    <p:sldLayoutId id="2147483772" r:id="rId21"/>
    <p:sldLayoutId id="2147483773" r:id="rId22"/>
    <p:sldLayoutId id="2147483774" r:id="rId23"/>
    <p:sldLayoutId id="2147483775" r:id="rId24"/>
    <p:sldLayoutId id="2147483776" r:id="rId25"/>
    <p:sldLayoutId id="2147483777" r:id="rId26"/>
    <p:sldLayoutId id="2147483778"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012" name="Shape 1012"/>
        <p:cNvGrpSpPr/>
        <p:nvPr/>
      </p:nvGrpSpPr>
      <p:grpSpPr>
        <a:xfrm>
          <a:off x="0" y="0"/>
          <a:ext cx="0" cy="0"/>
          <a:chOff x="0" y="0"/>
          <a:chExt cx="0" cy="0"/>
        </a:xfrm>
      </p:grpSpPr>
      <p:sp>
        <p:nvSpPr>
          <p:cNvPr id="1013" name="Google Shape;1013;p1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014" name="Google Shape;1014;p1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1015" name="Google Shape;1015;p1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 id="2147483791" r:id="rId13"/>
    <p:sldLayoutId id="2147483792" r:id="rId14"/>
    <p:sldLayoutId id="2147483793"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9.xml"/><Relationship Id="rId2" Type="http://schemas.openxmlformats.org/officeDocument/2006/relationships/notesSlide" Target="../notesSlides/notesSlide4.xml"/><Relationship Id="rId3" Type="http://schemas.openxmlformats.org/officeDocument/2006/relationships/image" Target="../media/image203.png"/><Relationship Id="rId4" Type="http://schemas.openxmlformats.org/officeDocument/2006/relationships/image" Target="../media/image20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9.xml"/><Relationship Id="rId2" Type="http://schemas.openxmlformats.org/officeDocument/2006/relationships/notesSlide" Target="../notesSlides/notesSlide7.xml"/><Relationship Id="rId3" Type="http://schemas.openxmlformats.org/officeDocument/2006/relationships/image" Target="../media/image20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13.xml"/><Relationship Id="rId3" Type="http://schemas.openxmlformats.org/officeDocument/2006/relationships/image" Target="../media/image20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14.xml"/><Relationship Id="rId3" Type="http://schemas.openxmlformats.org/officeDocument/2006/relationships/image" Target="../media/image20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15.xml"/><Relationship Id="rId3" Type="http://schemas.openxmlformats.org/officeDocument/2006/relationships/image" Target="../media/image20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19.xml"/><Relationship Id="rId3" Type="http://schemas.openxmlformats.org/officeDocument/2006/relationships/image" Target="../media/image20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7.xml"/><Relationship Id="rId2" Type="http://schemas.openxmlformats.org/officeDocument/2006/relationships/notesSlide" Target="../notesSlides/notesSlide20.xml"/><Relationship Id="rId3" Type="http://schemas.openxmlformats.org/officeDocument/2006/relationships/hyperlink" Target="http://www.youtube.com/watch?v=Jwd_lkXoLKk" TargetMode="External"/><Relationship Id="rId4" Type="http://schemas.openxmlformats.org/officeDocument/2006/relationships/image" Target="../media/image20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0.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notesSlide" Target="../notesSlides/notesSlide29.xml"/><Relationship Id="rId3" Type="http://schemas.openxmlformats.org/officeDocument/2006/relationships/image" Target="../media/image212.png"/><Relationship Id="rId4" Type="http://schemas.openxmlformats.org/officeDocument/2006/relationships/hyperlink" Target="http://www.youtube.com/watch?v=BTZMUDKSpSs" TargetMode="External"/><Relationship Id="rId5" Type="http://schemas.openxmlformats.org/officeDocument/2006/relationships/image" Target="../media/image208.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9.xml"/><Relationship Id="rId2" Type="http://schemas.openxmlformats.org/officeDocument/2006/relationships/notesSlide" Target="../notesSlides/notesSlide30.xml"/><Relationship Id="rId3" Type="http://schemas.openxmlformats.org/officeDocument/2006/relationships/hyperlink" Target="https://docs.google.com/document/d/1xELSpV-kaMpL-Labb5BB7k1Ox7YPP87lmXMsOpqsats/edit?tab=t.hlp0uj10mqri" TargetMode="External"/><Relationship Id="rId4" Type="http://schemas.openxmlformats.org/officeDocument/2006/relationships/image" Target="../media/image20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9" name="Shape 1089"/>
        <p:cNvGrpSpPr/>
        <p:nvPr/>
      </p:nvGrpSpPr>
      <p:grpSpPr>
        <a:xfrm>
          <a:off x="0" y="0"/>
          <a:ext cx="0" cy="0"/>
          <a:chOff x="0" y="0"/>
          <a:chExt cx="0" cy="0"/>
        </a:xfrm>
      </p:grpSpPr>
      <p:sp>
        <p:nvSpPr>
          <p:cNvPr id="1090" name="Google Shape;1090;p153"/>
          <p:cNvSpPr txBox="1"/>
          <p:nvPr>
            <p:ph type="title"/>
          </p:nvPr>
        </p:nvSpPr>
        <p:spPr>
          <a:xfrm>
            <a:off x="1628200" y="1807975"/>
            <a:ext cx="5887800" cy="72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300"/>
              <a:t>Binary Tree Traversals</a:t>
            </a:r>
            <a:endParaRPr sz="3300"/>
          </a:p>
        </p:txBody>
      </p:sp>
      <p:sp>
        <p:nvSpPr>
          <p:cNvPr id="1091" name="Google Shape;1091;p153"/>
          <p:cNvSpPr txBox="1"/>
          <p:nvPr>
            <p:ph idx="1" type="subTitle"/>
          </p:nvPr>
        </p:nvSpPr>
        <p:spPr>
          <a:xfrm>
            <a:off x="3582450" y="3105825"/>
            <a:ext cx="1979100" cy="38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TIP101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5" name="Shape 1095"/>
        <p:cNvGrpSpPr/>
        <p:nvPr/>
      </p:nvGrpSpPr>
      <p:grpSpPr>
        <a:xfrm>
          <a:off x="0" y="0"/>
          <a:ext cx="0" cy="0"/>
          <a:chOff x="0" y="0"/>
          <a:chExt cx="0" cy="0"/>
        </a:xfrm>
      </p:grpSpPr>
      <p:sp>
        <p:nvSpPr>
          <p:cNvPr id="1096" name="Google Shape;1096;p154"/>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1097" name="Google Shape;1097;p154"/>
          <p:cNvGraphicFramePr/>
          <p:nvPr/>
        </p:nvGraphicFramePr>
        <p:xfrm>
          <a:off x="451525" y="1242597"/>
          <a:ext cx="3000000" cy="3000000"/>
        </p:xfrm>
        <a:graphic>
          <a:graphicData uri="http://schemas.openxmlformats.org/drawingml/2006/table">
            <a:tbl>
              <a:tblPr>
                <a:noFill/>
                <a:tableStyleId>{3FACD05B-F715-4B4C-9537-6BAFA0544D2F}</a:tableStyleId>
              </a:tblPr>
              <a:tblGrid>
                <a:gridCol w="411100"/>
                <a:gridCol w="4569375"/>
                <a:gridCol w="1883200"/>
              </a:tblGrid>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1</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Poppins"/>
                          <a:ea typeface="Poppins"/>
                          <a:cs typeface="Poppins"/>
                          <a:sym typeface="Poppins"/>
                        </a:rPr>
                        <a:t>Welcome 👋🏽</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10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2</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Searching and Traversing</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35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3</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sz="1800">
                          <a:solidFill>
                            <a:schemeClr val="dk1"/>
                          </a:solidFill>
                          <a:latin typeface="Poppins"/>
                          <a:ea typeface="Poppins"/>
                          <a:cs typeface="Poppins"/>
                          <a:sym typeface="Poppins"/>
                        </a:rPr>
                        <a:t>BREAK</a:t>
                      </a:r>
                      <a:endParaRPr sz="1800">
                        <a:solidFill>
                          <a:schemeClr val="dk1"/>
                        </a:solidFill>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5 minutes</a:t>
                      </a:r>
                      <a:endParaRPr sz="1800">
                        <a:solidFill>
                          <a:schemeClr val="dk1"/>
                        </a:solidFill>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4</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Collaborative Problem Solving</a:t>
                      </a:r>
                      <a:endParaRPr b="1"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60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5</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Wrap Up</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10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p155"/>
          <p:cNvSpPr txBox="1"/>
          <p:nvPr>
            <p:ph type="title"/>
          </p:nvPr>
        </p:nvSpPr>
        <p:spPr>
          <a:xfrm>
            <a:off x="884825" y="2317200"/>
            <a:ext cx="34953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Welcome! 👋🏽</a:t>
            </a:r>
            <a:endParaRPr/>
          </a:p>
        </p:txBody>
      </p:sp>
      <p:sp>
        <p:nvSpPr>
          <p:cNvPr id="1103" name="Google Shape;1103;p155"/>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minutes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p156"/>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109" name="Google Shape;1109;p156"/>
          <p:cNvPicPr preferRelativeResize="0"/>
          <p:nvPr/>
        </p:nvPicPr>
        <p:blipFill>
          <a:blip r:embed="rId3">
            <a:alphaModFix/>
          </a:blip>
          <a:stretch>
            <a:fillRect/>
          </a:stretch>
        </p:blipFill>
        <p:spPr>
          <a:xfrm>
            <a:off x="1045500" y="424463"/>
            <a:ext cx="3066374" cy="3066374"/>
          </a:xfrm>
          <a:prstGeom prst="rect">
            <a:avLst/>
          </a:prstGeom>
          <a:noFill/>
          <a:ln>
            <a:noFill/>
          </a:ln>
        </p:spPr>
      </p:pic>
      <p:sp>
        <p:nvSpPr>
          <p:cNvPr id="1110" name="Google Shape;1110;p156"/>
          <p:cNvSpPr txBox="1"/>
          <p:nvPr>
            <p:ph type="title"/>
          </p:nvPr>
        </p:nvSpPr>
        <p:spPr>
          <a:xfrm>
            <a:off x="1364138" y="3490838"/>
            <a:ext cx="2429100" cy="92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Turn on your cameras</a:t>
            </a:r>
            <a:endParaRPr/>
          </a:p>
        </p:txBody>
      </p:sp>
      <p:pic>
        <p:nvPicPr>
          <p:cNvPr id="1111" name="Google Shape;1111;p156"/>
          <p:cNvPicPr preferRelativeResize="0"/>
          <p:nvPr/>
        </p:nvPicPr>
        <p:blipFill>
          <a:blip r:embed="rId4">
            <a:alphaModFix/>
          </a:blip>
          <a:stretch>
            <a:fillRect/>
          </a:stretch>
        </p:blipFill>
        <p:spPr>
          <a:xfrm>
            <a:off x="5032137" y="424475"/>
            <a:ext cx="3066350" cy="3066350"/>
          </a:xfrm>
          <a:prstGeom prst="rect">
            <a:avLst/>
          </a:prstGeom>
          <a:noFill/>
          <a:ln>
            <a:noFill/>
          </a:ln>
        </p:spPr>
      </p:pic>
      <p:sp>
        <p:nvSpPr>
          <p:cNvPr id="1112" name="Google Shape;1112;p156"/>
          <p:cNvSpPr txBox="1"/>
          <p:nvPr>
            <p:ph type="title"/>
          </p:nvPr>
        </p:nvSpPr>
        <p:spPr>
          <a:xfrm>
            <a:off x="5195963" y="3490838"/>
            <a:ext cx="2738700" cy="92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Fill out the entry ticket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p157"/>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5 minutes</a:t>
            </a:r>
            <a:endParaRPr/>
          </a:p>
        </p:txBody>
      </p:sp>
      <p:sp>
        <p:nvSpPr>
          <p:cNvPr id="1118" name="Google Shape;1118;p157"/>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19" name="Google Shape;1119;p15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 Question:</a:t>
            </a:r>
            <a:endParaRPr b="1"/>
          </a:p>
          <a:p>
            <a:pPr indent="0" lvl="0" marL="0" rtl="0" algn="l">
              <a:spcBef>
                <a:spcPts val="1000"/>
              </a:spcBef>
              <a:spcAft>
                <a:spcPts val="0"/>
              </a:spcAft>
              <a:buNone/>
            </a:pPr>
            <a:r>
              <a:rPr lang="en"/>
              <a:t>A CS or similar degree can be used for many non-engineering roles. Can you guys identify any long term roles that you could see yourself in, if it wasn’t exactly software engineering but still related to tech?</a:t>
            </a:r>
            <a:endParaRPr/>
          </a:p>
          <a:p>
            <a:pPr indent="0" lvl="0" marL="0" rtl="0" algn="l">
              <a:spcBef>
                <a:spcPts val="1000"/>
              </a:spcBef>
              <a:spcAft>
                <a:spcPts val="0"/>
              </a:spcAft>
              <a:buNone/>
            </a:pPr>
            <a:r>
              <a:t/>
            </a:r>
            <a:endParaRPr/>
          </a:p>
          <a:p>
            <a:pPr indent="0" lvl="0" marL="0" rtl="0" algn="l">
              <a:spcBef>
                <a:spcPts val="1000"/>
              </a:spcBef>
              <a:spcAft>
                <a:spcPts val="0"/>
              </a:spcAft>
              <a:buNone/>
            </a:pPr>
            <a:r>
              <a:rPr b="1" lang="en"/>
              <a:t>💬Answer: </a:t>
            </a:r>
            <a:endParaRPr b="1"/>
          </a:p>
          <a:p>
            <a:pPr indent="0" lvl="0" marL="0" rtl="0" algn="l">
              <a:spcBef>
                <a:spcPts val="1000"/>
              </a:spcBef>
              <a:spcAft>
                <a:spcPts val="1000"/>
              </a:spcAft>
              <a:buNone/>
            </a:pPr>
            <a:r>
              <a:rPr lang="en"/>
              <a:t>Share your answer in the Zoom chat below. What kinds of pets do you have if any? If you don’t have any, share what type you would like to have, if any.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p158"/>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Amazing feedback and gratitude for our volunteers!</a:t>
            </a:r>
            <a:endParaRPr/>
          </a:p>
          <a:p>
            <a:pPr indent="-342900" lvl="0" marL="457200" rtl="0" algn="l">
              <a:spcBef>
                <a:spcPts val="0"/>
              </a:spcBef>
              <a:spcAft>
                <a:spcPts val="0"/>
              </a:spcAft>
              <a:buSzPts val="1800"/>
              <a:buChar char="+"/>
            </a:pPr>
            <a:r>
              <a:rPr lang="en"/>
              <a:t>Initial lessons on Trees are landing well.</a:t>
            </a:r>
            <a:endParaRPr/>
          </a:p>
          <a:p>
            <a:pPr indent="0" lvl="0" marL="457200" rtl="0" algn="l">
              <a:spcBef>
                <a:spcPts val="1600"/>
              </a:spcBef>
              <a:spcAft>
                <a:spcPts val="1600"/>
              </a:spcAft>
              <a:buNone/>
            </a:pPr>
            <a:r>
              <a:t/>
            </a:r>
            <a:endParaRPr/>
          </a:p>
        </p:txBody>
      </p:sp>
      <p:sp>
        <p:nvSpPr>
          <p:cNvPr id="1125" name="Google Shape;1125;p158"/>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26" name="Google Shape;1126;p158"/>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 Course portal lacking tree starter code for certain breakout problems.</a:t>
            </a:r>
            <a:endParaRPr sz="1700"/>
          </a:p>
          <a:p>
            <a:pPr indent="0" lvl="0" marL="0" rtl="0" algn="l">
              <a:spcBef>
                <a:spcPts val="1600"/>
              </a:spcBef>
              <a:spcAft>
                <a:spcPts val="0"/>
              </a:spcAft>
              <a:buNone/>
            </a:pPr>
            <a:r>
              <a:rPr lang="en" sz="1700"/>
              <a:t>- Tree practice(will see more code today)</a:t>
            </a:r>
            <a:endParaRPr sz="1700"/>
          </a:p>
          <a:p>
            <a:pPr indent="0" lvl="0" marL="0" rtl="0" algn="l">
              <a:spcBef>
                <a:spcPts val="1600"/>
              </a:spcBef>
              <a:spcAft>
                <a:spcPts val="0"/>
              </a:spcAft>
              <a:buNone/>
            </a:pPr>
            <a:r>
              <a:t/>
            </a:r>
            <a:endParaRPr sz="1700"/>
          </a:p>
          <a:p>
            <a:pPr indent="0" lvl="0" marL="0" rtl="0" algn="l">
              <a:spcBef>
                <a:spcPts val="1600"/>
              </a:spcBef>
              <a:spcAft>
                <a:spcPts val="1600"/>
              </a:spcAft>
              <a:buNone/>
            </a:pPr>
            <a:r>
              <a:t/>
            </a:r>
            <a:endParaRPr sz="1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p159"/>
          <p:cNvSpPr txBox="1"/>
          <p:nvPr>
            <p:ph type="title"/>
          </p:nvPr>
        </p:nvSpPr>
        <p:spPr>
          <a:xfrm>
            <a:off x="1132000" y="481275"/>
            <a:ext cx="75594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Announcements &amp; Reminders</a:t>
            </a:r>
            <a:endParaRPr/>
          </a:p>
        </p:txBody>
      </p:sp>
      <p:sp>
        <p:nvSpPr>
          <p:cNvPr id="1132" name="Google Shape;1132;p159"/>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Reminder to make sure any open questions or concerns are addressed in these next two weeks!</a:t>
            </a:r>
            <a:endParaRPr/>
          </a:p>
          <a:p>
            <a:pPr indent="-342900" lvl="0" marL="457200" rtl="0" algn="l">
              <a:spcBef>
                <a:spcPts val="0"/>
              </a:spcBef>
              <a:spcAft>
                <a:spcPts val="0"/>
              </a:spcAft>
              <a:buSzPts val="1800"/>
              <a:buChar char="✱"/>
            </a:pPr>
            <a:r>
              <a:rPr lang="en"/>
              <a:t>Peer to peer interviews on Thursday!</a:t>
            </a:r>
            <a:endParaRPr/>
          </a:p>
          <a:p>
            <a:pPr indent="0" lvl="0" marL="0" rtl="0" algn="l">
              <a:spcBef>
                <a:spcPts val="1600"/>
              </a:spcBef>
              <a:spcAft>
                <a:spcPts val="1600"/>
              </a:spcAft>
              <a:buNone/>
            </a:pPr>
            <a:r>
              <a:t/>
            </a:r>
            <a:endParaRPr/>
          </a:p>
        </p:txBody>
      </p:sp>
      <p:sp>
        <p:nvSpPr>
          <p:cNvPr id="1133" name="Google Shape;1133;p159"/>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134" name="Google Shape;1134;p159"/>
          <p:cNvPicPr preferRelativeResize="0"/>
          <p:nvPr/>
        </p:nvPicPr>
        <p:blipFill>
          <a:blip r:embed="rId3">
            <a:alphaModFix/>
          </a:blip>
          <a:stretch>
            <a:fillRect/>
          </a:stretch>
        </p:blipFill>
        <p:spPr>
          <a:xfrm>
            <a:off x="452400" y="350275"/>
            <a:ext cx="679601" cy="6796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8" name="Shape 1138"/>
        <p:cNvGrpSpPr/>
        <p:nvPr/>
      </p:nvGrpSpPr>
      <p:grpSpPr>
        <a:xfrm>
          <a:off x="0" y="0"/>
          <a:ext cx="0" cy="0"/>
          <a:chOff x="0" y="0"/>
          <a:chExt cx="0" cy="0"/>
        </a:xfrm>
      </p:grpSpPr>
      <p:sp>
        <p:nvSpPr>
          <p:cNvPr id="1139" name="Google Shape;1139;p160"/>
          <p:cNvSpPr txBox="1"/>
          <p:nvPr>
            <p:ph type="title"/>
          </p:nvPr>
        </p:nvSpPr>
        <p:spPr>
          <a:xfrm>
            <a:off x="884825" y="2317200"/>
            <a:ext cx="62220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Searching and Traversing</a:t>
            </a:r>
            <a:endParaRPr/>
          </a:p>
        </p:txBody>
      </p:sp>
      <p:sp>
        <p:nvSpPr>
          <p:cNvPr id="1140" name="Google Shape;1140;p160"/>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35 minutes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4" name="Shape 1144"/>
        <p:cNvGrpSpPr/>
        <p:nvPr/>
      </p:nvGrpSpPr>
      <p:grpSpPr>
        <a:xfrm>
          <a:off x="0" y="0"/>
          <a:ext cx="0" cy="0"/>
          <a:chOff x="0" y="0"/>
          <a:chExt cx="0" cy="0"/>
        </a:xfrm>
      </p:grpSpPr>
      <p:sp>
        <p:nvSpPr>
          <p:cNvPr id="1145" name="Google Shape;1145;p161"/>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Node Searching</a:t>
            </a:r>
            <a:endParaRPr/>
          </a:p>
        </p:txBody>
      </p:sp>
      <p:sp>
        <p:nvSpPr>
          <p:cNvPr id="1146" name="Google Shape;1146;p161"/>
          <p:cNvSpPr/>
          <p:nvPr/>
        </p:nvSpPr>
        <p:spPr>
          <a:xfrm>
            <a:off x="3480699" y="1094100"/>
            <a:ext cx="816900" cy="8169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chemeClr val="lt1"/>
                </a:solidFill>
                <a:latin typeface="Poppins"/>
                <a:ea typeface="Poppins"/>
                <a:cs typeface="Poppins"/>
                <a:sym typeface="Poppins"/>
              </a:rPr>
              <a:t>13</a:t>
            </a:r>
            <a:endParaRPr b="1" sz="2400">
              <a:solidFill>
                <a:schemeClr val="lt1"/>
              </a:solidFill>
              <a:latin typeface="Poppins"/>
              <a:ea typeface="Poppins"/>
              <a:cs typeface="Poppins"/>
              <a:sym typeface="Poppins"/>
            </a:endParaRPr>
          </a:p>
        </p:txBody>
      </p:sp>
      <p:sp>
        <p:nvSpPr>
          <p:cNvPr id="1147" name="Google Shape;1147;p161"/>
          <p:cNvSpPr/>
          <p:nvPr/>
        </p:nvSpPr>
        <p:spPr>
          <a:xfrm>
            <a:off x="2070800" y="1956876"/>
            <a:ext cx="816900" cy="8169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EFEFEF"/>
                </a:solidFill>
                <a:latin typeface="Poppins"/>
                <a:ea typeface="Poppins"/>
                <a:cs typeface="Poppins"/>
                <a:sym typeface="Poppins"/>
              </a:rPr>
              <a:t>6</a:t>
            </a:r>
            <a:endParaRPr b="1" sz="2400">
              <a:solidFill>
                <a:srgbClr val="EFEFEF"/>
              </a:solidFill>
              <a:latin typeface="Poppins"/>
              <a:ea typeface="Poppins"/>
              <a:cs typeface="Poppins"/>
              <a:sym typeface="Poppins"/>
            </a:endParaRPr>
          </a:p>
        </p:txBody>
      </p:sp>
      <p:sp>
        <p:nvSpPr>
          <p:cNvPr id="1148" name="Google Shape;1148;p161"/>
          <p:cNvSpPr/>
          <p:nvPr/>
        </p:nvSpPr>
        <p:spPr>
          <a:xfrm>
            <a:off x="1404475" y="3049976"/>
            <a:ext cx="816900" cy="8169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EFEFEF"/>
                </a:solidFill>
                <a:latin typeface="Poppins"/>
                <a:ea typeface="Poppins"/>
                <a:cs typeface="Poppins"/>
                <a:sym typeface="Poppins"/>
              </a:rPr>
              <a:t>4</a:t>
            </a:r>
            <a:endParaRPr b="1" sz="2400">
              <a:solidFill>
                <a:srgbClr val="EFEFEF"/>
              </a:solidFill>
              <a:latin typeface="Poppins"/>
              <a:ea typeface="Poppins"/>
              <a:cs typeface="Poppins"/>
              <a:sym typeface="Poppins"/>
            </a:endParaRPr>
          </a:p>
        </p:txBody>
      </p:sp>
      <p:sp>
        <p:nvSpPr>
          <p:cNvPr id="1149" name="Google Shape;1149;p161"/>
          <p:cNvSpPr/>
          <p:nvPr/>
        </p:nvSpPr>
        <p:spPr>
          <a:xfrm>
            <a:off x="2663705" y="3049976"/>
            <a:ext cx="816900" cy="8169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EFEFEF"/>
                </a:solidFill>
                <a:latin typeface="Poppins"/>
                <a:ea typeface="Poppins"/>
                <a:cs typeface="Poppins"/>
                <a:sym typeface="Poppins"/>
              </a:rPr>
              <a:t>8</a:t>
            </a:r>
            <a:endParaRPr b="1" sz="2400">
              <a:solidFill>
                <a:srgbClr val="EFEFEF"/>
              </a:solidFill>
              <a:latin typeface="Poppins"/>
              <a:ea typeface="Poppins"/>
              <a:cs typeface="Poppins"/>
              <a:sym typeface="Poppins"/>
            </a:endParaRPr>
          </a:p>
        </p:txBody>
      </p:sp>
      <p:sp>
        <p:nvSpPr>
          <p:cNvPr id="1150" name="Google Shape;1150;p161"/>
          <p:cNvSpPr/>
          <p:nvPr/>
        </p:nvSpPr>
        <p:spPr>
          <a:xfrm>
            <a:off x="5046553" y="1956876"/>
            <a:ext cx="816900" cy="8169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chemeClr val="lt1"/>
                </a:solidFill>
                <a:latin typeface="Poppins"/>
                <a:ea typeface="Poppins"/>
                <a:cs typeface="Poppins"/>
                <a:sym typeface="Poppins"/>
              </a:rPr>
              <a:t>21</a:t>
            </a:r>
            <a:endParaRPr b="1" sz="2400">
              <a:solidFill>
                <a:schemeClr val="lt1"/>
              </a:solidFill>
              <a:latin typeface="Poppins"/>
              <a:ea typeface="Poppins"/>
              <a:cs typeface="Poppins"/>
              <a:sym typeface="Poppins"/>
            </a:endParaRPr>
          </a:p>
        </p:txBody>
      </p:sp>
      <p:sp>
        <p:nvSpPr>
          <p:cNvPr id="1151" name="Google Shape;1151;p161"/>
          <p:cNvSpPr/>
          <p:nvPr/>
        </p:nvSpPr>
        <p:spPr>
          <a:xfrm>
            <a:off x="4297694" y="3049976"/>
            <a:ext cx="816900" cy="8169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chemeClr val="lt1"/>
                </a:solidFill>
                <a:latin typeface="Poppins"/>
                <a:ea typeface="Poppins"/>
                <a:cs typeface="Poppins"/>
                <a:sym typeface="Poppins"/>
              </a:rPr>
              <a:t>15</a:t>
            </a:r>
            <a:endParaRPr b="1" sz="2400">
              <a:solidFill>
                <a:schemeClr val="lt1"/>
              </a:solidFill>
              <a:latin typeface="Poppins"/>
              <a:ea typeface="Poppins"/>
              <a:cs typeface="Poppins"/>
              <a:sym typeface="Poppins"/>
            </a:endParaRPr>
          </a:p>
        </p:txBody>
      </p:sp>
      <p:sp>
        <p:nvSpPr>
          <p:cNvPr id="1152" name="Google Shape;1152;p161"/>
          <p:cNvSpPr/>
          <p:nvPr/>
        </p:nvSpPr>
        <p:spPr>
          <a:xfrm>
            <a:off x="5863547" y="3049976"/>
            <a:ext cx="816900" cy="8169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EFEFEF"/>
                </a:solidFill>
                <a:latin typeface="Poppins"/>
                <a:ea typeface="Poppins"/>
                <a:cs typeface="Poppins"/>
                <a:sym typeface="Poppins"/>
              </a:rPr>
              <a:t>24</a:t>
            </a:r>
            <a:endParaRPr b="1" sz="2400">
              <a:solidFill>
                <a:srgbClr val="EFEFEF"/>
              </a:solidFill>
              <a:latin typeface="Poppins"/>
              <a:ea typeface="Poppins"/>
              <a:cs typeface="Poppins"/>
              <a:sym typeface="Poppins"/>
            </a:endParaRPr>
          </a:p>
        </p:txBody>
      </p:sp>
      <p:sp>
        <p:nvSpPr>
          <p:cNvPr id="1153" name="Google Shape;1153;p161"/>
          <p:cNvSpPr/>
          <p:nvPr/>
        </p:nvSpPr>
        <p:spPr>
          <a:xfrm>
            <a:off x="6922623" y="3781950"/>
            <a:ext cx="816900" cy="8169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EFEFEF"/>
                </a:solidFill>
                <a:latin typeface="Poppins"/>
                <a:ea typeface="Poppins"/>
                <a:cs typeface="Poppins"/>
                <a:sym typeface="Poppins"/>
              </a:rPr>
              <a:t>26</a:t>
            </a:r>
            <a:endParaRPr b="1" sz="2400">
              <a:solidFill>
                <a:srgbClr val="EFEFEF"/>
              </a:solidFill>
              <a:latin typeface="Poppins"/>
              <a:ea typeface="Poppins"/>
              <a:cs typeface="Poppins"/>
              <a:sym typeface="Poppins"/>
            </a:endParaRPr>
          </a:p>
        </p:txBody>
      </p:sp>
      <p:cxnSp>
        <p:nvCxnSpPr>
          <p:cNvPr id="1154" name="Google Shape;1154;p161"/>
          <p:cNvCxnSpPr>
            <a:stCxn id="1146" idx="3"/>
            <a:endCxn id="1147" idx="6"/>
          </p:cNvCxnSpPr>
          <p:nvPr/>
        </p:nvCxnSpPr>
        <p:spPr>
          <a:xfrm flipH="1">
            <a:off x="2887831" y="1791368"/>
            <a:ext cx="712500" cy="573900"/>
          </a:xfrm>
          <a:prstGeom prst="straightConnector1">
            <a:avLst/>
          </a:prstGeom>
          <a:noFill/>
          <a:ln cap="flat" cmpd="sng" w="9525">
            <a:solidFill>
              <a:srgbClr val="D9D9D9"/>
            </a:solidFill>
            <a:prstDash val="solid"/>
            <a:round/>
            <a:headEnd len="med" w="med" type="none"/>
            <a:tailEnd len="med" w="med" type="none"/>
          </a:ln>
        </p:spPr>
      </p:cxnSp>
      <p:cxnSp>
        <p:nvCxnSpPr>
          <p:cNvPr id="1155" name="Google Shape;1155;p161"/>
          <p:cNvCxnSpPr>
            <a:stCxn id="1146" idx="5"/>
            <a:endCxn id="1150" idx="2"/>
          </p:cNvCxnSpPr>
          <p:nvPr/>
        </p:nvCxnSpPr>
        <p:spPr>
          <a:xfrm>
            <a:off x="4177967" y="1791368"/>
            <a:ext cx="868500" cy="573900"/>
          </a:xfrm>
          <a:prstGeom prst="straightConnector1">
            <a:avLst/>
          </a:prstGeom>
          <a:noFill/>
          <a:ln cap="flat" cmpd="sng" w="9525">
            <a:solidFill>
              <a:schemeClr val="dk1"/>
            </a:solidFill>
            <a:prstDash val="solid"/>
            <a:round/>
            <a:headEnd len="med" w="med" type="none"/>
            <a:tailEnd len="med" w="med" type="none"/>
          </a:ln>
        </p:spPr>
      </p:cxnSp>
      <p:cxnSp>
        <p:nvCxnSpPr>
          <p:cNvPr id="1156" name="Google Shape;1156;p161"/>
          <p:cNvCxnSpPr>
            <a:stCxn id="1147" idx="3"/>
            <a:endCxn id="1148" idx="0"/>
          </p:cNvCxnSpPr>
          <p:nvPr/>
        </p:nvCxnSpPr>
        <p:spPr>
          <a:xfrm flipH="1">
            <a:off x="1813032" y="2654144"/>
            <a:ext cx="377400" cy="395700"/>
          </a:xfrm>
          <a:prstGeom prst="straightConnector1">
            <a:avLst/>
          </a:prstGeom>
          <a:noFill/>
          <a:ln cap="flat" cmpd="sng" w="9525">
            <a:solidFill>
              <a:srgbClr val="D9D9D9"/>
            </a:solidFill>
            <a:prstDash val="solid"/>
            <a:round/>
            <a:headEnd len="med" w="med" type="none"/>
            <a:tailEnd len="med" w="med" type="none"/>
          </a:ln>
        </p:spPr>
      </p:cxnSp>
      <p:cxnSp>
        <p:nvCxnSpPr>
          <p:cNvPr id="1157" name="Google Shape;1157;p161"/>
          <p:cNvCxnSpPr>
            <a:stCxn id="1147" idx="5"/>
            <a:endCxn id="1149" idx="0"/>
          </p:cNvCxnSpPr>
          <p:nvPr/>
        </p:nvCxnSpPr>
        <p:spPr>
          <a:xfrm>
            <a:off x="2768067" y="2654144"/>
            <a:ext cx="304200" cy="395700"/>
          </a:xfrm>
          <a:prstGeom prst="straightConnector1">
            <a:avLst/>
          </a:prstGeom>
          <a:noFill/>
          <a:ln cap="flat" cmpd="sng" w="9525">
            <a:solidFill>
              <a:srgbClr val="D9D9D9"/>
            </a:solidFill>
            <a:prstDash val="solid"/>
            <a:round/>
            <a:headEnd len="med" w="med" type="none"/>
            <a:tailEnd len="med" w="med" type="none"/>
          </a:ln>
        </p:spPr>
      </p:cxnSp>
      <p:cxnSp>
        <p:nvCxnSpPr>
          <p:cNvPr id="1158" name="Google Shape;1158;p161"/>
          <p:cNvCxnSpPr>
            <a:stCxn id="1150" idx="3"/>
            <a:endCxn id="1151" idx="0"/>
          </p:cNvCxnSpPr>
          <p:nvPr/>
        </p:nvCxnSpPr>
        <p:spPr>
          <a:xfrm flipH="1">
            <a:off x="4706285" y="2654144"/>
            <a:ext cx="459900" cy="395700"/>
          </a:xfrm>
          <a:prstGeom prst="straightConnector1">
            <a:avLst/>
          </a:prstGeom>
          <a:noFill/>
          <a:ln cap="flat" cmpd="sng" w="9525">
            <a:solidFill>
              <a:schemeClr val="dk1"/>
            </a:solidFill>
            <a:prstDash val="solid"/>
            <a:round/>
            <a:headEnd len="med" w="med" type="none"/>
            <a:tailEnd len="med" w="med" type="none"/>
          </a:ln>
        </p:spPr>
      </p:cxnSp>
      <p:cxnSp>
        <p:nvCxnSpPr>
          <p:cNvPr id="1159" name="Google Shape;1159;p161"/>
          <p:cNvCxnSpPr>
            <a:stCxn id="1150" idx="5"/>
            <a:endCxn id="1152" idx="0"/>
          </p:cNvCxnSpPr>
          <p:nvPr/>
        </p:nvCxnSpPr>
        <p:spPr>
          <a:xfrm>
            <a:off x="5743820" y="2654144"/>
            <a:ext cx="528300" cy="395700"/>
          </a:xfrm>
          <a:prstGeom prst="straightConnector1">
            <a:avLst/>
          </a:prstGeom>
          <a:noFill/>
          <a:ln cap="flat" cmpd="sng" w="9525">
            <a:solidFill>
              <a:srgbClr val="D9D9D9"/>
            </a:solidFill>
            <a:prstDash val="solid"/>
            <a:round/>
            <a:headEnd len="med" w="med" type="none"/>
            <a:tailEnd len="med" w="med" type="none"/>
          </a:ln>
        </p:spPr>
      </p:cxnSp>
      <p:cxnSp>
        <p:nvCxnSpPr>
          <p:cNvPr id="1160" name="Google Shape;1160;p161"/>
          <p:cNvCxnSpPr>
            <a:stCxn id="1152" idx="5"/>
            <a:endCxn id="1153" idx="2"/>
          </p:cNvCxnSpPr>
          <p:nvPr/>
        </p:nvCxnSpPr>
        <p:spPr>
          <a:xfrm>
            <a:off x="6560815" y="3747244"/>
            <a:ext cx="361800" cy="443100"/>
          </a:xfrm>
          <a:prstGeom prst="straightConnector1">
            <a:avLst/>
          </a:prstGeom>
          <a:noFill/>
          <a:ln cap="flat" cmpd="sng" w="9525">
            <a:solidFill>
              <a:srgbClr val="D9D9D9"/>
            </a:solidFill>
            <a:prstDash val="solid"/>
            <a:round/>
            <a:headEnd len="med" w="med" type="none"/>
            <a:tailEnd len="med" w="med" type="none"/>
          </a:ln>
        </p:spPr>
      </p:cxnSp>
      <p:sp>
        <p:nvSpPr>
          <p:cNvPr id="1161" name="Google Shape;1161;p161"/>
          <p:cNvSpPr txBox="1"/>
          <p:nvPr/>
        </p:nvSpPr>
        <p:spPr>
          <a:xfrm>
            <a:off x="6622125" y="995000"/>
            <a:ext cx="1744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latin typeface="Poppins"/>
                <a:ea typeface="Poppins"/>
                <a:cs typeface="Poppins"/>
                <a:sym typeface="Poppins"/>
              </a:rPr>
              <a:t>Target:</a:t>
            </a:r>
            <a:r>
              <a:rPr lang="en" sz="2400">
                <a:latin typeface="Poppins"/>
                <a:ea typeface="Poppins"/>
                <a:cs typeface="Poppins"/>
                <a:sym typeface="Poppins"/>
              </a:rPr>
              <a:t> 15</a:t>
            </a:r>
            <a:endParaRPr sz="2400">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5" name="Shape 1165"/>
        <p:cNvGrpSpPr/>
        <p:nvPr/>
      </p:nvGrpSpPr>
      <p:grpSpPr>
        <a:xfrm>
          <a:off x="0" y="0"/>
          <a:ext cx="0" cy="0"/>
          <a:chOff x="0" y="0"/>
          <a:chExt cx="0" cy="0"/>
        </a:xfrm>
      </p:grpSpPr>
      <p:sp>
        <p:nvSpPr>
          <p:cNvPr id="1166" name="Google Shape;1166;p162"/>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Node Searching Algorithm</a:t>
            </a:r>
            <a:endParaRPr/>
          </a:p>
        </p:txBody>
      </p:sp>
      <p:sp>
        <p:nvSpPr>
          <p:cNvPr id="1167" name="Google Shape;1167;p162"/>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AutoNum type="arabicPeriod"/>
            </a:pPr>
            <a:r>
              <a:rPr lang="en" sz="1600"/>
              <a:t>Start at the </a:t>
            </a:r>
            <a:r>
              <a:rPr b="1" lang="en" sz="1600"/>
              <a:t>root</a:t>
            </a:r>
            <a:r>
              <a:rPr lang="en" sz="1600"/>
              <a:t>.</a:t>
            </a:r>
            <a:endParaRPr sz="1600"/>
          </a:p>
          <a:p>
            <a:pPr indent="-330200" lvl="0" marL="457200" rtl="0" algn="l">
              <a:spcBef>
                <a:spcPts val="1000"/>
              </a:spcBef>
              <a:spcAft>
                <a:spcPts val="0"/>
              </a:spcAft>
              <a:buSzPts val="1600"/>
              <a:buAutoNum type="arabicPeriod"/>
            </a:pPr>
            <a:r>
              <a:rPr lang="en" sz="1600"/>
              <a:t>Compare the target value with the current node’s value.</a:t>
            </a:r>
            <a:endParaRPr sz="1600"/>
          </a:p>
          <a:p>
            <a:pPr indent="-330200" lvl="0" marL="457200" rtl="0" algn="l">
              <a:spcBef>
                <a:spcPts val="1000"/>
              </a:spcBef>
              <a:spcAft>
                <a:spcPts val="0"/>
              </a:spcAft>
              <a:buSzPts val="1600"/>
              <a:buAutoNum type="arabicPeriod"/>
            </a:pPr>
            <a:r>
              <a:rPr lang="en" sz="1600"/>
              <a:t>If the target value is equal to the current node’s value, the node is found.</a:t>
            </a:r>
            <a:endParaRPr sz="1600"/>
          </a:p>
          <a:p>
            <a:pPr indent="-330200" lvl="0" marL="457200" rtl="0" algn="l">
              <a:spcBef>
                <a:spcPts val="1000"/>
              </a:spcBef>
              <a:spcAft>
                <a:spcPts val="0"/>
              </a:spcAft>
              <a:buSzPts val="1600"/>
              <a:buAutoNum type="arabicPeriod"/>
            </a:pPr>
            <a:r>
              <a:rPr lang="en" sz="1600"/>
              <a:t>If the target value is less than the current node’s value, move to the left child.</a:t>
            </a:r>
            <a:endParaRPr sz="1600"/>
          </a:p>
          <a:p>
            <a:pPr indent="-330200" lvl="0" marL="457200" rtl="0" algn="l">
              <a:spcBef>
                <a:spcPts val="1000"/>
              </a:spcBef>
              <a:spcAft>
                <a:spcPts val="0"/>
              </a:spcAft>
              <a:buSzPts val="1600"/>
              <a:buAutoNum type="arabicPeriod"/>
            </a:pPr>
            <a:r>
              <a:rPr lang="en" sz="1600"/>
              <a:t>If the target value is greater than the current node’s value, move to the right child.</a:t>
            </a:r>
            <a:endParaRPr sz="1600"/>
          </a:p>
          <a:p>
            <a:pPr indent="-330200" lvl="0" marL="457200" rtl="0" algn="l">
              <a:spcBef>
                <a:spcPts val="1000"/>
              </a:spcBef>
              <a:spcAft>
                <a:spcPts val="1000"/>
              </a:spcAft>
              <a:buSzPts val="1600"/>
              <a:buAutoNum type="arabicPeriod"/>
            </a:pPr>
            <a:r>
              <a:rPr lang="en" sz="1600"/>
              <a:t>Repeat steps 2-5 until the target value is found or the subtree is empty.</a:t>
            </a:r>
            <a:endParaRPr sz="1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1" name="Shape 1171"/>
        <p:cNvGrpSpPr/>
        <p:nvPr/>
      </p:nvGrpSpPr>
      <p:grpSpPr>
        <a:xfrm>
          <a:off x="0" y="0"/>
          <a:ext cx="0" cy="0"/>
          <a:chOff x="0" y="0"/>
          <a:chExt cx="0" cy="0"/>
        </a:xfrm>
      </p:grpSpPr>
      <p:sp>
        <p:nvSpPr>
          <p:cNvPr id="1172" name="Google Shape;1172;p163"/>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Node Searching Algorithm</a:t>
            </a:r>
            <a:endParaRPr/>
          </a:p>
        </p:txBody>
      </p:sp>
      <p:sp>
        <p:nvSpPr>
          <p:cNvPr id="1173" name="Google Shape;1173;p163"/>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AutoNum type="arabicPeriod"/>
            </a:pPr>
            <a:r>
              <a:rPr lang="en" sz="1600"/>
              <a:t>Start at the </a:t>
            </a:r>
            <a:r>
              <a:rPr b="1" lang="en" sz="1600"/>
              <a:t>root</a:t>
            </a:r>
            <a:r>
              <a:rPr lang="en" sz="1600"/>
              <a:t>.</a:t>
            </a:r>
            <a:endParaRPr sz="1600"/>
          </a:p>
          <a:p>
            <a:pPr indent="-330200" lvl="0" marL="457200" rtl="0" algn="l">
              <a:spcBef>
                <a:spcPts val="1000"/>
              </a:spcBef>
              <a:spcAft>
                <a:spcPts val="0"/>
              </a:spcAft>
              <a:buSzPts val="1600"/>
              <a:buAutoNum type="arabicPeriod"/>
            </a:pPr>
            <a:r>
              <a:rPr lang="en" sz="1600"/>
              <a:t>Compare the target value with the current node’s value.</a:t>
            </a:r>
            <a:endParaRPr sz="1600"/>
          </a:p>
          <a:p>
            <a:pPr indent="-330200" lvl="0" marL="457200" rtl="0" algn="l">
              <a:spcBef>
                <a:spcPts val="1000"/>
              </a:spcBef>
              <a:spcAft>
                <a:spcPts val="0"/>
              </a:spcAft>
              <a:buSzPts val="1600"/>
              <a:buAutoNum type="arabicPeriod"/>
            </a:pPr>
            <a:r>
              <a:rPr lang="en" sz="1600"/>
              <a:t>If the target value is equal to the current node’s value, the node is found.</a:t>
            </a:r>
            <a:endParaRPr sz="1600"/>
          </a:p>
          <a:p>
            <a:pPr indent="-330200" lvl="0" marL="457200" rtl="0" algn="l">
              <a:spcBef>
                <a:spcPts val="1000"/>
              </a:spcBef>
              <a:spcAft>
                <a:spcPts val="0"/>
              </a:spcAft>
              <a:buSzPts val="1600"/>
              <a:buAutoNum type="arabicPeriod"/>
            </a:pPr>
            <a:r>
              <a:rPr lang="en" sz="1600"/>
              <a:t>If the target value is less than the current node’s value, move to the left child.</a:t>
            </a:r>
            <a:endParaRPr sz="1600"/>
          </a:p>
          <a:p>
            <a:pPr indent="-330200" lvl="0" marL="457200" rtl="0" algn="l">
              <a:spcBef>
                <a:spcPts val="1000"/>
              </a:spcBef>
              <a:spcAft>
                <a:spcPts val="0"/>
              </a:spcAft>
              <a:buSzPts val="1600"/>
              <a:buAutoNum type="arabicPeriod"/>
            </a:pPr>
            <a:r>
              <a:rPr lang="en" sz="1600"/>
              <a:t>If the target value is greater than the current node’s value, move to the right child.</a:t>
            </a:r>
            <a:endParaRPr sz="1600"/>
          </a:p>
          <a:p>
            <a:pPr indent="-330200" lvl="0" marL="457200" rtl="0" algn="l">
              <a:spcBef>
                <a:spcPts val="1000"/>
              </a:spcBef>
              <a:spcAft>
                <a:spcPts val="0"/>
              </a:spcAft>
              <a:buSzPts val="1600"/>
              <a:buAutoNum type="arabicPeriod"/>
            </a:pPr>
            <a:r>
              <a:rPr lang="en" sz="1600"/>
              <a:t>Repeat steps 2-5 until the target value is found or the subtree is empty.</a:t>
            </a:r>
            <a:endParaRPr sz="1600"/>
          </a:p>
          <a:p>
            <a:pPr indent="-330200" lvl="1" marL="914400" rtl="0" algn="l">
              <a:spcBef>
                <a:spcPts val="1000"/>
              </a:spcBef>
              <a:spcAft>
                <a:spcPts val="1000"/>
              </a:spcAft>
              <a:buSzPts val="1600"/>
              <a:buAutoNum type="alphaLcPeriod"/>
            </a:pPr>
            <a:r>
              <a:rPr b="1" lang="en" sz="1600"/>
              <a:t>Match: Repeat → Recursion!</a:t>
            </a:r>
            <a:endParaRPr b="1" sz="16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p164"/>
          <p:cNvSpPr txBox="1"/>
          <p:nvPr>
            <p:ph idx="1" type="body"/>
          </p:nvPr>
        </p:nvSpPr>
        <p:spPr>
          <a:xfrm>
            <a:off x="452400" y="12604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How does the structure of a BST make searching efficient?</a:t>
            </a:r>
            <a:endParaRPr sz="1600"/>
          </a:p>
          <a:p>
            <a:pPr indent="-330200" lvl="0" marL="457200" rtl="0" algn="l">
              <a:spcBef>
                <a:spcPts val="2000"/>
              </a:spcBef>
              <a:spcAft>
                <a:spcPts val="0"/>
              </a:spcAft>
              <a:buSzPts val="1600"/>
              <a:buAutoNum type="alphaUcPeriod"/>
            </a:pPr>
            <a:r>
              <a:rPr lang="en" sz="1600"/>
              <a:t>It allows searching only the left subtree for all values.</a:t>
            </a:r>
            <a:endParaRPr sz="1600"/>
          </a:p>
          <a:p>
            <a:pPr indent="-330200" lvl="0" marL="457200" rtl="0" algn="l">
              <a:spcBef>
                <a:spcPts val="2000"/>
              </a:spcBef>
              <a:spcAft>
                <a:spcPts val="0"/>
              </a:spcAft>
              <a:buSzPts val="1600"/>
              <a:buAutoNum type="alphaUcPeriod"/>
            </a:pPr>
            <a:r>
              <a:rPr lang="en" sz="1600"/>
              <a:t>It ensures that nodes are added in a balanced manner.</a:t>
            </a:r>
            <a:endParaRPr sz="1600"/>
          </a:p>
          <a:p>
            <a:pPr indent="-330200" lvl="0" marL="457200" rtl="0" algn="l">
              <a:spcBef>
                <a:spcPts val="2000"/>
              </a:spcBef>
              <a:spcAft>
                <a:spcPts val="0"/>
              </a:spcAft>
              <a:buSzPts val="1600"/>
              <a:buAutoNum type="alphaUcPeriod"/>
            </a:pPr>
            <a:r>
              <a:rPr lang="en" sz="1600"/>
              <a:t>It allows you to decide whether to go left or right based on the value you're searching for, reducing the number of nodes to check.</a:t>
            </a:r>
            <a:endParaRPr sz="1600"/>
          </a:p>
          <a:p>
            <a:pPr indent="-330200" lvl="0" marL="457200" rtl="0" algn="l">
              <a:spcBef>
                <a:spcPts val="2000"/>
              </a:spcBef>
              <a:spcAft>
                <a:spcPts val="2000"/>
              </a:spcAft>
              <a:buSzPts val="1600"/>
              <a:buAutoNum type="alphaUcPeriod"/>
            </a:pPr>
            <a:r>
              <a:rPr lang="en" sz="1600"/>
              <a:t>It keeps all nodes at the same depth, making the search process uniform.</a:t>
            </a:r>
            <a:endParaRPr sz="1600"/>
          </a:p>
        </p:txBody>
      </p:sp>
      <p:sp>
        <p:nvSpPr>
          <p:cNvPr id="1179" name="Google Shape;1179;p164"/>
          <p:cNvSpPr/>
          <p:nvPr/>
        </p:nvSpPr>
        <p:spPr>
          <a:xfrm>
            <a:off x="414000" y="2781150"/>
            <a:ext cx="8316000" cy="873000"/>
          </a:xfrm>
          <a:prstGeom prst="rect">
            <a:avLst/>
          </a:prstGeom>
          <a:noFill/>
          <a:ln cap="flat" cmpd="sng" w="38100">
            <a:solidFill>
              <a:srgbClr val="00C98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3" name="Shape 1183"/>
        <p:cNvGrpSpPr/>
        <p:nvPr/>
      </p:nvGrpSpPr>
      <p:grpSpPr>
        <a:xfrm>
          <a:off x="0" y="0"/>
          <a:ext cx="0" cy="0"/>
          <a:chOff x="0" y="0"/>
          <a:chExt cx="0" cy="0"/>
        </a:xfrm>
      </p:grpSpPr>
      <p:sp>
        <p:nvSpPr>
          <p:cNvPr id="1184" name="Google Shape;1184;p165"/>
          <p:cNvSpPr txBox="1"/>
          <p:nvPr>
            <p:ph type="title"/>
          </p:nvPr>
        </p:nvSpPr>
        <p:spPr>
          <a:xfrm>
            <a:off x="1123700" y="481275"/>
            <a:ext cx="75681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Idea Reminder: Recursive Concepts</a:t>
            </a:r>
            <a:endParaRPr/>
          </a:p>
        </p:txBody>
      </p:sp>
      <p:sp>
        <p:nvSpPr>
          <p:cNvPr id="1185" name="Google Shape;1185;p165"/>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86" name="Google Shape;1186;p165"/>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Since we use recursion for tree traversal, we will use the word “</a:t>
            </a:r>
            <a:r>
              <a:rPr b="1" lang="en"/>
              <a:t>root</a:t>
            </a:r>
            <a:r>
              <a:rPr lang="en"/>
              <a:t>” frequently when discussing techniques.</a:t>
            </a:r>
            <a:endParaRPr/>
          </a:p>
          <a:p>
            <a:pPr indent="-342900" lvl="0" marL="457200" rtl="0" algn="l">
              <a:spcBef>
                <a:spcPts val="0"/>
              </a:spcBef>
              <a:spcAft>
                <a:spcPts val="0"/>
              </a:spcAft>
              <a:buSzPts val="1800"/>
              <a:buChar char="❒"/>
            </a:pPr>
            <a:r>
              <a:rPr lang="en"/>
              <a:t>At every recursive step of traversal, “root” essentially is looking at a different node. This is the idea of </a:t>
            </a:r>
            <a:r>
              <a:rPr b="1" lang="en"/>
              <a:t>subtrees</a:t>
            </a:r>
            <a:r>
              <a:rPr lang="en"/>
              <a:t>.</a:t>
            </a:r>
            <a:endParaRPr/>
          </a:p>
          <a:p>
            <a:pPr indent="-342900" lvl="0" marL="457200" rtl="0" algn="l">
              <a:spcBef>
                <a:spcPts val="0"/>
              </a:spcBef>
              <a:spcAft>
                <a:spcPts val="0"/>
              </a:spcAft>
              <a:buSzPts val="1800"/>
              <a:buChar char="❒"/>
            </a:pPr>
            <a:r>
              <a:rPr b="1" lang="en"/>
              <a:t>All recursive</a:t>
            </a:r>
            <a:r>
              <a:rPr lang="en"/>
              <a:t> functions are made up of the same two parts:</a:t>
            </a:r>
            <a:endParaRPr/>
          </a:p>
          <a:p>
            <a:pPr indent="-342900" lvl="1" marL="914400" rtl="0" algn="l">
              <a:spcBef>
                <a:spcPts val="0"/>
              </a:spcBef>
              <a:spcAft>
                <a:spcPts val="0"/>
              </a:spcAft>
              <a:buSzPts val="1800"/>
              <a:buChar char="○"/>
            </a:pPr>
            <a:r>
              <a:rPr lang="en"/>
              <a:t>Guesses?</a:t>
            </a:r>
            <a:endParaRPr/>
          </a:p>
        </p:txBody>
      </p:sp>
      <p:pic>
        <p:nvPicPr>
          <p:cNvPr id="1187" name="Google Shape;1187;p165"/>
          <p:cNvPicPr preferRelativeResize="0"/>
          <p:nvPr/>
        </p:nvPicPr>
        <p:blipFill>
          <a:blip r:embed="rId3">
            <a:alphaModFix/>
          </a:blip>
          <a:stretch>
            <a:fillRect/>
          </a:stretch>
        </p:blipFill>
        <p:spPr>
          <a:xfrm>
            <a:off x="452400" y="438175"/>
            <a:ext cx="608050" cy="6080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1" name="Shape 1191"/>
        <p:cNvGrpSpPr/>
        <p:nvPr/>
      </p:nvGrpSpPr>
      <p:grpSpPr>
        <a:xfrm>
          <a:off x="0" y="0"/>
          <a:ext cx="0" cy="0"/>
          <a:chOff x="0" y="0"/>
          <a:chExt cx="0" cy="0"/>
        </a:xfrm>
      </p:grpSpPr>
      <p:sp>
        <p:nvSpPr>
          <p:cNvPr id="1192" name="Google Shape;1192;p166"/>
          <p:cNvSpPr txBox="1"/>
          <p:nvPr>
            <p:ph type="title"/>
          </p:nvPr>
        </p:nvSpPr>
        <p:spPr>
          <a:xfrm>
            <a:off x="1123700" y="481275"/>
            <a:ext cx="75681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Idea Reminder: Recursive Concepts</a:t>
            </a:r>
            <a:endParaRPr/>
          </a:p>
        </p:txBody>
      </p:sp>
      <p:sp>
        <p:nvSpPr>
          <p:cNvPr id="1193" name="Google Shape;1193;p166"/>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94" name="Google Shape;1194;p166"/>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Since we use recursion for tree traversal, we will use the word “</a:t>
            </a:r>
            <a:r>
              <a:rPr b="1" lang="en"/>
              <a:t>root</a:t>
            </a:r>
            <a:r>
              <a:rPr lang="en"/>
              <a:t>” frequently when discussing techniques.</a:t>
            </a:r>
            <a:endParaRPr/>
          </a:p>
          <a:p>
            <a:pPr indent="-342900" lvl="0" marL="457200" rtl="0" algn="l">
              <a:spcBef>
                <a:spcPts val="0"/>
              </a:spcBef>
              <a:spcAft>
                <a:spcPts val="0"/>
              </a:spcAft>
              <a:buSzPts val="1800"/>
              <a:buChar char="❒"/>
            </a:pPr>
            <a:r>
              <a:rPr lang="en"/>
              <a:t>At every recursive step of traversal, “root” essentially is looking at a different node. This is the idea of </a:t>
            </a:r>
            <a:r>
              <a:rPr b="1" lang="en"/>
              <a:t>subtrees</a:t>
            </a:r>
            <a:r>
              <a:rPr lang="en"/>
              <a:t>.</a:t>
            </a:r>
            <a:endParaRPr/>
          </a:p>
          <a:p>
            <a:pPr indent="-342900" lvl="0" marL="457200" rtl="0" algn="l">
              <a:spcBef>
                <a:spcPts val="0"/>
              </a:spcBef>
              <a:spcAft>
                <a:spcPts val="0"/>
              </a:spcAft>
              <a:buSzPts val="1800"/>
              <a:buChar char="❒"/>
            </a:pPr>
            <a:r>
              <a:rPr b="1" lang="en"/>
              <a:t>All recursive</a:t>
            </a:r>
            <a:r>
              <a:rPr lang="en"/>
              <a:t> functions are made up of the same two parts:</a:t>
            </a:r>
            <a:endParaRPr/>
          </a:p>
          <a:p>
            <a:pPr indent="-342900" lvl="1" marL="914400" rtl="0" algn="l">
              <a:spcBef>
                <a:spcPts val="0"/>
              </a:spcBef>
              <a:spcAft>
                <a:spcPts val="0"/>
              </a:spcAft>
              <a:buSzPts val="1800"/>
              <a:buChar char="○"/>
            </a:pPr>
            <a:r>
              <a:rPr lang="en"/>
              <a:t>Base case &amp; Recursive step(s)</a:t>
            </a:r>
            <a:endParaRPr/>
          </a:p>
          <a:p>
            <a:pPr indent="-342900" lvl="1" marL="914400" rtl="0" algn="l">
              <a:spcBef>
                <a:spcPts val="0"/>
              </a:spcBef>
              <a:spcAft>
                <a:spcPts val="0"/>
              </a:spcAft>
              <a:buSzPts val="1800"/>
              <a:buChar char="○"/>
            </a:pPr>
            <a:r>
              <a:rPr lang="en"/>
              <a:t>Today, we will see that we sometimes have multiple recursive steps. </a:t>
            </a:r>
            <a:r>
              <a:rPr lang="en"/>
              <a:t>Mainly, when we have </a:t>
            </a:r>
            <a:r>
              <a:rPr b="1" lang="en"/>
              <a:t>no more nodes</a:t>
            </a:r>
            <a:r>
              <a:rPr lang="en"/>
              <a:t> to traverse.</a:t>
            </a:r>
            <a:endParaRPr/>
          </a:p>
          <a:p>
            <a:pPr indent="-342900" lvl="1" marL="914400" rtl="0" algn="l">
              <a:spcBef>
                <a:spcPts val="0"/>
              </a:spcBef>
              <a:spcAft>
                <a:spcPts val="0"/>
              </a:spcAft>
              <a:buSzPts val="1800"/>
              <a:buChar char="○"/>
            </a:pPr>
            <a:r>
              <a:rPr lang="en"/>
              <a:t>For trees we will focus on small subtrees then expand the concepts out.</a:t>
            </a:r>
            <a:endParaRPr/>
          </a:p>
        </p:txBody>
      </p:sp>
      <p:pic>
        <p:nvPicPr>
          <p:cNvPr id="1195" name="Google Shape;1195;p166"/>
          <p:cNvPicPr preferRelativeResize="0"/>
          <p:nvPr/>
        </p:nvPicPr>
        <p:blipFill>
          <a:blip r:embed="rId3">
            <a:alphaModFix/>
          </a:blip>
          <a:stretch>
            <a:fillRect/>
          </a:stretch>
        </p:blipFill>
        <p:spPr>
          <a:xfrm>
            <a:off x="452400" y="438175"/>
            <a:ext cx="608050" cy="6080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9" name="Shape 1199"/>
        <p:cNvGrpSpPr/>
        <p:nvPr/>
      </p:nvGrpSpPr>
      <p:grpSpPr>
        <a:xfrm>
          <a:off x="0" y="0"/>
          <a:ext cx="0" cy="0"/>
          <a:chOff x="0" y="0"/>
          <a:chExt cx="0" cy="0"/>
        </a:xfrm>
      </p:grpSpPr>
      <p:sp>
        <p:nvSpPr>
          <p:cNvPr id="1200" name="Google Shape;1200;p167"/>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Tree Traversal</a:t>
            </a:r>
            <a:endParaRPr/>
          </a:p>
        </p:txBody>
      </p:sp>
      <p:pic>
        <p:nvPicPr>
          <p:cNvPr id="1201" name="Google Shape;1201;p167"/>
          <p:cNvPicPr preferRelativeResize="0"/>
          <p:nvPr/>
        </p:nvPicPr>
        <p:blipFill rotWithShape="1">
          <a:blip r:embed="rId3">
            <a:alphaModFix/>
          </a:blip>
          <a:srcRect b="8554" l="36984" r="0" t="19622"/>
          <a:stretch/>
        </p:blipFill>
        <p:spPr>
          <a:xfrm>
            <a:off x="1454613" y="1273950"/>
            <a:ext cx="6234776" cy="33436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5" name="Shape 1205"/>
        <p:cNvGrpSpPr/>
        <p:nvPr/>
      </p:nvGrpSpPr>
      <p:grpSpPr>
        <a:xfrm>
          <a:off x="0" y="0"/>
          <a:ext cx="0" cy="0"/>
          <a:chOff x="0" y="0"/>
          <a:chExt cx="0" cy="0"/>
        </a:xfrm>
      </p:grpSpPr>
      <p:sp>
        <p:nvSpPr>
          <p:cNvPr id="1206" name="Google Shape;1206;p168"/>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In-order Traversal</a:t>
            </a:r>
            <a:endParaRPr/>
          </a:p>
        </p:txBody>
      </p:sp>
      <p:sp>
        <p:nvSpPr>
          <p:cNvPr id="1207" name="Google Shape;1207;p168"/>
          <p:cNvSpPr/>
          <p:nvPr/>
        </p:nvSpPr>
        <p:spPr>
          <a:xfrm>
            <a:off x="5419224" y="536225"/>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13</a:t>
            </a:r>
            <a:endParaRPr b="1" sz="1800">
              <a:solidFill>
                <a:schemeClr val="lt1"/>
              </a:solidFill>
              <a:latin typeface="Poppins"/>
              <a:ea typeface="Poppins"/>
              <a:cs typeface="Poppins"/>
              <a:sym typeface="Poppins"/>
            </a:endParaRPr>
          </a:p>
        </p:txBody>
      </p:sp>
      <p:sp>
        <p:nvSpPr>
          <p:cNvPr id="1208" name="Google Shape;1208;p168"/>
          <p:cNvSpPr/>
          <p:nvPr/>
        </p:nvSpPr>
        <p:spPr>
          <a:xfrm>
            <a:off x="4330937" y="1635150"/>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6</a:t>
            </a:r>
            <a:endParaRPr b="1" sz="1800">
              <a:solidFill>
                <a:schemeClr val="lt1"/>
              </a:solidFill>
              <a:latin typeface="Poppins"/>
              <a:ea typeface="Poppins"/>
              <a:cs typeface="Poppins"/>
              <a:sym typeface="Poppins"/>
            </a:endParaRPr>
          </a:p>
        </p:txBody>
      </p:sp>
      <p:cxnSp>
        <p:nvCxnSpPr>
          <p:cNvPr id="1209" name="Google Shape;1209;p168"/>
          <p:cNvCxnSpPr>
            <a:stCxn id="1207" idx="3"/>
            <a:endCxn id="1208" idx="0"/>
          </p:cNvCxnSpPr>
          <p:nvPr/>
        </p:nvCxnSpPr>
        <p:spPr>
          <a:xfrm flipH="1">
            <a:off x="4681210" y="1134139"/>
            <a:ext cx="840600" cy="501000"/>
          </a:xfrm>
          <a:prstGeom prst="straightConnector1">
            <a:avLst/>
          </a:prstGeom>
          <a:noFill/>
          <a:ln cap="flat" cmpd="sng" w="9525">
            <a:solidFill>
              <a:srgbClr val="000000"/>
            </a:solidFill>
            <a:prstDash val="solid"/>
            <a:round/>
            <a:headEnd len="med" w="med" type="none"/>
            <a:tailEnd len="med" w="med" type="none"/>
          </a:ln>
        </p:spPr>
      </p:cxnSp>
      <p:sp>
        <p:nvSpPr>
          <p:cNvPr id="1210" name="Google Shape;1210;p168"/>
          <p:cNvSpPr/>
          <p:nvPr/>
        </p:nvSpPr>
        <p:spPr>
          <a:xfrm>
            <a:off x="6679549" y="1635150"/>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21</a:t>
            </a:r>
            <a:endParaRPr b="1" sz="1800">
              <a:solidFill>
                <a:schemeClr val="lt1"/>
              </a:solidFill>
              <a:latin typeface="Poppins"/>
              <a:ea typeface="Poppins"/>
              <a:cs typeface="Poppins"/>
              <a:sym typeface="Poppins"/>
            </a:endParaRPr>
          </a:p>
        </p:txBody>
      </p:sp>
      <p:cxnSp>
        <p:nvCxnSpPr>
          <p:cNvPr id="1211" name="Google Shape;1211;p168"/>
          <p:cNvCxnSpPr>
            <a:stCxn id="1207" idx="5"/>
            <a:endCxn id="1210" idx="0"/>
          </p:cNvCxnSpPr>
          <p:nvPr/>
        </p:nvCxnSpPr>
        <p:spPr>
          <a:xfrm>
            <a:off x="6017139" y="1134139"/>
            <a:ext cx="1012800" cy="501000"/>
          </a:xfrm>
          <a:prstGeom prst="straightConnector1">
            <a:avLst/>
          </a:prstGeom>
          <a:noFill/>
          <a:ln cap="flat" cmpd="sng" w="9525">
            <a:solidFill>
              <a:srgbClr val="000000"/>
            </a:solidFill>
            <a:prstDash val="solid"/>
            <a:round/>
            <a:headEnd len="med" w="med" type="none"/>
            <a:tailEnd len="med" w="med" type="none"/>
          </a:ln>
        </p:spPr>
      </p:cxnSp>
      <p:sp>
        <p:nvSpPr>
          <p:cNvPr id="1212" name="Google Shape;1212;p168"/>
          <p:cNvSpPr/>
          <p:nvPr/>
        </p:nvSpPr>
        <p:spPr>
          <a:xfrm>
            <a:off x="3630437" y="2758775"/>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4</a:t>
            </a:r>
            <a:endParaRPr b="1" sz="1800">
              <a:solidFill>
                <a:schemeClr val="lt1"/>
              </a:solidFill>
              <a:latin typeface="Poppins"/>
              <a:ea typeface="Poppins"/>
              <a:cs typeface="Poppins"/>
              <a:sym typeface="Poppins"/>
            </a:endParaRPr>
          </a:p>
        </p:txBody>
      </p:sp>
      <p:sp>
        <p:nvSpPr>
          <p:cNvPr id="1213" name="Google Shape;1213;p168"/>
          <p:cNvSpPr/>
          <p:nvPr/>
        </p:nvSpPr>
        <p:spPr>
          <a:xfrm>
            <a:off x="4928862" y="2758775"/>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8</a:t>
            </a:r>
            <a:endParaRPr b="1" sz="1800">
              <a:solidFill>
                <a:schemeClr val="lt1"/>
              </a:solidFill>
              <a:latin typeface="Poppins"/>
              <a:ea typeface="Poppins"/>
              <a:cs typeface="Poppins"/>
              <a:sym typeface="Poppins"/>
            </a:endParaRPr>
          </a:p>
        </p:txBody>
      </p:sp>
      <p:cxnSp>
        <p:nvCxnSpPr>
          <p:cNvPr id="1214" name="Google Shape;1214;p168"/>
          <p:cNvCxnSpPr>
            <a:stCxn id="1208" idx="3"/>
            <a:endCxn id="1212" idx="0"/>
          </p:cNvCxnSpPr>
          <p:nvPr/>
        </p:nvCxnSpPr>
        <p:spPr>
          <a:xfrm flipH="1">
            <a:off x="3980823" y="2233064"/>
            <a:ext cx="452700" cy="525600"/>
          </a:xfrm>
          <a:prstGeom prst="straightConnector1">
            <a:avLst/>
          </a:prstGeom>
          <a:noFill/>
          <a:ln cap="flat" cmpd="sng" w="9525">
            <a:solidFill>
              <a:srgbClr val="000000"/>
            </a:solidFill>
            <a:prstDash val="solid"/>
            <a:round/>
            <a:headEnd len="med" w="med" type="none"/>
            <a:tailEnd len="med" w="med" type="none"/>
          </a:ln>
        </p:spPr>
      </p:cxnSp>
      <p:cxnSp>
        <p:nvCxnSpPr>
          <p:cNvPr id="1215" name="Google Shape;1215;p168"/>
          <p:cNvCxnSpPr>
            <a:stCxn id="1208" idx="5"/>
            <a:endCxn id="1213" idx="0"/>
          </p:cNvCxnSpPr>
          <p:nvPr/>
        </p:nvCxnSpPr>
        <p:spPr>
          <a:xfrm>
            <a:off x="4928851" y="2233064"/>
            <a:ext cx="350400" cy="525600"/>
          </a:xfrm>
          <a:prstGeom prst="straightConnector1">
            <a:avLst/>
          </a:prstGeom>
          <a:noFill/>
          <a:ln cap="flat" cmpd="sng" w="9525">
            <a:solidFill>
              <a:srgbClr val="000000"/>
            </a:solidFill>
            <a:prstDash val="solid"/>
            <a:round/>
            <a:headEnd len="med" w="med" type="none"/>
            <a:tailEnd len="med" w="med" type="none"/>
          </a:ln>
        </p:spPr>
      </p:cxnSp>
      <p:sp>
        <p:nvSpPr>
          <p:cNvPr id="1216" name="Google Shape;1216;p168"/>
          <p:cNvSpPr/>
          <p:nvPr/>
        </p:nvSpPr>
        <p:spPr>
          <a:xfrm>
            <a:off x="6017149" y="2769025"/>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15</a:t>
            </a:r>
            <a:endParaRPr b="1" sz="1800">
              <a:solidFill>
                <a:schemeClr val="lt1"/>
              </a:solidFill>
              <a:latin typeface="Poppins"/>
              <a:ea typeface="Poppins"/>
              <a:cs typeface="Poppins"/>
              <a:sym typeface="Poppins"/>
            </a:endParaRPr>
          </a:p>
        </p:txBody>
      </p:sp>
      <p:sp>
        <p:nvSpPr>
          <p:cNvPr id="1217" name="Google Shape;1217;p168"/>
          <p:cNvSpPr/>
          <p:nvPr/>
        </p:nvSpPr>
        <p:spPr>
          <a:xfrm>
            <a:off x="7459999" y="2758775"/>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24</a:t>
            </a:r>
            <a:endParaRPr b="1" sz="1800">
              <a:solidFill>
                <a:schemeClr val="lt1"/>
              </a:solidFill>
              <a:latin typeface="Poppins"/>
              <a:ea typeface="Poppins"/>
              <a:cs typeface="Poppins"/>
              <a:sym typeface="Poppins"/>
            </a:endParaRPr>
          </a:p>
        </p:txBody>
      </p:sp>
      <p:sp>
        <p:nvSpPr>
          <p:cNvPr id="1218" name="Google Shape;1218;p168"/>
          <p:cNvSpPr/>
          <p:nvPr/>
        </p:nvSpPr>
        <p:spPr>
          <a:xfrm>
            <a:off x="8057924" y="3794400"/>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26</a:t>
            </a:r>
            <a:endParaRPr b="1" sz="1800">
              <a:solidFill>
                <a:schemeClr val="lt1"/>
              </a:solidFill>
              <a:latin typeface="Poppins"/>
              <a:ea typeface="Poppins"/>
              <a:cs typeface="Poppins"/>
              <a:sym typeface="Poppins"/>
            </a:endParaRPr>
          </a:p>
        </p:txBody>
      </p:sp>
      <p:cxnSp>
        <p:nvCxnSpPr>
          <p:cNvPr id="1219" name="Google Shape;1219;p168"/>
          <p:cNvCxnSpPr>
            <a:stCxn id="1210" idx="3"/>
            <a:endCxn id="1216" idx="0"/>
          </p:cNvCxnSpPr>
          <p:nvPr/>
        </p:nvCxnSpPr>
        <p:spPr>
          <a:xfrm flipH="1">
            <a:off x="6367535" y="2233064"/>
            <a:ext cx="414600" cy="536100"/>
          </a:xfrm>
          <a:prstGeom prst="straightConnector1">
            <a:avLst/>
          </a:prstGeom>
          <a:noFill/>
          <a:ln cap="flat" cmpd="sng" w="9525">
            <a:solidFill>
              <a:srgbClr val="000000"/>
            </a:solidFill>
            <a:prstDash val="solid"/>
            <a:round/>
            <a:headEnd len="med" w="med" type="none"/>
            <a:tailEnd len="med" w="med" type="none"/>
          </a:ln>
        </p:spPr>
      </p:cxnSp>
      <p:cxnSp>
        <p:nvCxnSpPr>
          <p:cNvPr id="1220" name="Google Shape;1220;p168"/>
          <p:cNvCxnSpPr>
            <a:stCxn id="1210" idx="5"/>
            <a:endCxn id="1217" idx="0"/>
          </p:cNvCxnSpPr>
          <p:nvPr/>
        </p:nvCxnSpPr>
        <p:spPr>
          <a:xfrm>
            <a:off x="7277464" y="2233064"/>
            <a:ext cx="532800" cy="525600"/>
          </a:xfrm>
          <a:prstGeom prst="straightConnector1">
            <a:avLst/>
          </a:prstGeom>
          <a:noFill/>
          <a:ln cap="flat" cmpd="sng" w="9525">
            <a:solidFill>
              <a:srgbClr val="000000"/>
            </a:solidFill>
            <a:prstDash val="solid"/>
            <a:round/>
            <a:headEnd len="med" w="med" type="none"/>
            <a:tailEnd len="med" w="med" type="none"/>
          </a:ln>
        </p:spPr>
      </p:cxnSp>
      <p:cxnSp>
        <p:nvCxnSpPr>
          <p:cNvPr id="1221" name="Google Shape;1221;p168"/>
          <p:cNvCxnSpPr>
            <a:stCxn id="1217" idx="5"/>
            <a:endCxn id="1218" idx="0"/>
          </p:cNvCxnSpPr>
          <p:nvPr/>
        </p:nvCxnSpPr>
        <p:spPr>
          <a:xfrm>
            <a:off x="8057914" y="3356689"/>
            <a:ext cx="350400" cy="437700"/>
          </a:xfrm>
          <a:prstGeom prst="straightConnector1">
            <a:avLst/>
          </a:prstGeom>
          <a:noFill/>
          <a:ln cap="flat" cmpd="sng" w="9525">
            <a:solidFill>
              <a:srgbClr val="000000"/>
            </a:solidFill>
            <a:prstDash val="solid"/>
            <a:round/>
            <a:headEnd len="med" w="med" type="none"/>
            <a:tailEnd len="med" w="med" type="none"/>
          </a:ln>
        </p:spPr>
      </p:cxnSp>
      <p:sp>
        <p:nvSpPr>
          <p:cNvPr id="1222" name="Google Shape;1222;p168"/>
          <p:cNvSpPr txBox="1"/>
          <p:nvPr/>
        </p:nvSpPr>
        <p:spPr>
          <a:xfrm>
            <a:off x="452400" y="1236725"/>
            <a:ext cx="2614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Left &gt; </a:t>
            </a:r>
            <a:r>
              <a:rPr b="1" lang="en" sz="1800">
                <a:solidFill>
                  <a:srgbClr val="980000"/>
                </a:solidFill>
                <a:latin typeface="Poppins"/>
                <a:ea typeface="Poppins"/>
                <a:cs typeface="Poppins"/>
                <a:sym typeface="Poppins"/>
              </a:rPr>
              <a:t>Root</a:t>
            </a:r>
            <a:r>
              <a:rPr lang="en" sz="1800">
                <a:latin typeface="Poppins"/>
                <a:ea typeface="Poppins"/>
                <a:cs typeface="Poppins"/>
                <a:sym typeface="Poppins"/>
              </a:rPr>
              <a:t> &gt; Right</a:t>
            </a:r>
            <a:endParaRPr sz="1800">
              <a:latin typeface="Poppins"/>
              <a:ea typeface="Poppins"/>
              <a:cs typeface="Poppins"/>
              <a:sym typeface="Poppins"/>
            </a:endParaRPr>
          </a:p>
        </p:txBody>
      </p:sp>
      <p:sp>
        <p:nvSpPr>
          <p:cNvPr id="1223" name="Google Shape;1223;p168"/>
          <p:cNvSpPr txBox="1"/>
          <p:nvPr/>
        </p:nvSpPr>
        <p:spPr>
          <a:xfrm>
            <a:off x="521400" y="4494900"/>
            <a:ext cx="2614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latin typeface="Poppins"/>
                <a:ea typeface="Poppins"/>
                <a:cs typeface="Poppins"/>
                <a:sym typeface="Poppins"/>
              </a:rPr>
              <a:t>Output:</a:t>
            </a:r>
            <a:endParaRPr b="1" sz="1800">
              <a:latin typeface="Poppins"/>
              <a:ea typeface="Poppins"/>
              <a:cs typeface="Poppins"/>
              <a:sym typeface="Poppi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p169"/>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Pre-order Traversal</a:t>
            </a:r>
            <a:endParaRPr/>
          </a:p>
        </p:txBody>
      </p:sp>
      <p:sp>
        <p:nvSpPr>
          <p:cNvPr id="1229" name="Google Shape;1229;p169"/>
          <p:cNvSpPr/>
          <p:nvPr/>
        </p:nvSpPr>
        <p:spPr>
          <a:xfrm>
            <a:off x="5419224" y="536225"/>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13</a:t>
            </a:r>
            <a:endParaRPr b="1" sz="1800">
              <a:solidFill>
                <a:schemeClr val="lt1"/>
              </a:solidFill>
              <a:latin typeface="Poppins"/>
              <a:ea typeface="Poppins"/>
              <a:cs typeface="Poppins"/>
              <a:sym typeface="Poppins"/>
            </a:endParaRPr>
          </a:p>
        </p:txBody>
      </p:sp>
      <p:sp>
        <p:nvSpPr>
          <p:cNvPr id="1230" name="Google Shape;1230;p169"/>
          <p:cNvSpPr/>
          <p:nvPr/>
        </p:nvSpPr>
        <p:spPr>
          <a:xfrm>
            <a:off x="4330937" y="1635150"/>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6</a:t>
            </a:r>
            <a:endParaRPr b="1" sz="1800">
              <a:solidFill>
                <a:schemeClr val="lt1"/>
              </a:solidFill>
              <a:latin typeface="Poppins"/>
              <a:ea typeface="Poppins"/>
              <a:cs typeface="Poppins"/>
              <a:sym typeface="Poppins"/>
            </a:endParaRPr>
          </a:p>
        </p:txBody>
      </p:sp>
      <p:cxnSp>
        <p:nvCxnSpPr>
          <p:cNvPr id="1231" name="Google Shape;1231;p169"/>
          <p:cNvCxnSpPr>
            <a:stCxn id="1229" idx="3"/>
            <a:endCxn id="1230" idx="0"/>
          </p:cNvCxnSpPr>
          <p:nvPr/>
        </p:nvCxnSpPr>
        <p:spPr>
          <a:xfrm flipH="1">
            <a:off x="4681210" y="1134139"/>
            <a:ext cx="840600" cy="501000"/>
          </a:xfrm>
          <a:prstGeom prst="straightConnector1">
            <a:avLst/>
          </a:prstGeom>
          <a:noFill/>
          <a:ln cap="flat" cmpd="sng" w="9525">
            <a:solidFill>
              <a:srgbClr val="000000"/>
            </a:solidFill>
            <a:prstDash val="solid"/>
            <a:round/>
            <a:headEnd len="med" w="med" type="none"/>
            <a:tailEnd len="med" w="med" type="none"/>
          </a:ln>
        </p:spPr>
      </p:cxnSp>
      <p:sp>
        <p:nvSpPr>
          <p:cNvPr id="1232" name="Google Shape;1232;p169"/>
          <p:cNvSpPr/>
          <p:nvPr/>
        </p:nvSpPr>
        <p:spPr>
          <a:xfrm>
            <a:off x="6679549" y="1635150"/>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21</a:t>
            </a:r>
            <a:endParaRPr b="1" sz="1800">
              <a:solidFill>
                <a:schemeClr val="lt1"/>
              </a:solidFill>
              <a:latin typeface="Poppins"/>
              <a:ea typeface="Poppins"/>
              <a:cs typeface="Poppins"/>
              <a:sym typeface="Poppins"/>
            </a:endParaRPr>
          </a:p>
        </p:txBody>
      </p:sp>
      <p:cxnSp>
        <p:nvCxnSpPr>
          <p:cNvPr id="1233" name="Google Shape;1233;p169"/>
          <p:cNvCxnSpPr>
            <a:stCxn id="1229" idx="5"/>
            <a:endCxn id="1232" idx="0"/>
          </p:cNvCxnSpPr>
          <p:nvPr/>
        </p:nvCxnSpPr>
        <p:spPr>
          <a:xfrm>
            <a:off x="6017139" y="1134139"/>
            <a:ext cx="1012800" cy="501000"/>
          </a:xfrm>
          <a:prstGeom prst="straightConnector1">
            <a:avLst/>
          </a:prstGeom>
          <a:noFill/>
          <a:ln cap="flat" cmpd="sng" w="9525">
            <a:solidFill>
              <a:srgbClr val="000000"/>
            </a:solidFill>
            <a:prstDash val="solid"/>
            <a:round/>
            <a:headEnd len="med" w="med" type="none"/>
            <a:tailEnd len="med" w="med" type="none"/>
          </a:ln>
        </p:spPr>
      </p:cxnSp>
      <p:sp>
        <p:nvSpPr>
          <p:cNvPr id="1234" name="Google Shape;1234;p169"/>
          <p:cNvSpPr/>
          <p:nvPr/>
        </p:nvSpPr>
        <p:spPr>
          <a:xfrm>
            <a:off x="3630437" y="2758775"/>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4</a:t>
            </a:r>
            <a:endParaRPr b="1" sz="1800">
              <a:solidFill>
                <a:schemeClr val="lt1"/>
              </a:solidFill>
              <a:latin typeface="Poppins"/>
              <a:ea typeface="Poppins"/>
              <a:cs typeface="Poppins"/>
              <a:sym typeface="Poppins"/>
            </a:endParaRPr>
          </a:p>
        </p:txBody>
      </p:sp>
      <p:sp>
        <p:nvSpPr>
          <p:cNvPr id="1235" name="Google Shape;1235;p169"/>
          <p:cNvSpPr/>
          <p:nvPr/>
        </p:nvSpPr>
        <p:spPr>
          <a:xfrm>
            <a:off x="4928862" y="2758775"/>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8</a:t>
            </a:r>
            <a:endParaRPr b="1" sz="1800">
              <a:solidFill>
                <a:schemeClr val="lt1"/>
              </a:solidFill>
              <a:latin typeface="Poppins"/>
              <a:ea typeface="Poppins"/>
              <a:cs typeface="Poppins"/>
              <a:sym typeface="Poppins"/>
            </a:endParaRPr>
          </a:p>
        </p:txBody>
      </p:sp>
      <p:cxnSp>
        <p:nvCxnSpPr>
          <p:cNvPr id="1236" name="Google Shape;1236;p169"/>
          <p:cNvCxnSpPr>
            <a:stCxn id="1230" idx="3"/>
            <a:endCxn id="1234" idx="0"/>
          </p:cNvCxnSpPr>
          <p:nvPr/>
        </p:nvCxnSpPr>
        <p:spPr>
          <a:xfrm flipH="1">
            <a:off x="3980823" y="2233064"/>
            <a:ext cx="452700" cy="525600"/>
          </a:xfrm>
          <a:prstGeom prst="straightConnector1">
            <a:avLst/>
          </a:prstGeom>
          <a:noFill/>
          <a:ln cap="flat" cmpd="sng" w="9525">
            <a:solidFill>
              <a:srgbClr val="000000"/>
            </a:solidFill>
            <a:prstDash val="solid"/>
            <a:round/>
            <a:headEnd len="med" w="med" type="none"/>
            <a:tailEnd len="med" w="med" type="none"/>
          </a:ln>
        </p:spPr>
      </p:cxnSp>
      <p:cxnSp>
        <p:nvCxnSpPr>
          <p:cNvPr id="1237" name="Google Shape;1237;p169"/>
          <p:cNvCxnSpPr>
            <a:stCxn id="1230" idx="5"/>
            <a:endCxn id="1235" idx="0"/>
          </p:cNvCxnSpPr>
          <p:nvPr/>
        </p:nvCxnSpPr>
        <p:spPr>
          <a:xfrm>
            <a:off x="4928851" y="2233064"/>
            <a:ext cx="350400" cy="525600"/>
          </a:xfrm>
          <a:prstGeom prst="straightConnector1">
            <a:avLst/>
          </a:prstGeom>
          <a:noFill/>
          <a:ln cap="flat" cmpd="sng" w="9525">
            <a:solidFill>
              <a:srgbClr val="000000"/>
            </a:solidFill>
            <a:prstDash val="solid"/>
            <a:round/>
            <a:headEnd len="med" w="med" type="none"/>
            <a:tailEnd len="med" w="med" type="none"/>
          </a:ln>
        </p:spPr>
      </p:cxnSp>
      <p:sp>
        <p:nvSpPr>
          <p:cNvPr id="1238" name="Google Shape;1238;p169"/>
          <p:cNvSpPr/>
          <p:nvPr/>
        </p:nvSpPr>
        <p:spPr>
          <a:xfrm>
            <a:off x="6017149" y="2769025"/>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15</a:t>
            </a:r>
            <a:endParaRPr b="1" sz="1800">
              <a:solidFill>
                <a:schemeClr val="lt1"/>
              </a:solidFill>
              <a:latin typeface="Poppins"/>
              <a:ea typeface="Poppins"/>
              <a:cs typeface="Poppins"/>
              <a:sym typeface="Poppins"/>
            </a:endParaRPr>
          </a:p>
        </p:txBody>
      </p:sp>
      <p:sp>
        <p:nvSpPr>
          <p:cNvPr id="1239" name="Google Shape;1239;p169"/>
          <p:cNvSpPr/>
          <p:nvPr/>
        </p:nvSpPr>
        <p:spPr>
          <a:xfrm>
            <a:off x="7459999" y="2758775"/>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24</a:t>
            </a:r>
            <a:endParaRPr b="1" sz="1800">
              <a:solidFill>
                <a:schemeClr val="lt1"/>
              </a:solidFill>
              <a:latin typeface="Poppins"/>
              <a:ea typeface="Poppins"/>
              <a:cs typeface="Poppins"/>
              <a:sym typeface="Poppins"/>
            </a:endParaRPr>
          </a:p>
        </p:txBody>
      </p:sp>
      <p:sp>
        <p:nvSpPr>
          <p:cNvPr id="1240" name="Google Shape;1240;p169"/>
          <p:cNvSpPr/>
          <p:nvPr/>
        </p:nvSpPr>
        <p:spPr>
          <a:xfrm>
            <a:off x="8057924" y="3794400"/>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26</a:t>
            </a:r>
            <a:endParaRPr b="1" sz="1800">
              <a:solidFill>
                <a:schemeClr val="lt1"/>
              </a:solidFill>
              <a:latin typeface="Poppins"/>
              <a:ea typeface="Poppins"/>
              <a:cs typeface="Poppins"/>
              <a:sym typeface="Poppins"/>
            </a:endParaRPr>
          </a:p>
        </p:txBody>
      </p:sp>
      <p:cxnSp>
        <p:nvCxnSpPr>
          <p:cNvPr id="1241" name="Google Shape;1241;p169"/>
          <p:cNvCxnSpPr>
            <a:stCxn id="1232" idx="3"/>
            <a:endCxn id="1238" idx="0"/>
          </p:cNvCxnSpPr>
          <p:nvPr/>
        </p:nvCxnSpPr>
        <p:spPr>
          <a:xfrm flipH="1">
            <a:off x="6367535" y="2233064"/>
            <a:ext cx="414600" cy="536100"/>
          </a:xfrm>
          <a:prstGeom prst="straightConnector1">
            <a:avLst/>
          </a:prstGeom>
          <a:noFill/>
          <a:ln cap="flat" cmpd="sng" w="9525">
            <a:solidFill>
              <a:srgbClr val="000000"/>
            </a:solidFill>
            <a:prstDash val="solid"/>
            <a:round/>
            <a:headEnd len="med" w="med" type="none"/>
            <a:tailEnd len="med" w="med" type="none"/>
          </a:ln>
        </p:spPr>
      </p:cxnSp>
      <p:cxnSp>
        <p:nvCxnSpPr>
          <p:cNvPr id="1242" name="Google Shape;1242;p169"/>
          <p:cNvCxnSpPr>
            <a:stCxn id="1232" idx="5"/>
            <a:endCxn id="1239" idx="0"/>
          </p:cNvCxnSpPr>
          <p:nvPr/>
        </p:nvCxnSpPr>
        <p:spPr>
          <a:xfrm>
            <a:off x="7277464" y="2233064"/>
            <a:ext cx="532800" cy="525600"/>
          </a:xfrm>
          <a:prstGeom prst="straightConnector1">
            <a:avLst/>
          </a:prstGeom>
          <a:noFill/>
          <a:ln cap="flat" cmpd="sng" w="9525">
            <a:solidFill>
              <a:srgbClr val="000000"/>
            </a:solidFill>
            <a:prstDash val="solid"/>
            <a:round/>
            <a:headEnd len="med" w="med" type="none"/>
            <a:tailEnd len="med" w="med" type="none"/>
          </a:ln>
        </p:spPr>
      </p:cxnSp>
      <p:cxnSp>
        <p:nvCxnSpPr>
          <p:cNvPr id="1243" name="Google Shape;1243;p169"/>
          <p:cNvCxnSpPr>
            <a:stCxn id="1239" idx="5"/>
            <a:endCxn id="1240" idx="0"/>
          </p:cNvCxnSpPr>
          <p:nvPr/>
        </p:nvCxnSpPr>
        <p:spPr>
          <a:xfrm>
            <a:off x="8057914" y="3356689"/>
            <a:ext cx="350400" cy="437700"/>
          </a:xfrm>
          <a:prstGeom prst="straightConnector1">
            <a:avLst/>
          </a:prstGeom>
          <a:noFill/>
          <a:ln cap="flat" cmpd="sng" w="9525">
            <a:solidFill>
              <a:srgbClr val="000000"/>
            </a:solidFill>
            <a:prstDash val="solid"/>
            <a:round/>
            <a:headEnd len="med" w="med" type="none"/>
            <a:tailEnd len="med" w="med" type="none"/>
          </a:ln>
        </p:spPr>
      </p:cxnSp>
      <p:sp>
        <p:nvSpPr>
          <p:cNvPr id="1244" name="Google Shape;1244;p169"/>
          <p:cNvSpPr txBox="1"/>
          <p:nvPr/>
        </p:nvSpPr>
        <p:spPr>
          <a:xfrm>
            <a:off x="452400" y="1236725"/>
            <a:ext cx="2614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A61C00"/>
                </a:solidFill>
                <a:latin typeface="Poppins"/>
                <a:ea typeface="Poppins"/>
                <a:cs typeface="Poppins"/>
                <a:sym typeface="Poppins"/>
              </a:rPr>
              <a:t>Root</a:t>
            </a:r>
            <a:r>
              <a:rPr lang="en" sz="1800">
                <a:latin typeface="Poppins"/>
                <a:ea typeface="Poppins"/>
                <a:cs typeface="Poppins"/>
                <a:sym typeface="Poppins"/>
              </a:rPr>
              <a:t> &gt; Left &gt; Right</a:t>
            </a:r>
            <a:endParaRPr sz="1800">
              <a:latin typeface="Poppins"/>
              <a:ea typeface="Poppins"/>
              <a:cs typeface="Poppins"/>
              <a:sym typeface="Poppins"/>
            </a:endParaRPr>
          </a:p>
        </p:txBody>
      </p:sp>
      <p:sp>
        <p:nvSpPr>
          <p:cNvPr id="1245" name="Google Shape;1245;p169"/>
          <p:cNvSpPr txBox="1"/>
          <p:nvPr/>
        </p:nvSpPr>
        <p:spPr>
          <a:xfrm>
            <a:off x="521400" y="4494900"/>
            <a:ext cx="2614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latin typeface="Poppins"/>
                <a:ea typeface="Poppins"/>
                <a:cs typeface="Poppins"/>
                <a:sym typeface="Poppins"/>
              </a:rPr>
              <a:t>Output:</a:t>
            </a:r>
            <a:endParaRPr b="1" sz="1800">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9" name="Shape 1249"/>
        <p:cNvGrpSpPr/>
        <p:nvPr/>
      </p:nvGrpSpPr>
      <p:grpSpPr>
        <a:xfrm>
          <a:off x="0" y="0"/>
          <a:ext cx="0" cy="0"/>
          <a:chOff x="0" y="0"/>
          <a:chExt cx="0" cy="0"/>
        </a:xfrm>
      </p:grpSpPr>
      <p:sp>
        <p:nvSpPr>
          <p:cNvPr id="1250" name="Google Shape;1250;p170"/>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Post-order Traversal</a:t>
            </a:r>
            <a:endParaRPr/>
          </a:p>
        </p:txBody>
      </p:sp>
      <p:sp>
        <p:nvSpPr>
          <p:cNvPr id="1251" name="Google Shape;1251;p170"/>
          <p:cNvSpPr/>
          <p:nvPr/>
        </p:nvSpPr>
        <p:spPr>
          <a:xfrm>
            <a:off x="5419224" y="536225"/>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13</a:t>
            </a:r>
            <a:endParaRPr b="1" sz="1800">
              <a:solidFill>
                <a:schemeClr val="lt1"/>
              </a:solidFill>
              <a:latin typeface="Poppins"/>
              <a:ea typeface="Poppins"/>
              <a:cs typeface="Poppins"/>
              <a:sym typeface="Poppins"/>
            </a:endParaRPr>
          </a:p>
        </p:txBody>
      </p:sp>
      <p:sp>
        <p:nvSpPr>
          <p:cNvPr id="1252" name="Google Shape;1252;p170"/>
          <p:cNvSpPr/>
          <p:nvPr/>
        </p:nvSpPr>
        <p:spPr>
          <a:xfrm>
            <a:off x="4330937" y="1635150"/>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6</a:t>
            </a:r>
            <a:endParaRPr b="1" sz="1800">
              <a:solidFill>
                <a:schemeClr val="lt1"/>
              </a:solidFill>
              <a:latin typeface="Poppins"/>
              <a:ea typeface="Poppins"/>
              <a:cs typeface="Poppins"/>
              <a:sym typeface="Poppins"/>
            </a:endParaRPr>
          </a:p>
        </p:txBody>
      </p:sp>
      <p:cxnSp>
        <p:nvCxnSpPr>
          <p:cNvPr id="1253" name="Google Shape;1253;p170"/>
          <p:cNvCxnSpPr>
            <a:stCxn id="1251" idx="3"/>
            <a:endCxn id="1252" idx="0"/>
          </p:cNvCxnSpPr>
          <p:nvPr/>
        </p:nvCxnSpPr>
        <p:spPr>
          <a:xfrm flipH="1">
            <a:off x="4681210" y="1134139"/>
            <a:ext cx="840600" cy="501000"/>
          </a:xfrm>
          <a:prstGeom prst="straightConnector1">
            <a:avLst/>
          </a:prstGeom>
          <a:noFill/>
          <a:ln cap="flat" cmpd="sng" w="9525">
            <a:solidFill>
              <a:srgbClr val="000000"/>
            </a:solidFill>
            <a:prstDash val="solid"/>
            <a:round/>
            <a:headEnd len="med" w="med" type="none"/>
            <a:tailEnd len="med" w="med" type="none"/>
          </a:ln>
        </p:spPr>
      </p:cxnSp>
      <p:sp>
        <p:nvSpPr>
          <p:cNvPr id="1254" name="Google Shape;1254;p170"/>
          <p:cNvSpPr/>
          <p:nvPr/>
        </p:nvSpPr>
        <p:spPr>
          <a:xfrm>
            <a:off x="6679549" y="1635150"/>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21</a:t>
            </a:r>
            <a:endParaRPr b="1" sz="1800">
              <a:solidFill>
                <a:schemeClr val="lt1"/>
              </a:solidFill>
              <a:latin typeface="Poppins"/>
              <a:ea typeface="Poppins"/>
              <a:cs typeface="Poppins"/>
              <a:sym typeface="Poppins"/>
            </a:endParaRPr>
          </a:p>
        </p:txBody>
      </p:sp>
      <p:cxnSp>
        <p:nvCxnSpPr>
          <p:cNvPr id="1255" name="Google Shape;1255;p170"/>
          <p:cNvCxnSpPr>
            <a:stCxn id="1251" idx="5"/>
            <a:endCxn id="1254" idx="0"/>
          </p:cNvCxnSpPr>
          <p:nvPr/>
        </p:nvCxnSpPr>
        <p:spPr>
          <a:xfrm>
            <a:off x="6017139" y="1134139"/>
            <a:ext cx="1012800" cy="501000"/>
          </a:xfrm>
          <a:prstGeom prst="straightConnector1">
            <a:avLst/>
          </a:prstGeom>
          <a:noFill/>
          <a:ln cap="flat" cmpd="sng" w="9525">
            <a:solidFill>
              <a:srgbClr val="000000"/>
            </a:solidFill>
            <a:prstDash val="solid"/>
            <a:round/>
            <a:headEnd len="med" w="med" type="none"/>
            <a:tailEnd len="med" w="med" type="none"/>
          </a:ln>
        </p:spPr>
      </p:cxnSp>
      <p:sp>
        <p:nvSpPr>
          <p:cNvPr id="1256" name="Google Shape;1256;p170"/>
          <p:cNvSpPr/>
          <p:nvPr/>
        </p:nvSpPr>
        <p:spPr>
          <a:xfrm>
            <a:off x="3630437" y="2758775"/>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4</a:t>
            </a:r>
            <a:endParaRPr b="1" sz="1800">
              <a:solidFill>
                <a:schemeClr val="lt1"/>
              </a:solidFill>
              <a:latin typeface="Poppins"/>
              <a:ea typeface="Poppins"/>
              <a:cs typeface="Poppins"/>
              <a:sym typeface="Poppins"/>
            </a:endParaRPr>
          </a:p>
        </p:txBody>
      </p:sp>
      <p:sp>
        <p:nvSpPr>
          <p:cNvPr id="1257" name="Google Shape;1257;p170"/>
          <p:cNvSpPr/>
          <p:nvPr/>
        </p:nvSpPr>
        <p:spPr>
          <a:xfrm>
            <a:off x="4928862" y="2758775"/>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8</a:t>
            </a:r>
            <a:endParaRPr b="1" sz="1800">
              <a:solidFill>
                <a:schemeClr val="lt1"/>
              </a:solidFill>
              <a:latin typeface="Poppins"/>
              <a:ea typeface="Poppins"/>
              <a:cs typeface="Poppins"/>
              <a:sym typeface="Poppins"/>
            </a:endParaRPr>
          </a:p>
        </p:txBody>
      </p:sp>
      <p:cxnSp>
        <p:nvCxnSpPr>
          <p:cNvPr id="1258" name="Google Shape;1258;p170"/>
          <p:cNvCxnSpPr>
            <a:stCxn id="1252" idx="3"/>
            <a:endCxn id="1256" idx="0"/>
          </p:cNvCxnSpPr>
          <p:nvPr/>
        </p:nvCxnSpPr>
        <p:spPr>
          <a:xfrm flipH="1">
            <a:off x="3980823" y="2233064"/>
            <a:ext cx="452700" cy="525600"/>
          </a:xfrm>
          <a:prstGeom prst="straightConnector1">
            <a:avLst/>
          </a:prstGeom>
          <a:noFill/>
          <a:ln cap="flat" cmpd="sng" w="9525">
            <a:solidFill>
              <a:srgbClr val="000000"/>
            </a:solidFill>
            <a:prstDash val="solid"/>
            <a:round/>
            <a:headEnd len="med" w="med" type="none"/>
            <a:tailEnd len="med" w="med" type="none"/>
          </a:ln>
        </p:spPr>
      </p:cxnSp>
      <p:cxnSp>
        <p:nvCxnSpPr>
          <p:cNvPr id="1259" name="Google Shape;1259;p170"/>
          <p:cNvCxnSpPr>
            <a:stCxn id="1252" idx="5"/>
            <a:endCxn id="1257" idx="0"/>
          </p:cNvCxnSpPr>
          <p:nvPr/>
        </p:nvCxnSpPr>
        <p:spPr>
          <a:xfrm>
            <a:off x="4928851" y="2233064"/>
            <a:ext cx="350400" cy="525600"/>
          </a:xfrm>
          <a:prstGeom prst="straightConnector1">
            <a:avLst/>
          </a:prstGeom>
          <a:noFill/>
          <a:ln cap="flat" cmpd="sng" w="9525">
            <a:solidFill>
              <a:srgbClr val="000000"/>
            </a:solidFill>
            <a:prstDash val="solid"/>
            <a:round/>
            <a:headEnd len="med" w="med" type="none"/>
            <a:tailEnd len="med" w="med" type="none"/>
          </a:ln>
        </p:spPr>
      </p:cxnSp>
      <p:sp>
        <p:nvSpPr>
          <p:cNvPr id="1260" name="Google Shape;1260;p170"/>
          <p:cNvSpPr/>
          <p:nvPr/>
        </p:nvSpPr>
        <p:spPr>
          <a:xfrm>
            <a:off x="6017149" y="2769025"/>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15</a:t>
            </a:r>
            <a:endParaRPr b="1" sz="1800">
              <a:solidFill>
                <a:schemeClr val="lt1"/>
              </a:solidFill>
              <a:latin typeface="Poppins"/>
              <a:ea typeface="Poppins"/>
              <a:cs typeface="Poppins"/>
              <a:sym typeface="Poppins"/>
            </a:endParaRPr>
          </a:p>
        </p:txBody>
      </p:sp>
      <p:sp>
        <p:nvSpPr>
          <p:cNvPr id="1261" name="Google Shape;1261;p170"/>
          <p:cNvSpPr/>
          <p:nvPr/>
        </p:nvSpPr>
        <p:spPr>
          <a:xfrm>
            <a:off x="7459999" y="2758775"/>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24</a:t>
            </a:r>
            <a:endParaRPr b="1" sz="1800">
              <a:solidFill>
                <a:schemeClr val="lt1"/>
              </a:solidFill>
              <a:latin typeface="Poppins"/>
              <a:ea typeface="Poppins"/>
              <a:cs typeface="Poppins"/>
              <a:sym typeface="Poppins"/>
            </a:endParaRPr>
          </a:p>
        </p:txBody>
      </p:sp>
      <p:sp>
        <p:nvSpPr>
          <p:cNvPr id="1262" name="Google Shape;1262;p170"/>
          <p:cNvSpPr/>
          <p:nvPr/>
        </p:nvSpPr>
        <p:spPr>
          <a:xfrm>
            <a:off x="8057924" y="3794400"/>
            <a:ext cx="700500" cy="700500"/>
          </a:xfrm>
          <a:prstGeom prst="ellipse">
            <a:avLst/>
          </a:prstGeom>
          <a:solidFill>
            <a:srgbClr val="00C9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Poppins"/>
                <a:ea typeface="Poppins"/>
                <a:cs typeface="Poppins"/>
                <a:sym typeface="Poppins"/>
              </a:rPr>
              <a:t>26</a:t>
            </a:r>
            <a:endParaRPr b="1" sz="1800">
              <a:solidFill>
                <a:schemeClr val="lt1"/>
              </a:solidFill>
              <a:latin typeface="Poppins"/>
              <a:ea typeface="Poppins"/>
              <a:cs typeface="Poppins"/>
              <a:sym typeface="Poppins"/>
            </a:endParaRPr>
          </a:p>
        </p:txBody>
      </p:sp>
      <p:cxnSp>
        <p:nvCxnSpPr>
          <p:cNvPr id="1263" name="Google Shape;1263;p170"/>
          <p:cNvCxnSpPr>
            <a:stCxn id="1254" idx="3"/>
            <a:endCxn id="1260" idx="0"/>
          </p:cNvCxnSpPr>
          <p:nvPr/>
        </p:nvCxnSpPr>
        <p:spPr>
          <a:xfrm flipH="1">
            <a:off x="6367535" y="2233064"/>
            <a:ext cx="414600" cy="536100"/>
          </a:xfrm>
          <a:prstGeom prst="straightConnector1">
            <a:avLst/>
          </a:prstGeom>
          <a:noFill/>
          <a:ln cap="flat" cmpd="sng" w="9525">
            <a:solidFill>
              <a:srgbClr val="000000"/>
            </a:solidFill>
            <a:prstDash val="solid"/>
            <a:round/>
            <a:headEnd len="med" w="med" type="none"/>
            <a:tailEnd len="med" w="med" type="none"/>
          </a:ln>
        </p:spPr>
      </p:cxnSp>
      <p:cxnSp>
        <p:nvCxnSpPr>
          <p:cNvPr id="1264" name="Google Shape;1264;p170"/>
          <p:cNvCxnSpPr>
            <a:stCxn id="1254" idx="5"/>
            <a:endCxn id="1261" idx="0"/>
          </p:cNvCxnSpPr>
          <p:nvPr/>
        </p:nvCxnSpPr>
        <p:spPr>
          <a:xfrm>
            <a:off x="7277464" y="2233064"/>
            <a:ext cx="532800" cy="525600"/>
          </a:xfrm>
          <a:prstGeom prst="straightConnector1">
            <a:avLst/>
          </a:prstGeom>
          <a:noFill/>
          <a:ln cap="flat" cmpd="sng" w="9525">
            <a:solidFill>
              <a:srgbClr val="000000"/>
            </a:solidFill>
            <a:prstDash val="solid"/>
            <a:round/>
            <a:headEnd len="med" w="med" type="none"/>
            <a:tailEnd len="med" w="med" type="none"/>
          </a:ln>
        </p:spPr>
      </p:cxnSp>
      <p:cxnSp>
        <p:nvCxnSpPr>
          <p:cNvPr id="1265" name="Google Shape;1265;p170"/>
          <p:cNvCxnSpPr>
            <a:stCxn id="1261" idx="5"/>
            <a:endCxn id="1262" idx="0"/>
          </p:cNvCxnSpPr>
          <p:nvPr/>
        </p:nvCxnSpPr>
        <p:spPr>
          <a:xfrm>
            <a:off x="8057914" y="3356689"/>
            <a:ext cx="350400" cy="437700"/>
          </a:xfrm>
          <a:prstGeom prst="straightConnector1">
            <a:avLst/>
          </a:prstGeom>
          <a:noFill/>
          <a:ln cap="flat" cmpd="sng" w="9525">
            <a:solidFill>
              <a:srgbClr val="000000"/>
            </a:solidFill>
            <a:prstDash val="solid"/>
            <a:round/>
            <a:headEnd len="med" w="med" type="none"/>
            <a:tailEnd len="med" w="med" type="none"/>
          </a:ln>
        </p:spPr>
      </p:cxnSp>
      <p:sp>
        <p:nvSpPr>
          <p:cNvPr id="1266" name="Google Shape;1266;p170"/>
          <p:cNvSpPr txBox="1"/>
          <p:nvPr/>
        </p:nvSpPr>
        <p:spPr>
          <a:xfrm>
            <a:off x="452400" y="1236725"/>
            <a:ext cx="2614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Left &gt; Right &gt; </a:t>
            </a:r>
            <a:r>
              <a:rPr b="1" lang="en" sz="1800">
                <a:solidFill>
                  <a:srgbClr val="A61C00"/>
                </a:solidFill>
                <a:latin typeface="Poppins"/>
                <a:ea typeface="Poppins"/>
                <a:cs typeface="Poppins"/>
                <a:sym typeface="Poppins"/>
              </a:rPr>
              <a:t>Root</a:t>
            </a:r>
            <a:endParaRPr b="1" sz="1800">
              <a:solidFill>
                <a:srgbClr val="A61C00"/>
              </a:solidFill>
              <a:latin typeface="Poppins"/>
              <a:ea typeface="Poppins"/>
              <a:cs typeface="Poppins"/>
              <a:sym typeface="Poppins"/>
            </a:endParaRPr>
          </a:p>
        </p:txBody>
      </p:sp>
      <p:sp>
        <p:nvSpPr>
          <p:cNvPr id="1267" name="Google Shape;1267;p170"/>
          <p:cNvSpPr txBox="1"/>
          <p:nvPr/>
        </p:nvSpPr>
        <p:spPr>
          <a:xfrm>
            <a:off x="521400" y="4494900"/>
            <a:ext cx="2614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latin typeface="Poppins"/>
                <a:ea typeface="Poppins"/>
                <a:cs typeface="Poppins"/>
                <a:sym typeface="Poppins"/>
              </a:rPr>
              <a:t>Output:</a:t>
            </a:r>
            <a:endParaRPr b="1" sz="1800">
              <a:latin typeface="Poppins"/>
              <a:ea typeface="Poppins"/>
              <a:cs typeface="Poppins"/>
              <a:sym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1" name="Shape 1271"/>
        <p:cNvGrpSpPr/>
        <p:nvPr/>
      </p:nvGrpSpPr>
      <p:grpSpPr>
        <a:xfrm>
          <a:off x="0" y="0"/>
          <a:ext cx="0" cy="0"/>
          <a:chOff x="0" y="0"/>
          <a:chExt cx="0" cy="0"/>
        </a:xfrm>
      </p:grpSpPr>
      <p:sp>
        <p:nvSpPr>
          <p:cNvPr id="1272" name="Google Shape;1272;p171"/>
          <p:cNvSpPr txBox="1"/>
          <p:nvPr>
            <p:ph type="title"/>
          </p:nvPr>
        </p:nvSpPr>
        <p:spPr>
          <a:xfrm>
            <a:off x="1123700" y="481275"/>
            <a:ext cx="75681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Code Demo: In-order traversal</a:t>
            </a:r>
            <a:endParaRPr/>
          </a:p>
        </p:txBody>
      </p:sp>
      <p:sp>
        <p:nvSpPr>
          <p:cNvPr id="1273" name="Google Shape;1273;p171"/>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74" name="Google Shape;1274;p171"/>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Let’s jump to VS Code for a code demo. We will highlight how </a:t>
            </a:r>
            <a:r>
              <a:rPr b="1" lang="en"/>
              <a:t>similar</a:t>
            </a:r>
            <a:r>
              <a:rPr lang="en"/>
              <a:t> all of the solutions are.</a:t>
            </a:r>
            <a:endParaRPr/>
          </a:p>
          <a:p>
            <a:pPr indent="0" lvl="0" marL="457200" rtl="0" algn="l">
              <a:spcBef>
                <a:spcPts val="1000"/>
              </a:spcBef>
              <a:spcAft>
                <a:spcPts val="1000"/>
              </a:spcAft>
              <a:buNone/>
            </a:pPr>
            <a:r>
              <a:t/>
            </a:r>
            <a:endParaRPr/>
          </a:p>
        </p:txBody>
      </p:sp>
      <p:pic>
        <p:nvPicPr>
          <p:cNvPr id="1275" name="Google Shape;1275;p171"/>
          <p:cNvPicPr preferRelativeResize="0"/>
          <p:nvPr/>
        </p:nvPicPr>
        <p:blipFill>
          <a:blip r:embed="rId3">
            <a:alphaModFix/>
          </a:blip>
          <a:stretch>
            <a:fillRect/>
          </a:stretch>
        </p:blipFill>
        <p:spPr>
          <a:xfrm>
            <a:off x="452400" y="438175"/>
            <a:ext cx="608050" cy="6080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9" name="Shape 1279"/>
        <p:cNvGrpSpPr/>
        <p:nvPr/>
      </p:nvGrpSpPr>
      <p:grpSpPr>
        <a:xfrm>
          <a:off x="0" y="0"/>
          <a:ext cx="0" cy="0"/>
          <a:chOff x="0" y="0"/>
          <a:chExt cx="0" cy="0"/>
        </a:xfrm>
      </p:grpSpPr>
      <p:sp>
        <p:nvSpPr>
          <p:cNvPr id="1280" name="Google Shape;1280;p172"/>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p>
            <a:pPr indent="0" lvl="0" marL="0" rtl="0" algn="ctr">
              <a:spcBef>
                <a:spcPts val="0"/>
              </a:spcBef>
              <a:spcAft>
                <a:spcPts val="0"/>
              </a:spcAft>
              <a:buClr>
                <a:schemeClr val="dk1"/>
              </a:buClr>
              <a:buSzPts val="1100"/>
              <a:buFont typeface="Arial"/>
              <a:buNone/>
            </a:pPr>
            <a:r>
              <a:rPr b="1" lang="en" sz="2300"/>
              <a:t>Break Time!</a:t>
            </a:r>
            <a:endParaRPr b="1" sz="2300"/>
          </a:p>
          <a:p>
            <a:pPr indent="0" lvl="0" marL="0" rtl="0" algn="ctr">
              <a:spcBef>
                <a:spcPts val="1000"/>
              </a:spcBef>
              <a:spcAft>
                <a:spcPts val="0"/>
              </a:spcAft>
              <a:buClr>
                <a:schemeClr val="dk1"/>
              </a:buClr>
              <a:buSzPts val="1100"/>
              <a:buFont typeface="Arial"/>
              <a:buNone/>
            </a:pPr>
            <a:r>
              <a:rPr lang="en" sz="1900"/>
              <a:t>Take 5 mins to step away from the computer. Feel free to turn off your camera and return promptly after 5 mins.</a:t>
            </a:r>
            <a:endParaRPr/>
          </a:p>
        </p:txBody>
      </p:sp>
      <p:pic>
        <p:nvPicPr>
          <p:cNvPr descr="5 minutes timer with relaxing music#5minutetimer #timer #relaxingmusic #relaxation" id="1281" name="Google Shape;1281;p172" title="5 Minutes Timer With Relaxing Music">
            <a:hlinkClick r:id="rId3"/>
          </p:cNvPr>
          <p:cNvPicPr preferRelativeResize="0"/>
          <p:nvPr/>
        </p:nvPicPr>
        <p:blipFill>
          <a:blip r:embed="rId4">
            <a:alphaModFix/>
          </a:blip>
          <a:stretch>
            <a:fillRect/>
          </a:stretch>
        </p:blipFill>
        <p:spPr>
          <a:xfrm>
            <a:off x="6355850" y="1739175"/>
            <a:ext cx="2198300" cy="1236550"/>
          </a:xfrm>
          <a:prstGeom prst="rect">
            <a:avLst/>
          </a:prstGeom>
          <a:noFill/>
          <a:ln cap="flat" cmpd="sng" w="76200">
            <a:solidFill>
              <a:srgbClr val="1B1C57"/>
            </a:solidFill>
            <a:prstDash val="solid"/>
            <a:round/>
            <a:headEnd len="sm" w="sm" type="none"/>
            <a:tailEnd len="sm" w="sm" type="none"/>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5" name="Shape 1285"/>
        <p:cNvGrpSpPr/>
        <p:nvPr/>
      </p:nvGrpSpPr>
      <p:grpSpPr>
        <a:xfrm>
          <a:off x="0" y="0"/>
          <a:ext cx="0" cy="0"/>
          <a:chOff x="0" y="0"/>
          <a:chExt cx="0" cy="0"/>
        </a:xfrm>
      </p:grpSpPr>
      <p:sp>
        <p:nvSpPr>
          <p:cNvPr id="1286" name="Google Shape;1286;p173"/>
          <p:cNvSpPr txBox="1"/>
          <p:nvPr>
            <p:ph type="title"/>
          </p:nvPr>
        </p:nvSpPr>
        <p:spPr>
          <a:xfrm>
            <a:off x="884825" y="2317200"/>
            <a:ext cx="4086900" cy="509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AI Checkpoint #3</a:t>
            </a:r>
            <a:endParaRPr/>
          </a:p>
        </p:txBody>
      </p:sp>
      <p:sp>
        <p:nvSpPr>
          <p:cNvPr id="1287" name="Google Shape;1287;p173"/>
          <p:cNvSpPr txBox="1"/>
          <p:nvPr>
            <p:ph idx="1" type="subTitle"/>
          </p:nvPr>
        </p:nvSpPr>
        <p:spPr>
          <a:xfrm>
            <a:off x="785650" y="1770100"/>
            <a:ext cx="4127100" cy="3882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10 minutes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1" name="Shape 1291"/>
        <p:cNvGrpSpPr/>
        <p:nvPr/>
      </p:nvGrpSpPr>
      <p:grpSpPr>
        <a:xfrm>
          <a:off x="0" y="0"/>
          <a:ext cx="0" cy="0"/>
          <a:chOff x="0" y="0"/>
          <a:chExt cx="0" cy="0"/>
        </a:xfrm>
      </p:grpSpPr>
      <p:sp>
        <p:nvSpPr>
          <p:cNvPr id="1292" name="Google Shape;1292;p174"/>
          <p:cNvSpPr txBox="1"/>
          <p:nvPr>
            <p:ph idx="2" type="body"/>
          </p:nvPr>
        </p:nvSpPr>
        <p:spPr>
          <a:xfrm>
            <a:off x="604800" y="1717688"/>
            <a:ext cx="8239200" cy="15321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sz="2400"/>
              <a:t>Share an instance in which AI helped you:</a:t>
            </a:r>
            <a:endParaRPr sz="2400"/>
          </a:p>
          <a:p>
            <a:pPr indent="-381000" lvl="0" marL="457200" rtl="0" algn="ctr">
              <a:spcBef>
                <a:spcPts val="1000"/>
              </a:spcBef>
              <a:spcAft>
                <a:spcPts val="0"/>
              </a:spcAft>
              <a:buSzPts val="2400"/>
              <a:buChar char="●"/>
            </a:pPr>
            <a:r>
              <a:rPr b="1" lang="en" sz="2400"/>
              <a:t>debug a problem </a:t>
            </a:r>
            <a:r>
              <a:rPr lang="en" sz="2400"/>
              <a:t>🐞</a:t>
            </a:r>
            <a:endParaRPr sz="2400"/>
          </a:p>
          <a:p>
            <a:pPr indent="-381000" lvl="0" marL="457200" rtl="0" algn="ctr">
              <a:spcBef>
                <a:spcPts val="0"/>
              </a:spcBef>
              <a:spcAft>
                <a:spcPts val="0"/>
              </a:spcAft>
              <a:buSzPts val="2400"/>
              <a:buChar char="●"/>
            </a:pPr>
            <a:r>
              <a:rPr b="1" lang="en" sz="2400"/>
              <a:t>understand a new topic</a:t>
            </a:r>
            <a:endParaRPr sz="2400"/>
          </a:p>
        </p:txBody>
      </p:sp>
      <p:sp>
        <p:nvSpPr>
          <p:cNvPr id="1293" name="Google Shape;1293;p174"/>
          <p:cNvSpPr txBox="1"/>
          <p:nvPr>
            <p:ph idx="12" type="sldNum"/>
          </p:nvPr>
        </p:nvSpPr>
        <p:spPr>
          <a:xfrm>
            <a:off x="8543625" y="4795150"/>
            <a:ext cx="548700" cy="303000"/>
          </a:xfrm>
          <a:prstGeom prst="rect">
            <a:avLst/>
          </a:prstGeom>
        </p:spPr>
        <p:txBody>
          <a:bodyPr anchorCtr="0" anchor="ctr" bIns="91425" lIns="91425" spcFirstLastPara="1" rIns="91425" wrap="square" tIns="91425">
            <a:normAutofit fontScale="92500" lnSpcReduction="20000"/>
          </a:bodyPr>
          <a:lstStyle/>
          <a:p>
            <a:pPr indent="0" lvl="0" marL="0" rtl="0" algn="r">
              <a:spcBef>
                <a:spcPts val="0"/>
              </a:spcBef>
              <a:spcAft>
                <a:spcPts val="0"/>
              </a:spcAft>
              <a:buNone/>
            </a:pPr>
            <a:fld id="{00000000-1234-1234-1234-123412341234}" type="slidenum">
              <a:rPr lang="en"/>
              <a:t>‹#›</a:t>
            </a:fld>
            <a:endParaRPr/>
          </a:p>
        </p:txBody>
      </p:sp>
      <p:sp>
        <p:nvSpPr>
          <p:cNvPr id="1294" name="Google Shape;1294;p174"/>
          <p:cNvSpPr txBox="1"/>
          <p:nvPr>
            <p:ph idx="1" type="subTitle"/>
          </p:nvPr>
        </p:nvSpPr>
        <p:spPr>
          <a:xfrm>
            <a:off x="7103500" y="551600"/>
            <a:ext cx="1617300" cy="4317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rPr lang="en"/>
              <a:t>2-3 minutes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8" name="Shape 1298"/>
        <p:cNvGrpSpPr/>
        <p:nvPr/>
      </p:nvGrpSpPr>
      <p:grpSpPr>
        <a:xfrm>
          <a:off x="0" y="0"/>
          <a:ext cx="0" cy="0"/>
          <a:chOff x="0" y="0"/>
          <a:chExt cx="0" cy="0"/>
        </a:xfrm>
      </p:grpSpPr>
      <p:sp>
        <p:nvSpPr>
          <p:cNvPr id="1299" name="Google Shape;1299;p175"/>
          <p:cNvSpPr txBox="1"/>
          <p:nvPr>
            <p:ph idx="12" type="sldNum"/>
          </p:nvPr>
        </p:nvSpPr>
        <p:spPr>
          <a:xfrm>
            <a:off x="8543625" y="4795150"/>
            <a:ext cx="548700" cy="303000"/>
          </a:xfrm>
          <a:prstGeom prst="rect">
            <a:avLst/>
          </a:prstGeom>
        </p:spPr>
        <p:txBody>
          <a:bodyPr anchorCtr="0" anchor="ctr" bIns="91425" lIns="91425" spcFirstLastPara="1" rIns="91425" wrap="square" tIns="91425">
            <a:normAutofit fontScale="92500" lnSpcReduction="20000"/>
          </a:bodyPr>
          <a:lstStyle/>
          <a:p>
            <a:pPr indent="0" lvl="0" marL="0" rtl="0" algn="r">
              <a:spcBef>
                <a:spcPts val="0"/>
              </a:spcBef>
              <a:spcAft>
                <a:spcPts val="0"/>
              </a:spcAft>
              <a:buNone/>
            </a:pPr>
            <a:fld id="{00000000-1234-1234-1234-123412341234}" type="slidenum">
              <a:rPr lang="en"/>
              <a:t>‹#›</a:t>
            </a:fld>
            <a:endParaRPr/>
          </a:p>
        </p:txBody>
      </p:sp>
      <p:sp>
        <p:nvSpPr>
          <p:cNvPr id="1300" name="Google Shape;1300;p175"/>
          <p:cNvSpPr txBox="1"/>
          <p:nvPr>
            <p:ph idx="1" type="subTitle"/>
          </p:nvPr>
        </p:nvSpPr>
        <p:spPr>
          <a:xfrm>
            <a:off x="7103500" y="551600"/>
            <a:ext cx="1617300" cy="4317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rPr lang="en"/>
              <a:t>2-3 minutes</a:t>
            </a:r>
            <a:endParaRPr/>
          </a:p>
        </p:txBody>
      </p:sp>
      <p:sp>
        <p:nvSpPr>
          <p:cNvPr id="1301" name="Google Shape;1301;p175"/>
          <p:cNvSpPr txBox="1"/>
          <p:nvPr>
            <p:ph idx="2" type="body"/>
          </p:nvPr>
        </p:nvSpPr>
        <p:spPr>
          <a:xfrm>
            <a:off x="526243" y="2462967"/>
            <a:ext cx="3741300" cy="14037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sz="2400"/>
              <a:t>What’s the </a:t>
            </a:r>
            <a:r>
              <a:rPr b="1" lang="en" sz="2400"/>
              <a:t>easiest mistake</a:t>
            </a:r>
            <a:r>
              <a:rPr lang="en" sz="2400"/>
              <a:t> to make when using AI?</a:t>
            </a:r>
            <a:endParaRPr sz="2400"/>
          </a:p>
        </p:txBody>
      </p:sp>
      <p:sp>
        <p:nvSpPr>
          <p:cNvPr id="1302" name="Google Shape;1302;p175"/>
          <p:cNvSpPr txBox="1"/>
          <p:nvPr>
            <p:ph idx="2" type="body"/>
          </p:nvPr>
        </p:nvSpPr>
        <p:spPr>
          <a:xfrm>
            <a:off x="4719943" y="2462968"/>
            <a:ext cx="3741300" cy="14037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sz="2400"/>
              <a:t>What’s the </a:t>
            </a:r>
            <a:r>
              <a:rPr b="1" lang="en" sz="2400"/>
              <a:t>best tip</a:t>
            </a:r>
            <a:r>
              <a:rPr lang="en" sz="2400"/>
              <a:t> you know on how to make better use of AI?</a:t>
            </a:r>
            <a:endParaRPr sz="2400"/>
          </a:p>
        </p:txBody>
      </p:sp>
      <p:sp>
        <p:nvSpPr>
          <p:cNvPr id="1303" name="Google Shape;1303;p175"/>
          <p:cNvSpPr txBox="1"/>
          <p:nvPr>
            <p:ph idx="2" type="body"/>
          </p:nvPr>
        </p:nvSpPr>
        <p:spPr>
          <a:xfrm>
            <a:off x="452400" y="1526950"/>
            <a:ext cx="8239200" cy="492600"/>
          </a:xfrm>
          <a:prstGeom prst="rect">
            <a:avLst/>
          </a:prstGeom>
        </p:spPr>
        <p:txBody>
          <a:bodyPr anchorCtr="0" anchor="t" bIns="91425" lIns="91425" spcFirstLastPara="1" rIns="91425" wrap="square" tIns="91425">
            <a:spAutoFit/>
          </a:bodyPr>
          <a:lstStyle/>
          <a:p>
            <a:pPr indent="0" lvl="0" marL="0" rtl="0" algn="ctr">
              <a:spcBef>
                <a:spcPts val="0"/>
              </a:spcBef>
              <a:spcAft>
                <a:spcPts val="1000"/>
              </a:spcAft>
              <a:buNone/>
            </a:pPr>
            <a:r>
              <a:rPr i="1" lang="en" sz="2000"/>
              <a:t>Rewind to Checkpoint #1… have your answers changed?</a:t>
            </a:r>
            <a:endParaRPr i="1" sz="20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7" name="Shape 1307"/>
        <p:cNvGrpSpPr/>
        <p:nvPr/>
      </p:nvGrpSpPr>
      <p:grpSpPr>
        <a:xfrm>
          <a:off x="0" y="0"/>
          <a:ext cx="0" cy="0"/>
          <a:chOff x="0" y="0"/>
          <a:chExt cx="0" cy="0"/>
        </a:xfrm>
      </p:grpSpPr>
      <p:sp>
        <p:nvSpPr>
          <p:cNvPr id="1308" name="Google Shape;1308;p176"/>
          <p:cNvSpPr txBox="1"/>
          <p:nvPr>
            <p:ph idx="2" type="body"/>
          </p:nvPr>
        </p:nvSpPr>
        <p:spPr>
          <a:xfrm>
            <a:off x="604800" y="1717688"/>
            <a:ext cx="8239200" cy="1828500"/>
          </a:xfrm>
          <a:prstGeom prst="rect">
            <a:avLst/>
          </a:prstGeom>
        </p:spPr>
        <p:txBody>
          <a:bodyPr anchorCtr="0" anchor="t" bIns="91425" lIns="91425" spcFirstLastPara="1" rIns="91425" wrap="square" tIns="91425">
            <a:spAutoFit/>
          </a:bodyPr>
          <a:lstStyle/>
          <a:p>
            <a:pPr indent="0" lvl="0" marL="0" rtl="0" algn="ctr">
              <a:spcBef>
                <a:spcPts val="0"/>
              </a:spcBef>
              <a:spcAft>
                <a:spcPts val="1000"/>
              </a:spcAft>
              <a:buNone/>
            </a:pPr>
            <a:r>
              <a:rPr lang="en" sz="2400"/>
              <a:t>What skill would you next like to build using what you’ve learned in this class? </a:t>
            </a:r>
            <a:br>
              <a:rPr lang="en" sz="2400"/>
            </a:br>
            <a:br>
              <a:rPr lang="en" sz="2400"/>
            </a:br>
            <a:r>
              <a:rPr lang="en" sz="2400"/>
              <a:t>How do you plan to use</a:t>
            </a:r>
            <a:r>
              <a:rPr b="1" lang="en" sz="2400"/>
              <a:t> AI </a:t>
            </a:r>
            <a:r>
              <a:rPr lang="en" sz="2400"/>
              <a:t>to reach your goal?</a:t>
            </a:r>
            <a:endParaRPr sz="2400"/>
          </a:p>
        </p:txBody>
      </p:sp>
      <p:sp>
        <p:nvSpPr>
          <p:cNvPr id="1309" name="Google Shape;1309;p176"/>
          <p:cNvSpPr txBox="1"/>
          <p:nvPr>
            <p:ph idx="12" type="sldNum"/>
          </p:nvPr>
        </p:nvSpPr>
        <p:spPr>
          <a:xfrm>
            <a:off x="8543625" y="4795150"/>
            <a:ext cx="548700" cy="303000"/>
          </a:xfrm>
          <a:prstGeom prst="rect">
            <a:avLst/>
          </a:prstGeom>
        </p:spPr>
        <p:txBody>
          <a:bodyPr anchorCtr="0" anchor="ctr" bIns="91425" lIns="91425" spcFirstLastPara="1" rIns="91425" wrap="square" tIns="91425">
            <a:normAutofit fontScale="92500" lnSpcReduction="20000"/>
          </a:bodyPr>
          <a:lstStyle/>
          <a:p>
            <a:pPr indent="0" lvl="0" marL="0" rtl="0" algn="r">
              <a:spcBef>
                <a:spcPts val="0"/>
              </a:spcBef>
              <a:spcAft>
                <a:spcPts val="0"/>
              </a:spcAft>
              <a:buNone/>
            </a:pPr>
            <a:fld id="{00000000-1234-1234-1234-123412341234}" type="slidenum">
              <a:rPr lang="en"/>
              <a:t>‹#›</a:t>
            </a:fld>
            <a:endParaRPr/>
          </a:p>
        </p:txBody>
      </p:sp>
      <p:sp>
        <p:nvSpPr>
          <p:cNvPr id="1310" name="Google Shape;1310;p176"/>
          <p:cNvSpPr txBox="1"/>
          <p:nvPr>
            <p:ph idx="1" type="subTitle"/>
          </p:nvPr>
        </p:nvSpPr>
        <p:spPr>
          <a:xfrm>
            <a:off x="7103500" y="551600"/>
            <a:ext cx="1617300" cy="4317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rPr lang="en"/>
              <a:t>2-3 minutes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4" name="Shape 1314"/>
        <p:cNvGrpSpPr/>
        <p:nvPr/>
      </p:nvGrpSpPr>
      <p:grpSpPr>
        <a:xfrm>
          <a:off x="0" y="0"/>
          <a:ext cx="0" cy="0"/>
          <a:chOff x="0" y="0"/>
          <a:chExt cx="0" cy="0"/>
        </a:xfrm>
      </p:grpSpPr>
      <p:sp>
        <p:nvSpPr>
          <p:cNvPr id="1315" name="Google Shape;1315;p177"/>
          <p:cNvSpPr txBox="1"/>
          <p:nvPr>
            <p:ph type="title"/>
          </p:nvPr>
        </p:nvSpPr>
        <p:spPr>
          <a:xfrm>
            <a:off x="884825" y="2317200"/>
            <a:ext cx="74328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Collaborative Problem Solving</a:t>
            </a:r>
            <a:endParaRPr/>
          </a:p>
        </p:txBody>
      </p:sp>
      <p:sp>
        <p:nvSpPr>
          <p:cNvPr id="1316" name="Google Shape;1316;p177"/>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 minutes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0" name="Shape 1320"/>
        <p:cNvGrpSpPr/>
        <p:nvPr/>
      </p:nvGrpSpPr>
      <p:grpSpPr>
        <a:xfrm>
          <a:off x="0" y="0"/>
          <a:ext cx="0" cy="0"/>
          <a:chOff x="0" y="0"/>
          <a:chExt cx="0" cy="0"/>
        </a:xfrm>
      </p:grpSpPr>
      <p:sp>
        <p:nvSpPr>
          <p:cNvPr id="1321" name="Google Shape;1321;p178"/>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60 minutes</a:t>
            </a:r>
            <a:endParaRPr/>
          </a:p>
        </p:txBody>
      </p:sp>
      <p:sp>
        <p:nvSpPr>
          <p:cNvPr id="1322" name="Google Shape;1322;p178"/>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23" name="Google Shape;1323;p178"/>
          <p:cNvSpPr txBox="1"/>
          <p:nvPr/>
        </p:nvSpPr>
        <p:spPr>
          <a:xfrm>
            <a:off x="452400" y="1260500"/>
            <a:ext cx="7685700" cy="15588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0"/>
              </a:spcBef>
              <a:spcAft>
                <a:spcPts val="0"/>
              </a:spcAft>
              <a:buClr>
                <a:srgbClr val="6EC396"/>
              </a:buClr>
              <a:buSzPts val="2200"/>
              <a:buFont typeface="Poppins"/>
              <a:buAutoNum type="arabicPeriod"/>
            </a:pPr>
            <a:r>
              <a:rPr lang="en" sz="2200">
                <a:solidFill>
                  <a:srgbClr val="000000"/>
                </a:solidFill>
                <a:latin typeface="Poppins"/>
                <a:ea typeface="Poppins"/>
                <a:cs typeface="Poppins"/>
                <a:sym typeface="Poppins"/>
              </a:rPr>
              <a:t>🏃🏽 Navigate to your breakout room.</a:t>
            </a:r>
            <a:endParaRPr sz="2200">
              <a:solidFill>
                <a:srgbClr val="000000"/>
              </a:solidFill>
              <a:latin typeface="Poppins"/>
              <a:ea typeface="Poppins"/>
              <a:cs typeface="Poppins"/>
              <a:sym typeface="Poppins"/>
            </a:endParaRPr>
          </a:p>
          <a:p>
            <a:pPr indent="-368300" lvl="0" marL="457200" rtl="0" algn="l">
              <a:lnSpc>
                <a:spcPct val="115000"/>
              </a:lnSpc>
              <a:spcBef>
                <a:spcPts val="1000"/>
              </a:spcBef>
              <a:spcAft>
                <a:spcPts val="0"/>
              </a:spcAft>
              <a:buClr>
                <a:srgbClr val="6EC396"/>
              </a:buClr>
              <a:buSzPts val="2200"/>
              <a:buFont typeface="Poppins"/>
              <a:buAutoNum type="arabicPeriod"/>
            </a:pPr>
            <a:r>
              <a:rPr lang="en" sz="2200">
                <a:solidFill>
                  <a:srgbClr val="000000"/>
                </a:solidFill>
                <a:latin typeface="Poppins"/>
                <a:ea typeface="Poppins"/>
                <a:cs typeface="Poppins"/>
                <a:sym typeface="Poppins"/>
              </a:rPr>
              <a:t>👋🏽 Introduce yourselves!</a:t>
            </a:r>
            <a:endParaRPr sz="2200">
              <a:solidFill>
                <a:srgbClr val="000000"/>
              </a:solidFill>
              <a:latin typeface="Poppins"/>
              <a:ea typeface="Poppins"/>
              <a:cs typeface="Poppins"/>
              <a:sym typeface="Poppins"/>
            </a:endParaRPr>
          </a:p>
          <a:p>
            <a:pPr indent="-368300" lvl="0" marL="457200" rtl="0" algn="l">
              <a:lnSpc>
                <a:spcPct val="115000"/>
              </a:lnSpc>
              <a:spcBef>
                <a:spcPts val="1000"/>
              </a:spcBef>
              <a:spcAft>
                <a:spcPts val="1000"/>
              </a:spcAft>
              <a:buClr>
                <a:srgbClr val="6EC396"/>
              </a:buClr>
              <a:buSzPts val="2200"/>
              <a:buFont typeface="Poppins"/>
              <a:buAutoNum type="arabicPeriod"/>
            </a:pPr>
            <a:r>
              <a:rPr lang="en" sz="2200">
                <a:solidFill>
                  <a:srgbClr val="000000"/>
                </a:solidFill>
                <a:latin typeface="Poppins"/>
                <a:ea typeface="Poppins"/>
                <a:cs typeface="Poppins"/>
                <a:sym typeface="Poppins"/>
              </a:rPr>
              <a:t>🧑🏽‍💻 Work on the problems for your </a:t>
            </a:r>
            <a:r>
              <a:rPr lang="en" sz="2200">
                <a:latin typeface="Poppins"/>
                <a:ea typeface="Poppins"/>
                <a:cs typeface="Poppins"/>
                <a:sym typeface="Poppins"/>
              </a:rPr>
              <a:t>selected unit</a:t>
            </a:r>
            <a:r>
              <a:rPr lang="en" sz="2200">
                <a:solidFill>
                  <a:srgbClr val="000000"/>
                </a:solidFill>
                <a:latin typeface="Poppins"/>
                <a:ea typeface="Poppins"/>
                <a:cs typeface="Poppins"/>
                <a:sym typeface="Poppins"/>
              </a:rPr>
              <a:t>.</a:t>
            </a:r>
            <a:endParaRPr sz="2200">
              <a:solidFill>
                <a:srgbClr val="000000"/>
              </a:solidFill>
              <a:latin typeface="Poppins"/>
              <a:ea typeface="Poppins"/>
              <a:cs typeface="Poppins"/>
              <a:sym typeface="Poppi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7" name="Shape 1327"/>
        <p:cNvGrpSpPr/>
        <p:nvPr/>
      </p:nvGrpSpPr>
      <p:grpSpPr>
        <a:xfrm>
          <a:off x="0" y="0"/>
          <a:ext cx="0" cy="0"/>
          <a:chOff x="0" y="0"/>
          <a:chExt cx="0" cy="0"/>
        </a:xfrm>
      </p:grpSpPr>
      <p:sp>
        <p:nvSpPr>
          <p:cNvPr id="1328" name="Google Shape;1328;p179"/>
          <p:cNvSpPr txBox="1"/>
          <p:nvPr>
            <p:ph type="title"/>
          </p:nvPr>
        </p:nvSpPr>
        <p:spPr>
          <a:xfrm>
            <a:off x="884825" y="2317200"/>
            <a:ext cx="19827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Wrap Up</a:t>
            </a:r>
            <a:endParaRPr/>
          </a:p>
        </p:txBody>
      </p:sp>
      <p:sp>
        <p:nvSpPr>
          <p:cNvPr id="1329" name="Google Shape;1329;p179"/>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minutes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3" name="Shape 1333"/>
        <p:cNvGrpSpPr/>
        <p:nvPr/>
      </p:nvGrpSpPr>
      <p:grpSpPr>
        <a:xfrm>
          <a:off x="0" y="0"/>
          <a:ext cx="0" cy="0"/>
          <a:chOff x="0" y="0"/>
          <a:chExt cx="0" cy="0"/>
        </a:xfrm>
      </p:grpSpPr>
      <p:sp>
        <p:nvSpPr>
          <p:cNvPr id="1334" name="Google Shape;1334;p180"/>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8" name="Shape 1338"/>
        <p:cNvGrpSpPr/>
        <p:nvPr/>
      </p:nvGrpSpPr>
      <p:grpSpPr>
        <a:xfrm>
          <a:off x="0" y="0"/>
          <a:ext cx="0" cy="0"/>
          <a:chOff x="0" y="0"/>
          <a:chExt cx="0" cy="0"/>
        </a:xfrm>
      </p:grpSpPr>
      <p:sp>
        <p:nvSpPr>
          <p:cNvPr id="1339" name="Google Shape;1339;p181"/>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40" name="Google Shape;1340;p181"/>
          <p:cNvSpPr txBox="1"/>
          <p:nvPr/>
        </p:nvSpPr>
        <p:spPr>
          <a:xfrm>
            <a:off x="1048400" y="1031050"/>
            <a:ext cx="4693200" cy="16623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None/>
            </a:pPr>
            <a:r>
              <a:rPr b="1" lang="en" sz="4800">
                <a:solidFill>
                  <a:schemeClr val="dk1"/>
                </a:solidFill>
                <a:latin typeface="Poppins"/>
                <a:ea typeface="Poppins"/>
                <a:cs typeface="Poppins"/>
                <a:sym typeface="Poppins"/>
              </a:rPr>
              <a:t>Session Survey Time!</a:t>
            </a:r>
            <a:endParaRPr b="1" sz="4800">
              <a:solidFill>
                <a:schemeClr val="dk1"/>
              </a:solidFill>
              <a:latin typeface="Poppins"/>
              <a:ea typeface="Poppins"/>
              <a:cs typeface="Poppins"/>
              <a:sym typeface="Poppins"/>
            </a:endParaRPr>
          </a:p>
        </p:txBody>
      </p:sp>
      <p:pic>
        <p:nvPicPr>
          <p:cNvPr id="1341" name="Google Shape;1341;p181"/>
          <p:cNvPicPr preferRelativeResize="0"/>
          <p:nvPr/>
        </p:nvPicPr>
        <p:blipFill>
          <a:blip r:embed="rId3">
            <a:alphaModFix/>
          </a:blip>
          <a:stretch>
            <a:fillRect/>
          </a:stretch>
        </p:blipFill>
        <p:spPr>
          <a:xfrm>
            <a:off x="5983375" y="758775"/>
            <a:ext cx="2206851" cy="2206851"/>
          </a:xfrm>
          <a:prstGeom prst="rect">
            <a:avLst/>
          </a:prstGeom>
          <a:noFill/>
          <a:ln>
            <a:noFill/>
          </a:ln>
        </p:spPr>
      </p:pic>
      <p:pic>
        <p:nvPicPr>
          <p:cNvPr descr="3 Minute Timer Relaxing Music Lofi Sky Background&#10;&#10;&#10;&#10;&#10;&#10;&#10;&#10;&#10;Tags&#10;1 minute&#10;1 minute countdown&#10;1 minute lo-fi hiphop timer&#10;1 minute timer&#10;countdown&#10;lo-fi music&#10;lofi study song&#10;study music&#10;study timer&#10;time&#10;timer&#10;working music&#10;1 minute timer with music&#10;1 minute clock&#10;lofi hiphop&#10;relaxing timers&#10;relaxing music&#10;relaxing lofi timer&#10;nature timer&#10;meditation&#10;meditation music&#10;relaxing sleep music&#10;school timer&#10;sleep timer&#10;chill timer&#10;chill music&#10;lofi timer&#10;lofi hiphop timer&#10;lofi hip hop" id="1342" name="Google Shape;1342;p181" title="3 Minute Timer Relaxing Music Lofi Sky Background">
            <a:hlinkClick r:id="rId4"/>
          </p:cNvPr>
          <p:cNvPicPr preferRelativeResize="0"/>
          <p:nvPr/>
        </p:nvPicPr>
        <p:blipFill>
          <a:blip r:embed="rId5">
            <a:alphaModFix/>
          </a:blip>
          <a:stretch>
            <a:fillRect/>
          </a:stretch>
        </p:blipFill>
        <p:spPr>
          <a:xfrm>
            <a:off x="3437925" y="3125450"/>
            <a:ext cx="2268150" cy="1275840"/>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6" name="Shape 1346"/>
        <p:cNvGrpSpPr/>
        <p:nvPr/>
      </p:nvGrpSpPr>
      <p:grpSpPr>
        <a:xfrm>
          <a:off x="0" y="0"/>
          <a:ext cx="0" cy="0"/>
          <a:chOff x="0" y="0"/>
          <a:chExt cx="0" cy="0"/>
        </a:xfrm>
      </p:grpSpPr>
      <p:sp>
        <p:nvSpPr>
          <p:cNvPr id="1347" name="Google Shape;1347;p182"/>
          <p:cNvSpPr txBox="1"/>
          <p:nvPr>
            <p:ph type="title"/>
          </p:nvPr>
        </p:nvSpPr>
        <p:spPr>
          <a:xfrm>
            <a:off x="1123700" y="481275"/>
            <a:ext cx="75681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Reminders</a:t>
            </a:r>
            <a:endParaRPr/>
          </a:p>
        </p:txBody>
      </p:sp>
      <p:sp>
        <p:nvSpPr>
          <p:cNvPr id="1348" name="Google Shape;1348;p182"/>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49" name="Google Shape;1349;p182"/>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Finish the problem sets for additional practice</a:t>
            </a:r>
            <a:endParaRPr/>
          </a:p>
          <a:p>
            <a:pPr indent="-342900" lvl="0" marL="457200" rtl="0" algn="l">
              <a:spcBef>
                <a:spcPts val="0"/>
              </a:spcBef>
              <a:spcAft>
                <a:spcPts val="0"/>
              </a:spcAft>
              <a:buSzPts val="1800"/>
              <a:buChar char="❒"/>
            </a:pPr>
            <a:r>
              <a:rPr lang="en"/>
              <a:t>Take the weekly HackerRank assessment by Sunday @ midnight</a:t>
            </a:r>
            <a:endParaRPr/>
          </a:p>
          <a:p>
            <a:pPr indent="-342900" lvl="0" marL="457200" rtl="0" algn="l">
              <a:spcBef>
                <a:spcPts val="0"/>
              </a:spcBef>
              <a:spcAft>
                <a:spcPts val="0"/>
              </a:spcAft>
              <a:buSzPts val="1800"/>
              <a:buChar char="❒"/>
            </a:pPr>
            <a:r>
              <a:rPr lang="en"/>
              <a:t>Visit a </a:t>
            </a:r>
            <a:r>
              <a:rPr b="1" lang="en"/>
              <a:t>Study Hall Session</a:t>
            </a:r>
            <a:r>
              <a:rPr lang="en"/>
              <a:t> to deepen your understanding, work through challenges, and connect with course material alongside your peers!</a:t>
            </a:r>
            <a:endParaRPr/>
          </a:p>
          <a:p>
            <a:pPr indent="-342900" lvl="0" marL="457200" rtl="0" algn="l">
              <a:spcBef>
                <a:spcPts val="0"/>
              </a:spcBef>
              <a:spcAft>
                <a:spcPts val="0"/>
              </a:spcAft>
              <a:buSzPts val="1800"/>
              <a:buChar char="❒"/>
            </a:pPr>
            <a:r>
              <a:rPr lang="en"/>
              <a:t>Peer &lt;&gt; Peer Mock Interviews are on Thursday</a:t>
            </a:r>
            <a:endParaRPr/>
          </a:p>
          <a:p>
            <a:pPr indent="-342900" lvl="1" marL="914400" rtl="0" algn="l">
              <a:spcBef>
                <a:spcPts val="0"/>
              </a:spcBef>
              <a:spcAft>
                <a:spcPts val="0"/>
              </a:spcAft>
              <a:buSzPts val="1800"/>
              <a:buChar char="○"/>
            </a:pPr>
            <a:r>
              <a:rPr lang="en" u="sng">
                <a:solidFill>
                  <a:schemeClr val="hlink"/>
                </a:solidFill>
                <a:hlinkClick r:id="rId3"/>
              </a:rPr>
              <a:t>Check out the Showrunner guide</a:t>
            </a:r>
            <a:r>
              <a:rPr lang="en"/>
              <a:t> for preparation! </a:t>
            </a:r>
            <a:endParaRPr/>
          </a:p>
        </p:txBody>
      </p:sp>
      <p:pic>
        <p:nvPicPr>
          <p:cNvPr id="1350" name="Google Shape;1350;p182"/>
          <p:cNvPicPr preferRelativeResize="0"/>
          <p:nvPr/>
        </p:nvPicPr>
        <p:blipFill>
          <a:blip r:embed="rId4">
            <a:alphaModFix/>
          </a:blip>
          <a:stretch>
            <a:fillRect/>
          </a:stretch>
        </p:blipFill>
        <p:spPr>
          <a:xfrm>
            <a:off x="452400" y="438175"/>
            <a:ext cx="608050" cy="6080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