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40" r:id="rId5"/>
    <p:sldMasterId id="2147483741" r:id="rId6"/>
    <p:sldMasterId id="2147483742" r:id="rId7"/>
    <p:sldMasterId id="2147483743" r:id="rId8"/>
    <p:sldMasterId id="2147483744"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Lst>
  <p:sldSz cy="5143500" cx="9144000"/>
  <p:notesSz cx="6858000" cy="9144000"/>
  <p:embeddedFontLst>
    <p:embeddedFont>
      <p:font typeface="Space Mono"/>
      <p:regular r:id="rId32"/>
      <p:bold r:id="rId33"/>
      <p:italic r:id="rId34"/>
      <p:boldItalic r:id="rId35"/>
    </p:embeddedFont>
    <p:embeddedFont>
      <p:font typeface="Poppins"/>
      <p:regular r:id="rId36"/>
      <p:bold r:id="rId37"/>
      <p:italic r:id="rId38"/>
      <p:boldItalic r:id="rId39"/>
    </p:embeddedFon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B2E28F-7C8F-4465-9650-E3EF42ED5E26}">
  <a:tblStyle styleId="{BDB2E28F-7C8F-4465-9650-E3EF42ED5E2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0.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2.xml"/><Relationship Id="rId21" Type="http://schemas.openxmlformats.org/officeDocument/2006/relationships/slide" Target="slides/slide11.xml"/><Relationship Id="rId43" Type="http://schemas.openxmlformats.org/officeDocument/2006/relationships/font" Target="fonts/RobotoMono-boldItalic.fntdata"/><Relationship Id="rId24" Type="http://schemas.openxmlformats.org/officeDocument/2006/relationships/slide" Target="slides/slide14.xml"/><Relationship Id="rId23" Type="http://schemas.openxmlformats.org/officeDocument/2006/relationships/slide" Target="slides/slide13.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9.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1.xml"/><Relationship Id="rId30" Type="http://schemas.openxmlformats.org/officeDocument/2006/relationships/slide" Target="slides/slide20.xml"/><Relationship Id="rId11" Type="http://schemas.openxmlformats.org/officeDocument/2006/relationships/slide" Target="slides/slide1.xml"/><Relationship Id="rId33" Type="http://schemas.openxmlformats.org/officeDocument/2006/relationships/font" Target="fonts/SpaceMono-bold.fntdata"/><Relationship Id="rId10" Type="http://schemas.openxmlformats.org/officeDocument/2006/relationships/notesMaster" Target="notesMasters/notesMaster1.xml"/><Relationship Id="rId32" Type="http://schemas.openxmlformats.org/officeDocument/2006/relationships/font" Target="fonts/SpaceMono-regular.fntdata"/><Relationship Id="rId13" Type="http://schemas.openxmlformats.org/officeDocument/2006/relationships/slide" Target="slides/slide3.xml"/><Relationship Id="rId35" Type="http://schemas.openxmlformats.org/officeDocument/2006/relationships/font" Target="fonts/SpaceMono-boldItalic.fntdata"/><Relationship Id="rId12" Type="http://schemas.openxmlformats.org/officeDocument/2006/relationships/slide" Target="slides/slide2.xml"/><Relationship Id="rId34" Type="http://schemas.openxmlformats.org/officeDocument/2006/relationships/font" Target="fonts/SpaceMono-italic.fntdata"/><Relationship Id="rId15" Type="http://schemas.openxmlformats.org/officeDocument/2006/relationships/slide" Target="slides/slide5.xml"/><Relationship Id="rId37" Type="http://schemas.openxmlformats.org/officeDocument/2006/relationships/font" Target="fonts/Poppins-bold.fntdata"/><Relationship Id="rId14" Type="http://schemas.openxmlformats.org/officeDocument/2006/relationships/slide" Target="slides/slide4.xml"/><Relationship Id="rId36" Type="http://schemas.openxmlformats.org/officeDocument/2006/relationships/font" Target="fonts/Poppins-regular.fntdata"/><Relationship Id="rId17" Type="http://schemas.openxmlformats.org/officeDocument/2006/relationships/slide" Target="slides/slide7.xml"/><Relationship Id="rId39" Type="http://schemas.openxmlformats.org/officeDocument/2006/relationships/font" Target="fonts/Poppins-boldItalic.fntdata"/><Relationship Id="rId16" Type="http://schemas.openxmlformats.org/officeDocument/2006/relationships/slide" Target="slides/slide6.xml"/><Relationship Id="rId38" Type="http://schemas.openxmlformats.org/officeDocument/2006/relationships/font" Target="fonts/Poppins-italic.fntdata"/><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220759f374_0_1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220759f374_0_1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the session and prepare students for peer mock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students and set a collaborative tone for the session.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Emphasize the importance of mock interviews in building technical and communication skills.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to Week 7, Session 2 of TIP101! Today, we’ll be conducting peer mock interviews. This is your opportunity to practice the skills you’ve been building in a real-world interview scenario.</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Remember, the goal is to learn and improve—mistakes are part of the process, so don’t worry if things don’t go perfectly.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you’re looking forward to or hope to learn in today’s session?"</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220759f374_0_1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220759f374_0_1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Outline the session's structure and set expectations.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Walk students through the schedule and ensure clarity about the activities.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what we’ll cover today: We’ll start with peer mock interviews, take a short break, and then dive into collaborative problem-solving. We’ll wrap up with reflections and next steps.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focus today is on applying the UMPIRE strategy and improving interview techniques.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to ask if anyone has questions or needs clarification about the schedule.</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220759f374_0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220759f374_0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SLIDES_API76329799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SLIDES_API76329799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f5ce69a3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f5ce69a3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f6038c132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f6038c132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f5ffe57756_0_5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749" name="Google Shape;749;g3f5ffe57756_0_5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You're on track in your current course, so a Fall 2026 seat in the next one is already open — and you skip the prework. The green banner is live in two places: your Student Hub dashboard and the Course Progress tab in your course portal. It stays there until your course ends. Screens show TIP101 as an example.</a:t>
            </a:r>
            <a:endParaRPr/>
          </a:p>
        </p:txBody>
      </p:sp>
      <p:sp>
        <p:nvSpPr>
          <p:cNvPr id="750" name="Google Shape;750;g3f5ffe57756_0_5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f5ffe57756_0_10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771" name="Google Shape;771;g3f5ffe57756_0_10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Simple close: Fall 2026 — CodePath, your future and you. We'll see you there.</a:t>
            </a:r>
            <a:endParaRPr/>
          </a:p>
        </p:txBody>
      </p:sp>
      <p:sp>
        <p:nvSpPr>
          <p:cNvPr id="772" name="Google Shape;772;g3f5ffe57756_0_10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2869c40c4b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2869c40c4b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2869c40c4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2869c40c4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Explain the roles and expectations for peer mock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Clearly define the interviewer and interviewee roles.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how the mock interviews will work: One student will act as the interviewer, guiding the process by asking questions, clarifying requirements, and prompting the interviewee to think about edge cases or optimizations.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other student will act as the interviewee, solving the problem while thinking aloud and applying the UMPIRE steps. The key here is clear communication—you should explain your thought process as you go.</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You’ll stay in your assigned role for the duration of the interview.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everyone feel comfortable with their roles? What questions do you have about how this process works?"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2869c40c4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2869c40c4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Highlight the importance of constructive feedback after the mock interview.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structure and goals of the feedback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At the end of the mock interview, the interviewer will provide feedback. Focus on one strength and one area for improvement.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feedback is meant to help your peer grow and identify areas they can work on. Be specific and constructive.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example, you might say, 'You did a great job explaining your thought process, but you could work on handling edge cases more thoroughly.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thoughtfulness: "What’s one thing you’d appreciate hearing from a peer about your own performance?"</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f5fa09d7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f5fa09d7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f5fa09d72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f5fa09d72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2869c40c4b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32869c40c4b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Reflect on the mock interviews and gather feedback on the process.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discussion to help students consolidate their learnings from the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a moment to reflect. In the chat, share one thing that went well during the mock interviews and one thing we can work on to improve.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is a chance to celebrate your wins and identify specific ways to grow as interviewers and interviewees.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emphasizing actionable insights. Encourage follow-up: "Why do you think that approach worked well?" or "What’s one way you’d implement that feedback in your next interview?"</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2872ca1451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2872ca1451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2872ca1451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2872ca1451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2872ca1451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2872ca1451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2872ca1451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32872ca1451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2872ca1451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32872ca1451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f5cedc378b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f5cedc378b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SLIDES_API763297998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SLIDES_API763297998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9.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8.png"/><Relationship Id="rId4" Type="http://schemas.openxmlformats.org/officeDocument/2006/relationships/image" Target="../media/image39.png"/><Relationship Id="rId5"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17.png"/><Relationship Id="rId4" Type="http://schemas.openxmlformats.org/officeDocument/2006/relationships/image" Target="../media/image31.png"/><Relationship Id="rId5"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08.png"/><Relationship Id="rId5"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0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2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0.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40.png"/><Relationship Id="rId6" Type="http://schemas.openxmlformats.org/officeDocument/2006/relationships/image" Target="../media/image3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9.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8.png"/><Relationship Id="rId4" Type="http://schemas.openxmlformats.org/officeDocument/2006/relationships/image" Target="../media/image39.png"/><Relationship Id="rId5"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 Id="rId3" Type="http://schemas.openxmlformats.org/officeDocument/2006/relationships/image" Target="../media/image17.png"/><Relationship Id="rId4" Type="http://schemas.openxmlformats.org/officeDocument/2006/relationships/image" Target="../media/image31.png"/><Relationship Id="rId5"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08.png"/><Relationship Id="rId5"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0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2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18.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0.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40.png"/><Relationship Id="rId6" Type="http://schemas.openxmlformats.org/officeDocument/2006/relationships/image" Target="../media/image3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9.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3.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8.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7.png"/><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 Id="rId3" Type="http://schemas.openxmlformats.org/officeDocument/2006/relationships/image" Target="../media/image18.png"/><Relationship Id="rId4" Type="http://schemas.openxmlformats.org/officeDocument/2006/relationships/image" Target="../media/image39.png"/><Relationship Id="rId5"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0.png"/><Relationship Id="rId3" Type="http://schemas.openxmlformats.org/officeDocument/2006/relationships/image" Target="../media/image17.png"/><Relationship Id="rId4" Type="http://schemas.openxmlformats.org/officeDocument/2006/relationships/image" Target="../media/image31.png"/><Relationship Id="rId5"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08.png"/><Relationship Id="rId5"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08.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0.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2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7.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1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0.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40.png"/><Relationship Id="rId6" Type="http://schemas.openxmlformats.org/officeDocument/2006/relationships/image" Target="../media/image35.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7" name="Shape 267"/>
        <p:cNvGrpSpPr/>
        <p:nvPr/>
      </p:nvGrpSpPr>
      <p:grpSpPr>
        <a:xfrm>
          <a:off x="0" y="0"/>
          <a:ext cx="0" cy="0"/>
          <a:chOff x="0" y="0"/>
          <a:chExt cx="0" cy="0"/>
        </a:xfrm>
      </p:grpSpPr>
      <p:pic>
        <p:nvPicPr>
          <p:cNvPr id="268" name="Google Shape;268;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9" name="Google Shape;269;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70" name="Shape 270"/>
        <p:cNvGrpSpPr/>
        <p:nvPr/>
      </p:nvGrpSpPr>
      <p:grpSpPr>
        <a:xfrm>
          <a:off x="0" y="0"/>
          <a:ext cx="0" cy="0"/>
          <a:chOff x="0" y="0"/>
          <a:chExt cx="0" cy="0"/>
        </a:xfrm>
      </p:grpSpPr>
      <p:pic>
        <p:nvPicPr>
          <p:cNvPr id="271" name="Google Shape;271;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2" name="Google Shape;272;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3" name="Google Shape;273;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5" name="Shape 275"/>
        <p:cNvGrpSpPr/>
        <p:nvPr/>
      </p:nvGrpSpPr>
      <p:grpSpPr>
        <a:xfrm>
          <a:off x="0" y="0"/>
          <a:ext cx="0" cy="0"/>
          <a:chOff x="0" y="0"/>
          <a:chExt cx="0" cy="0"/>
        </a:xfrm>
      </p:grpSpPr>
      <p:pic>
        <p:nvPicPr>
          <p:cNvPr descr="Divider4.png" id="276" name="Google Shape;276;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7" name="Google Shape;277;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8" name="Google Shape;278;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9" name="Google Shape;279;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80" name="Google Shape;280;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1" name="Google Shape;281;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2" name="Shape 282"/>
        <p:cNvGrpSpPr/>
        <p:nvPr/>
      </p:nvGrpSpPr>
      <p:grpSpPr>
        <a:xfrm>
          <a:off x="0" y="0"/>
          <a:ext cx="0" cy="0"/>
          <a:chOff x="0" y="0"/>
          <a:chExt cx="0" cy="0"/>
        </a:xfrm>
      </p:grpSpPr>
      <p:sp>
        <p:nvSpPr>
          <p:cNvPr id="283" name="Google Shape;283;p4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284" name="Google Shape;284;p44"/>
          <p:cNvGrpSpPr/>
          <p:nvPr/>
        </p:nvGrpSpPr>
        <p:grpSpPr>
          <a:xfrm rot="5400000">
            <a:off x="5719749" y="1629787"/>
            <a:ext cx="4964577" cy="1883925"/>
            <a:chOff x="4152224" y="1218499"/>
            <a:chExt cx="4964577" cy="1883925"/>
          </a:xfrm>
        </p:grpSpPr>
        <p:pic>
          <p:nvPicPr>
            <p:cNvPr id="285" name="Google Shape;285;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6" name="Google Shape;286;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7" name="Google Shape;287;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8" name="Google Shape;288;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89" name="Google Shape;289;p4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90" name="Shape 290"/>
        <p:cNvGrpSpPr/>
        <p:nvPr/>
      </p:nvGrpSpPr>
      <p:grpSpPr>
        <a:xfrm>
          <a:off x="0" y="0"/>
          <a:ext cx="0" cy="0"/>
          <a:chOff x="0" y="0"/>
          <a:chExt cx="0" cy="0"/>
        </a:xfrm>
      </p:grpSpPr>
      <p:pic>
        <p:nvPicPr>
          <p:cNvPr id="291" name="Google Shape;291;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2" name="Google Shape;292;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3" name="Google Shape;293;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4" name="Google Shape;294;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5" name="Google Shape;295;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6" name="Google Shape;296;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7" name="Google Shape;297;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8" name="Google Shape;298;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9" name="Shape 299"/>
        <p:cNvGrpSpPr/>
        <p:nvPr/>
      </p:nvGrpSpPr>
      <p:grpSpPr>
        <a:xfrm>
          <a:off x="0" y="0"/>
          <a:ext cx="0" cy="0"/>
          <a:chOff x="0" y="0"/>
          <a:chExt cx="0" cy="0"/>
        </a:xfrm>
      </p:grpSpPr>
      <p:pic>
        <p:nvPicPr>
          <p:cNvPr id="300" name="Google Shape;300;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1" name="Google Shape;301;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2" name="Google Shape;302;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3" name="Google Shape;303;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4" name="Google Shape;304;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5" name="Google Shape;305;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7" name="Shape 307"/>
        <p:cNvGrpSpPr/>
        <p:nvPr/>
      </p:nvGrpSpPr>
      <p:grpSpPr>
        <a:xfrm>
          <a:off x="0" y="0"/>
          <a:ext cx="0" cy="0"/>
          <a:chOff x="0" y="0"/>
          <a:chExt cx="0" cy="0"/>
        </a:xfrm>
      </p:grpSpPr>
      <p:pic>
        <p:nvPicPr>
          <p:cNvPr id="308" name="Google Shape;308;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9" name="Google Shape;309;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10" name="Google Shape;310;p47"/>
          <p:cNvGrpSpPr/>
          <p:nvPr/>
        </p:nvGrpSpPr>
        <p:grpSpPr>
          <a:xfrm>
            <a:off x="5709066" y="201260"/>
            <a:ext cx="2296623" cy="4424889"/>
            <a:chOff x="5598780" y="137712"/>
            <a:chExt cx="2577001" cy="4664652"/>
          </a:xfrm>
        </p:grpSpPr>
        <p:pic>
          <p:nvPicPr>
            <p:cNvPr id="311" name="Google Shape;311;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2" name="Google Shape;312;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4" name="Google Shape;314;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5" name="Google Shape;315;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7" name="Shape 317"/>
        <p:cNvGrpSpPr/>
        <p:nvPr/>
      </p:nvGrpSpPr>
      <p:grpSpPr>
        <a:xfrm>
          <a:off x="0" y="0"/>
          <a:ext cx="0" cy="0"/>
          <a:chOff x="0" y="0"/>
          <a:chExt cx="0" cy="0"/>
        </a:xfrm>
      </p:grpSpPr>
      <p:pic>
        <p:nvPicPr>
          <p:cNvPr id="318" name="Google Shape;318;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9" name="Google Shape;319;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0" name="Google Shape;320;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1" name="Google Shape;321;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5" name="Shape 325"/>
        <p:cNvGrpSpPr/>
        <p:nvPr/>
      </p:nvGrpSpPr>
      <p:grpSpPr>
        <a:xfrm>
          <a:off x="0" y="0"/>
          <a:ext cx="0" cy="0"/>
          <a:chOff x="0" y="0"/>
          <a:chExt cx="0" cy="0"/>
        </a:xfrm>
      </p:grpSpPr>
      <p:pic>
        <p:nvPicPr>
          <p:cNvPr id="326" name="Google Shape;326;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7" name="Google Shape;327;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8" name="Google Shape;328;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9" name="Google Shape;329;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0" name="Google Shape;330;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31" name="Google Shape;331;p49"/>
          <p:cNvGrpSpPr/>
          <p:nvPr/>
        </p:nvGrpSpPr>
        <p:grpSpPr>
          <a:xfrm>
            <a:off x="4344100" y="398125"/>
            <a:ext cx="4546500" cy="4222800"/>
            <a:chOff x="4344100" y="398125"/>
            <a:chExt cx="4546500" cy="4222800"/>
          </a:xfrm>
        </p:grpSpPr>
        <p:sp>
          <p:nvSpPr>
            <p:cNvPr id="332" name="Google Shape;332;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49"/>
            <p:cNvGrpSpPr/>
            <p:nvPr/>
          </p:nvGrpSpPr>
          <p:grpSpPr>
            <a:xfrm>
              <a:off x="4445450" y="524200"/>
              <a:ext cx="399495" cy="101100"/>
              <a:chOff x="4445450" y="524200"/>
              <a:chExt cx="399495" cy="101100"/>
            </a:xfrm>
          </p:grpSpPr>
          <p:sp>
            <p:nvSpPr>
              <p:cNvPr id="334" name="Google Shape;334;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8" name="Shape 338"/>
        <p:cNvGrpSpPr/>
        <p:nvPr/>
      </p:nvGrpSpPr>
      <p:grpSpPr>
        <a:xfrm>
          <a:off x="0" y="0"/>
          <a:ext cx="0" cy="0"/>
          <a:chOff x="0" y="0"/>
          <a:chExt cx="0" cy="0"/>
        </a:xfrm>
      </p:grpSpPr>
      <p:pic>
        <p:nvPicPr>
          <p:cNvPr id="339" name="Google Shape;339;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40" name="Google Shape;340;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1" name="Google Shape;341;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2" name="Google Shape;342;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3" name="Google Shape;343;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4" name="Shape 344"/>
        <p:cNvGrpSpPr/>
        <p:nvPr/>
      </p:nvGrpSpPr>
      <p:grpSpPr>
        <a:xfrm>
          <a:off x="0" y="0"/>
          <a:ext cx="0" cy="0"/>
          <a:chOff x="0" y="0"/>
          <a:chExt cx="0" cy="0"/>
        </a:xfrm>
      </p:grpSpPr>
      <p:pic>
        <p:nvPicPr>
          <p:cNvPr id="345" name="Google Shape;345;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6" name="Google Shape;346;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1"/>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8" name="Google Shape;348;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9" name="Google Shape;349;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1" name="Google Shape;351;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2" name="Google Shape;352;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3" name="Shape 353"/>
        <p:cNvGrpSpPr/>
        <p:nvPr/>
      </p:nvGrpSpPr>
      <p:grpSpPr>
        <a:xfrm>
          <a:off x="0" y="0"/>
          <a:ext cx="0" cy="0"/>
          <a:chOff x="0" y="0"/>
          <a:chExt cx="0" cy="0"/>
        </a:xfrm>
      </p:grpSpPr>
      <p:pic>
        <p:nvPicPr>
          <p:cNvPr id="354" name="Google Shape;354;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5" name="Google Shape;355;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6" name="Google Shape;356;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7" name="Google Shape;357;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8" name="Google Shape;358;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60" name="Google Shape;360;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61" name="Google Shape;361;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2" name="Google Shape;362;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3" name="Shape 363"/>
        <p:cNvGrpSpPr/>
        <p:nvPr/>
      </p:nvGrpSpPr>
      <p:grpSpPr>
        <a:xfrm>
          <a:off x="0" y="0"/>
          <a:ext cx="0" cy="0"/>
          <a:chOff x="0" y="0"/>
          <a:chExt cx="0" cy="0"/>
        </a:xfrm>
      </p:grpSpPr>
      <p:pic>
        <p:nvPicPr>
          <p:cNvPr id="364" name="Google Shape;364;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5" name="Google Shape;365;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6" name="Google Shape;366;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7" name="Google Shape;367;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8" name="Google Shape;368;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9" name="Google Shape;369;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70" name="Google Shape;370;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71" name="Google Shape;371;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2" name="Shape 372"/>
        <p:cNvGrpSpPr/>
        <p:nvPr/>
      </p:nvGrpSpPr>
      <p:grpSpPr>
        <a:xfrm>
          <a:off x="0" y="0"/>
          <a:ext cx="0" cy="0"/>
          <a:chOff x="0" y="0"/>
          <a:chExt cx="0" cy="0"/>
        </a:xfrm>
      </p:grpSpPr>
      <p:pic>
        <p:nvPicPr>
          <p:cNvPr id="373" name="Google Shape;373;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4" name="Google Shape;374;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5" name="Google Shape;375;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6" name="Google Shape;376;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7" name="Google Shape;377;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8" name="Google Shape;378;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80" name="Google Shape;380;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1" name="Google Shape;381;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2" name="Shape 382"/>
        <p:cNvGrpSpPr/>
        <p:nvPr/>
      </p:nvGrpSpPr>
      <p:grpSpPr>
        <a:xfrm>
          <a:off x="0" y="0"/>
          <a:ext cx="0" cy="0"/>
          <a:chOff x="0" y="0"/>
          <a:chExt cx="0" cy="0"/>
        </a:xfrm>
      </p:grpSpPr>
      <p:pic>
        <p:nvPicPr>
          <p:cNvPr id="383" name="Google Shape;383;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4" name="Google Shape;384;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5" name="Google Shape;385;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6" name="Google Shape;386;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7" name="Google Shape;387;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8" name="Google Shape;388;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9" name="Google Shape;389;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90" name="Google Shape;390;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1" name="Google Shape;391;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2" name="Shape 392"/>
        <p:cNvGrpSpPr/>
        <p:nvPr/>
      </p:nvGrpSpPr>
      <p:grpSpPr>
        <a:xfrm>
          <a:off x="0" y="0"/>
          <a:ext cx="0" cy="0"/>
          <a:chOff x="0" y="0"/>
          <a:chExt cx="0" cy="0"/>
        </a:xfrm>
      </p:grpSpPr>
      <p:pic>
        <p:nvPicPr>
          <p:cNvPr id="393" name="Google Shape;393;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4" name="Google Shape;394;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5" name="Google Shape;395;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6" name="Google Shape;396;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7" name="Google Shape;397;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8" name="Google Shape;398;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9" name="Google Shape;399;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00" name="Google Shape;400;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1" name="Google Shape;401;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2" name="Shape 402"/>
        <p:cNvGrpSpPr/>
        <p:nvPr/>
      </p:nvGrpSpPr>
      <p:grpSpPr>
        <a:xfrm>
          <a:off x="0" y="0"/>
          <a:ext cx="0" cy="0"/>
          <a:chOff x="0" y="0"/>
          <a:chExt cx="0" cy="0"/>
        </a:xfrm>
      </p:grpSpPr>
      <p:pic>
        <p:nvPicPr>
          <p:cNvPr id="403" name="Google Shape;403;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4" name="Google Shape;404;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5" name="Google Shape;405;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6" name="Google Shape;406;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7" name="Google Shape;407;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8" name="Google Shape;408;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10" name="Google Shape;410;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1" name="Google Shape;411;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2" name="Shape 412"/>
        <p:cNvGrpSpPr/>
        <p:nvPr/>
      </p:nvGrpSpPr>
      <p:grpSpPr>
        <a:xfrm>
          <a:off x="0" y="0"/>
          <a:ext cx="0" cy="0"/>
          <a:chOff x="0" y="0"/>
          <a:chExt cx="0" cy="0"/>
        </a:xfrm>
      </p:grpSpPr>
      <p:pic>
        <p:nvPicPr>
          <p:cNvPr id="413" name="Google Shape;413;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4" name="Google Shape;414;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5" name="Google Shape;415;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6" name="Google Shape;416;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7" name="Google Shape;417;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20" name="Google Shape;420;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1" name="Google Shape;421;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2" name="Google Shape;422;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3" name="Shape 423"/>
        <p:cNvGrpSpPr/>
        <p:nvPr/>
      </p:nvGrpSpPr>
      <p:grpSpPr>
        <a:xfrm>
          <a:off x="0" y="0"/>
          <a:ext cx="0" cy="0"/>
          <a:chOff x="0" y="0"/>
          <a:chExt cx="0" cy="0"/>
        </a:xfrm>
      </p:grpSpPr>
      <p:pic>
        <p:nvPicPr>
          <p:cNvPr id="424" name="Google Shape;424;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5" name="Google Shape;425;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6" name="Google Shape;426;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7" name="Google Shape;427;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8" name="Google Shape;428;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9" name="Google Shape;429;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0" name="Google Shape;430;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1" name="Google Shape;431;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2" name="Google Shape;432;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33" name="Shape 433"/>
        <p:cNvGrpSpPr/>
        <p:nvPr/>
      </p:nvGrpSpPr>
      <p:grpSpPr>
        <a:xfrm>
          <a:off x="0" y="0"/>
          <a:ext cx="0" cy="0"/>
          <a:chOff x="0" y="0"/>
          <a:chExt cx="0" cy="0"/>
        </a:xfrm>
      </p:grpSpPr>
      <p:pic>
        <p:nvPicPr>
          <p:cNvPr id="434" name="Google Shape;434;p6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35" name="Google Shape;435;p6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36" name="Google Shape;436;p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37" name="Google Shape;437;p6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39" name="Google Shape;439;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0" name="Google Shape;440;p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1" name="Google Shape;441;p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2" name="Google Shape;442;p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43" name="Shape 443"/>
        <p:cNvGrpSpPr/>
        <p:nvPr/>
      </p:nvGrpSpPr>
      <p:grpSpPr>
        <a:xfrm>
          <a:off x="0" y="0"/>
          <a:ext cx="0" cy="0"/>
          <a:chOff x="0" y="0"/>
          <a:chExt cx="0" cy="0"/>
        </a:xfrm>
      </p:grpSpPr>
      <p:pic>
        <p:nvPicPr>
          <p:cNvPr id="444" name="Google Shape;444;p6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45" name="Google Shape;445;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6" name="Google Shape;446;p6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47" name="Google Shape;447;p6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48" name="Google Shape;448;p61"/>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49" name="Google Shape;449;p6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50" name="Shape 450"/>
        <p:cNvGrpSpPr/>
        <p:nvPr/>
      </p:nvGrpSpPr>
      <p:grpSpPr>
        <a:xfrm>
          <a:off x="0" y="0"/>
          <a:ext cx="0" cy="0"/>
          <a:chOff x="0" y="0"/>
          <a:chExt cx="0" cy="0"/>
        </a:xfrm>
      </p:grpSpPr>
      <p:pic>
        <p:nvPicPr>
          <p:cNvPr descr="Divider1.png" id="451" name="Google Shape;451;p6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2" name="Google Shape;452;p6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3" name="Google Shape;453;p6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54" name="Shape 454"/>
        <p:cNvGrpSpPr/>
        <p:nvPr/>
      </p:nvGrpSpPr>
      <p:grpSpPr>
        <a:xfrm>
          <a:off x="0" y="0"/>
          <a:ext cx="0" cy="0"/>
          <a:chOff x="0" y="0"/>
          <a:chExt cx="0" cy="0"/>
        </a:xfrm>
      </p:grpSpPr>
      <p:pic>
        <p:nvPicPr>
          <p:cNvPr id="455" name="Google Shape;455;p6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56" name="Google Shape;456;p6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57" name="Google Shape;457;p63"/>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3"/>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59" name="Shape 459"/>
        <p:cNvGrpSpPr/>
        <p:nvPr/>
      </p:nvGrpSpPr>
      <p:grpSpPr>
        <a:xfrm>
          <a:off x="0" y="0"/>
          <a:ext cx="0" cy="0"/>
          <a:chOff x="0" y="0"/>
          <a:chExt cx="0" cy="0"/>
        </a:xfrm>
      </p:grpSpPr>
      <p:pic>
        <p:nvPicPr>
          <p:cNvPr id="460" name="Google Shape;460;p6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1" name="Shape 461"/>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2" name="Shape 462"/>
        <p:cNvGrpSpPr/>
        <p:nvPr/>
      </p:nvGrpSpPr>
      <p:grpSpPr>
        <a:xfrm>
          <a:off x="0" y="0"/>
          <a:ext cx="0" cy="0"/>
          <a:chOff x="0" y="0"/>
          <a:chExt cx="0" cy="0"/>
        </a:xfrm>
      </p:grpSpPr>
      <p:grpSp>
        <p:nvGrpSpPr>
          <p:cNvPr id="463" name="Google Shape;463;p66"/>
          <p:cNvGrpSpPr/>
          <p:nvPr/>
        </p:nvGrpSpPr>
        <p:grpSpPr>
          <a:xfrm>
            <a:off x="6262100" y="-3850"/>
            <a:ext cx="2886900" cy="485125"/>
            <a:chOff x="6262100" y="-3850"/>
            <a:chExt cx="2886900" cy="485125"/>
          </a:xfrm>
        </p:grpSpPr>
        <p:pic>
          <p:nvPicPr>
            <p:cNvPr descr="1.png" id="464" name="Google Shape;464;p6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65" name="Google Shape;465;p6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66" name="Google Shape;466;p6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67" name="Google Shape;467;p6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68" name="Google Shape;468;p6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69" name="Google Shape;469;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0" name="Google Shape;470;p6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1" name="Google Shape;471;p6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2" name="Google Shape;472;p6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73" name="Google Shape;473;p6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74" name="Google Shape;474;p6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75" name="Google Shape;475;p6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76" name="Google Shape;476;p6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77" name="Shape 477"/>
        <p:cNvGrpSpPr/>
        <p:nvPr/>
      </p:nvGrpSpPr>
      <p:grpSpPr>
        <a:xfrm>
          <a:off x="0" y="0"/>
          <a:ext cx="0" cy="0"/>
          <a:chOff x="0" y="0"/>
          <a:chExt cx="0" cy="0"/>
        </a:xfrm>
      </p:grpSpPr>
      <p:pic>
        <p:nvPicPr>
          <p:cNvPr id="478" name="Google Shape;478;p6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79" name="Google Shape;479;p6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80" name="Google Shape;480;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81" name="Google Shape;481;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2" name="Google Shape;482;p67"/>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83" name="Google Shape;483;p67"/>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7" name="Shape 487"/>
        <p:cNvGrpSpPr/>
        <p:nvPr/>
      </p:nvGrpSpPr>
      <p:grpSpPr>
        <a:xfrm>
          <a:off x="0" y="0"/>
          <a:ext cx="0" cy="0"/>
          <a:chOff x="0" y="0"/>
          <a:chExt cx="0" cy="0"/>
        </a:xfrm>
      </p:grpSpPr>
      <p:pic>
        <p:nvPicPr>
          <p:cNvPr id="488" name="Google Shape;488;p6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9" name="Google Shape;489;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90" name="Shape 490"/>
        <p:cNvGrpSpPr/>
        <p:nvPr/>
      </p:nvGrpSpPr>
      <p:grpSpPr>
        <a:xfrm>
          <a:off x="0" y="0"/>
          <a:ext cx="0" cy="0"/>
          <a:chOff x="0" y="0"/>
          <a:chExt cx="0" cy="0"/>
        </a:xfrm>
      </p:grpSpPr>
      <p:pic>
        <p:nvPicPr>
          <p:cNvPr id="491" name="Google Shape;491;p7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92" name="Google Shape;492;p7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93" name="Google Shape;493;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7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95" name="Shape 495"/>
        <p:cNvGrpSpPr/>
        <p:nvPr/>
      </p:nvGrpSpPr>
      <p:grpSpPr>
        <a:xfrm>
          <a:off x="0" y="0"/>
          <a:ext cx="0" cy="0"/>
          <a:chOff x="0" y="0"/>
          <a:chExt cx="0" cy="0"/>
        </a:xfrm>
      </p:grpSpPr>
      <p:pic>
        <p:nvPicPr>
          <p:cNvPr descr="Divider4.png" id="496" name="Google Shape;496;p7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7" name="Google Shape;497;p7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8" name="Google Shape;498;p7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9" name="Google Shape;499;p7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00" name="Google Shape;500;p7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01" name="Google Shape;501;p7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02" name="Shape 502"/>
        <p:cNvGrpSpPr/>
        <p:nvPr/>
      </p:nvGrpSpPr>
      <p:grpSpPr>
        <a:xfrm>
          <a:off x="0" y="0"/>
          <a:ext cx="0" cy="0"/>
          <a:chOff x="0" y="0"/>
          <a:chExt cx="0" cy="0"/>
        </a:xfrm>
      </p:grpSpPr>
      <p:sp>
        <p:nvSpPr>
          <p:cNvPr id="503" name="Google Shape;503;p72"/>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504" name="Google Shape;504;p72"/>
          <p:cNvGrpSpPr/>
          <p:nvPr/>
        </p:nvGrpSpPr>
        <p:grpSpPr>
          <a:xfrm rot="5400000">
            <a:off x="5719749" y="1629787"/>
            <a:ext cx="4964577" cy="1883925"/>
            <a:chOff x="4152224" y="1218499"/>
            <a:chExt cx="4964577" cy="1883925"/>
          </a:xfrm>
        </p:grpSpPr>
        <p:pic>
          <p:nvPicPr>
            <p:cNvPr id="505" name="Google Shape;505;p7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06" name="Google Shape;506;p7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7" name="Google Shape;507;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8" name="Google Shape;508;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09" name="Google Shape;509;p72"/>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10" name="Shape 510"/>
        <p:cNvGrpSpPr/>
        <p:nvPr/>
      </p:nvGrpSpPr>
      <p:grpSpPr>
        <a:xfrm>
          <a:off x="0" y="0"/>
          <a:ext cx="0" cy="0"/>
          <a:chOff x="0" y="0"/>
          <a:chExt cx="0" cy="0"/>
        </a:xfrm>
      </p:grpSpPr>
      <p:pic>
        <p:nvPicPr>
          <p:cNvPr id="511" name="Google Shape;511;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2" name="Google Shape;512;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13" name="Google Shape;513;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14" name="Google Shape;514;p7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15" name="Google Shape;515;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16" name="Google Shape;516;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7" name="Google Shape;517;p7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8" name="Google Shape;518;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9" name="Shape 519"/>
        <p:cNvGrpSpPr/>
        <p:nvPr/>
      </p:nvGrpSpPr>
      <p:grpSpPr>
        <a:xfrm>
          <a:off x="0" y="0"/>
          <a:ext cx="0" cy="0"/>
          <a:chOff x="0" y="0"/>
          <a:chExt cx="0" cy="0"/>
        </a:xfrm>
      </p:grpSpPr>
      <p:pic>
        <p:nvPicPr>
          <p:cNvPr id="520" name="Google Shape;520;p7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1" name="Google Shape;521;p7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22" name="Google Shape;522;p7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23" name="Google Shape;523;p7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24" name="Google Shape;524;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25" name="Google Shape;525;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6" name="Google Shape;526;p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27" name="Shape 527"/>
        <p:cNvGrpSpPr/>
        <p:nvPr/>
      </p:nvGrpSpPr>
      <p:grpSpPr>
        <a:xfrm>
          <a:off x="0" y="0"/>
          <a:ext cx="0" cy="0"/>
          <a:chOff x="0" y="0"/>
          <a:chExt cx="0" cy="0"/>
        </a:xfrm>
      </p:grpSpPr>
      <p:pic>
        <p:nvPicPr>
          <p:cNvPr id="528" name="Google Shape;528;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9" name="Google Shape;529;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30" name="Google Shape;530;p75"/>
          <p:cNvGrpSpPr/>
          <p:nvPr/>
        </p:nvGrpSpPr>
        <p:grpSpPr>
          <a:xfrm>
            <a:off x="5709066" y="201260"/>
            <a:ext cx="2296623" cy="4424889"/>
            <a:chOff x="5598780" y="137712"/>
            <a:chExt cx="2577001" cy="4664652"/>
          </a:xfrm>
        </p:grpSpPr>
        <p:pic>
          <p:nvPicPr>
            <p:cNvPr id="531" name="Google Shape;531;p7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32" name="Google Shape;532;p7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 name="Google Shape;533;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4" name="Google Shape;534;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5" name="Google Shape;535;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7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37" name="Shape 537"/>
        <p:cNvGrpSpPr/>
        <p:nvPr/>
      </p:nvGrpSpPr>
      <p:grpSpPr>
        <a:xfrm>
          <a:off x="0" y="0"/>
          <a:ext cx="0" cy="0"/>
          <a:chOff x="0" y="0"/>
          <a:chExt cx="0" cy="0"/>
        </a:xfrm>
      </p:grpSpPr>
      <p:pic>
        <p:nvPicPr>
          <p:cNvPr id="538" name="Google Shape;538;p7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9" name="Google Shape;539;p7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0" name="Google Shape;540;p7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1" name="Google Shape;541;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2" name="Google Shape;542;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3" name="Google Shape;543;p7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4" name="Google Shape;544;p7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45" name="Shape 545"/>
        <p:cNvGrpSpPr/>
        <p:nvPr/>
      </p:nvGrpSpPr>
      <p:grpSpPr>
        <a:xfrm>
          <a:off x="0" y="0"/>
          <a:ext cx="0" cy="0"/>
          <a:chOff x="0" y="0"/>
          <a:chExt cx="0" cy="0"/>
        </a:xfrm>
      </p:grpSpPr>
      <p:pic>
        <p:nvPicPr>
          <p:cNvPr id="546" name="Google Shape;546;p7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47" name="Google Shape;547;p7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8" name="Google Shape;548;p7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9" name="Google Shape;549;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0" name="Google Shape;550;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51" name="Google Shape;551;p77"/>
          <p:cNvGrpSpPr/>
          <p:nvPr/>
        </p:nvGrpSpPr>
        <p:grpSpPr>
          <a:xfrm>
            <a:off x="4344100" y="398125"/>
            <a:ext cx="4546500" cy="4222800"/>
            <a:chOff x="4344100" y="398125"/>
            <a:chExt cx="4546500" cy="4222800"/>
          </a:xfrm>
        </p:grpSpPr>
        <p:sp>
          <p:nvSpPr>
            <p:cNvPr id="552" name="Google Shape;552;p7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3" name="Google Shape;553;p77"/>
            <p:cNvGrpSpPr/>
            <p:nvPr/>
          </p:nvGrpSpPr>
          <p:grpSpPr>
            <a:xfrm>
              <a:off x="4445450" y="524200"/>
              <a:ext cx="399495" cy="101100"/>
              <a:chOff x="4445450" y="524200"/>
              <a:chExt cx="399495" cy="101100"/>
            </a:xfrm>
          </p:grpSpPr>
          <p:sp>
            <p:nvSpPr>
              <p:cNvPr id="554" name="Google Shape;554;p7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7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8" name="Shape 558"/>
        <p:cNvGrpSpPr/>
        <p:nvPr/>
      </p:nvGrpSpPr>
      <p:grpSpPr>
        <a:xfrm>
          <a:off x="0" y="0"/>
          <a:ext cx="0" cy="0"/>
          <a:chOff x="0" y="0"/>
          <a:chExt cx="0" cy="0"/>
        </a:xfrm>
      </p:grpSpPr>
      <p:pic>
        <p:nvPicPr>
          <p:cNvPr id="559" name="Google Shape;559;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60" name="Google Shape;560;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1" name="Google Shape;561;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2" name="Google Shape;562;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3" name="Google Shape;563;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64" name="Shape 564"/>
        <p:cNvGrpSpPr/>
        <p:nvPr/>
      </p:nvGrpSpPr>
      <p:grpSpPr>
        <a:xfrm>
          <a:off x="0" y="0"/>
          <a:ext cx="0" cy="0"/>
          <a:chOff x="0" y="0"/>
          <a:chExt cx="0" cy="0"/>
        </a:xfrm>
      </p:grpSpPr>
      <p:pic>
        <p:nvPicPr>
          <p:cNvPr id="565" name="Google Shape;565;p7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66" name="Google Shape;566;p7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9"/>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8" name="Google Shape;568;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9" name="Google Shape;569;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0" name="Google Shape;570;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1" name="Google Shape;571;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72" name="Google Shape;572;p7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73" name="Shape 573"/>
        <p:cNvGrpSpPr/>
        <p:nvPr/>
      </p:nvGrpSpPr>
      <p:grpSpPr>
        <a:xfrm>
          <a:off x="0" y="0"/>
          <a:ext cx="0" cy="0"/>
          <a:chOff x="0" y="0"/>
          <a:chExt cx="0" cy="0"/>
        </a:xfrm>
      </p:grpSpPr>
      <p:pic>
        <p:nvPicPr>
          <p:cNvPr id="574" name="Google Shape;574;p80"/>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75" name="Google Shape;575;p80"/>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76" name="Google Shape;576;p8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77" name="Google Shape;577;p8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78" name="Google Shape;578;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8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580" name="Google Shape;580;p8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81" name="Google Shape;581;p8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82" name="Google Shape;582;p80"/>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83" name="Shape 583"/>
        <p:cNvGrpSpPr/>
        <p:nvPr/>
      </p:nvGrpSpPr>
      <p:grpSpPr>
        <a:xfrm>
          <a:off x="0" y="0"/>
          <a:ext cx="0" cy="0"/>
          <a:chOff x="0" y="0"/>
          <a:chExt cx="0" cy="0"/>
        </a:xfrm>
      </p:grpSpPr>
      <p:pic>
        <p:nvPicPr>
          <p:cNvPr id="584" name="Google Shape;584;p8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85" name="Google Shape;585;p8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586" name="Google Shape;586;p8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87" name="Google Shape;587;p8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8" name="Google Shape;588;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89" name="Google Shape;589;p81"/>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590" name="Google Shape;590;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591" name="Google Shape;591;p8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592" name="Shape 592"/>
        <p:cNvGrpSpPr/>
        <p:nvPr/>
      </p:nvGrpSpPr>
      <p:grpSpPr>
        <a:xfrm>
          <a:off x="0" y="0"/>
          <a:ext cx="0" cy="0"/>
          <a:chOff x="0" y="0"/>
          <a:chExt cx="0" cy="0"/>
        </a:xfrm>
      </p:grpSpPr>
      <p:pic>
        <p:nvPicPr>
          <p:cNvPr id="593" name="Google Shape;593;p82"/>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594" name="Google Shape;594;p8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95" name="Google Shape;595;p8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596" name="Google Shape;596;p8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7" name="Google Shape;597;p8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98" name="Google Shape;598;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00" name="Google Shape;600;p8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1" name="Google Shape;601;p8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02" name="Shape 602"/>
        <p:cNvGrpSpPr/>
        <p:nvPr/>
      </p:nvGrpSpPr>
      <p:grpSpPr>
        <a:xfrm>
          <a:off x="0" y="0"/>
          <a:ext cx="0" cy="0"/>
          <a:chOff x="0" y="0"/>
          <a:chExt cx="0" cy="0"/>
        </a:xfrm>
      </p:grpSpPr>
      <p:pic>
        <p:nvPicPr>
          <p:cNvPr id="603" name="Google Shape;603;p8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04" name="Google Shape;604;p83"/>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05" name="Google Shape;605;p8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06" name="Google Shape;606;p8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7" name="Google Shape;607;p8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08" name="Google Shape;608;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9" name="Google Shape;609;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10" name="Google Shape;610;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1" name="Google Shape;611;p8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12" name="Shape 612"/>
        <p:cNvGrpSpPr/>
        <p:nvPr/>
      </p:nvGrpSpPr>
      <p:grpSpPr>
        <a:xfrm>
          <a:off x="0" y="0"/>
          <a:ext cx="0" cy="0"/>
          <a:chOff x="0" y="0"/>
          <a:chExt cx="0" cy="0"/>
        </a:xfrm>
      </p:grpSpPr>
      <p:pic>
        <p:nvPicPr>
          <p:cNvPr id="613" name="Google Shape;613;p84"/>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14" name="Google Shape;614;p8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15" name="Google Shape;615;p8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16" name="Google Shape;616;p84"/>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7" name="Google Shape;617;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8" name="Google Shape;618;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9" name="Google Shape;619;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20" name="Google Shape;620;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1" name="Google Shape;621;p84"/>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22" name="Shape 622"/>
        <p:cNvGrpSpPr/>
        <p:nvPr/>
      </p:nvGrpSpPr>
      <p:grpSpPr>
        <a:xfrm>
          <a:off x="0" y="0"/>
          <a:ext cx="0" cy="0"/>
          <a:chOff x="0" y="0"/>
          <a:chExt cx="0" cy="0"/>
        </a:xfrm>
      </p:grpSpPr>
      <p:pic>
        <p:nvPicPr>
          <p:cNvPr id="623" name="Google Shape;623;p85"/>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24" name="Google Shape;624;p8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25" name="Google Shape;625;p8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26" name="Google Shape;626;p85"/>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7" name="Google Shape;627;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8" name="Google Shape;628;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9" name="Google Shape;629;p8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30" name="Google Shape;630;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1" name="Google Shape;631;p8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32" name="Shape 632"/>
        <p:cNvGrpSpPr/>
        <p:nvPr/>
      </p:nvGrpSpPr>
      <p:grpSpPr>
        <a:xfrm>
          <a:off x="0" y="0"/>
          <a:ext cx="0" cy="0"/>
          <a:chOff x="0" y="0"/>
          <a:chExt cx="0" cy="0"/>
        </a:xfrm>
      </p:grpSpPr>
      <p:pic>
        <p:nvPicPr>
          <p:cNvPr id="633" name="Google Shape;633;p86"/>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34" name="Google Shape;634;p86"/>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35" name="Google Shape;635;p86"/>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36" name="Google Shape;636;p8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37" name="Google Shape;637;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8" name="Google Shape;638;p86"/>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6"/>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40" name="Google Shape;640;p86"/>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1" name="Google Shape;641;p86"/>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42" name="Google Shape;642;p86"/>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43" name="Shape 643"/>
        <p:cNvGrpSpPr/>
        <p:nvPr/>
      </p:nvGrpSpPr>
      <p:grpSpPr>
        <a:xfrm>
          <a:off x="0" y="0"/>
          <a:ext cx="0" cy="0"/>
          <a:chOff x="0" y="0"/>
          <a:chExt cx="0" cy="0"/>
        </a:xfrm>
      </p:grpSpPr>
      <p:pic>
        <p:nvPicPr>
          <p:cNvPr id="644" name="Google Shape;644;p8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45" name="Google Shape;645;p8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46" name="Google Shape;646;p8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7" name="Google Shape;647;p87"/>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8" name="Google Shape;648;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9" name="Google Shape;649;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0" name="Google Shape;650;p8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51" name="Google Shape;651;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2" name="Google Shape;652;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53" name="Shape 653"/>
        <p:cNvGrpSpPr/>
        <p:nvPr/>
      </p:nvGrpSpPr>
      <p:grpSpPr>
        <a:xfrm>
          <a:off x="0" y="0"/>
          <a:ext cx="0" cy="0"/>
          <a:chOff x="0" y="0"/>
          <a:chExt cx="0" cy="0"/>
        </a:xfrm>
      </p:grpSpPr>
      <p:pic>
        <p:nvPicPr>
          <p:cNvPr id="654" name="Google Shape;654;p8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55" name="Google Shape;655;p8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56" name="Google Shape;656;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7" name="Google Shape;657;p8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8" name="Google Shape;658;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9" name="Google Shape;659;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0" name="Google Shape;660;p8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61" name="Google Shape;661;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2" name="Google Shape;662;p8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663" name="Shape 663"/>
        <p:cNvGrpSpPr/>
        <p:nvPr/>
      </p:nvGrpSpPr>
      <p:grpSpPr>
        <a:xfrm>
          <a:off x="0" y="0"/>
          <a:ext cx="0" cy="0"/>
          <a:chOff x="0" y="0"/>
          <a:chExt cx="0" cy="0"/>
        </a:xfrm>
      </p:grpSpPr>
      <p:pic>
        <p:nvPicPr>
          <p:cNvPr id="664" name="Google Shape;664;p8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665" name="Google Shape;665;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6" name="Google Shape;666;p89"/>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667" name="Google Shape;667;p89"/>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668" name="Google Shape;668;p89"/>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669" name="Google Shape;669;p89"/>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70" name="Shape 670"/>
        <p:cNvGrpSpPr/>
        <p:nvPr/>
      </p:nvGrpSpPr>
      <p:grpSpPr>
        <a:xfrm>
          <a:off x="0" y="0"/>
          <a:ext cx="0" cy="0"/>
          <a:chOff x="0" y="0"/>
          <a:chExt cx="0" cy="0"/>
        </a:xfrm>
      </p:grpSpPr>
      <p:pic>
        <p:nvPicPr>
          <p:cNvPr descr="Divider1.png" id="671" name="Google Shape;671;p9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72" name="Google Shape;672;p90"/>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3" name="Google Shape;673;p9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74" name="Shape 674"/>
        <p:cNvGrpSpPr/>
        <p:nvPr/>
      </p:nvGrpSpPr>
      <p:grpSpPr>
        <a:xfrm>
          <a:off x="0" y="0"/>
          <a:ext cx="0" cy="0"/>
          <a:chOff x="0" y="0"/>
          <a:chExt cx="0" cy="0"/>
        </a:xfrm>
      </p:grpSpPr>
      <p:pic>
        <p:nvPicPr>
          <p:cNvPr id="675" name="Google Shape;675;p91"/>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76" name="Google Shape;676;p91"/>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77" name="Google Shape;677;p91"/>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91"/>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79" name="Shape 679"/>
        <p:cNvGrpSpPr/>
        <p:nvPr/>
      </p:nvGrpSpPr>
      <p:grpSpPr>
        <a:xfrm>
          <a:off x="0" y="0"/>
          <a:ext cx="0" cy="0"/>
          <a:chOff x="0" y="0"/>
          <a:chExt cx="0" cy="0"/>
        </a:xfrm>
      </p:grpSpPr>
      <p:pic>
        <p:nvPicPr>
          <p:cNvPr id="680" name="Google Shape;680;p9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81" name="Shape 681"/>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682" name="Shape 682"/>
        <p:cNvGrpSpPr/>
        <p:nvPr/>
      </p:nvGrpSpPr>
      <p:grpSpPr>
        <a:xfrm>
          <a:off x="0" y="0"/>
          <a:ext cx="0" cy="0"/>
          <a:chOff x="0" y="0"/>
          <a:chExt cx="0" cy="0"/>
        </a:xfrm>
      </p:grpSpPr>
      <p:grpSp>
        <p:nvGrpSpPr>
          <p:cNvPr id="683" name="Google Shape;683;p94"/>
          <p:cNvGrpSpPr/>
          <p:nvPr/>
        </p:nvGrpSpPr>
        <p:grpSpPr>
          <a:xfrm>
            <a:off x="6262100" y="-3850"/>
            <a:ext cx="2886900" cy="485125"/>
            <a:chOff x="6262100" y="-3850"/>
            <a:chExt cx="2886900" cy="485125"/>
          </a:xfrm>
        </p:grpSpPr>
        <p:pic>
          <p:nvPicPr>
            <p:cNvPr descr="1.png" id="684" name="Google Shape;684;p94"/>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685" name="Google Shape;685;p94"/>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686" name="Google Shape;686;p94"/>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687" name="Google Shape;687;p94"/>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688" name="Google Shape;688;p9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89" name="Google Shape;689;p9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0" name="Google Shape;690;p94"/>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691" name="Google Shape;691;p94"/>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692" name="Google Shape;692;p94"/>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693" name="Google Shape;693;p94"/>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694" name="Google Shape;694;p94"/>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695" name="Google Shape;695;p94"/>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696" name="Google Shape;696;p94"/>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697" name="Shape 697"/>
        <p:cNvGrpSpPr/>
        <p:nvPr/>
      </p:nvGrpSpPr>
      <p:grpSpPr>
        <a:xfrm>
          <a:off x="0" y="0"/>
          <a:ext cx="0" cy="0"/>
          <a:chOff x="0" y="0"/>
          <a:chExt cx="0" cy="0"/>
        </a:xfrm>
      </p:grpSpPr>
      <p:pic>
        <p:nvPicPr>
          <p:cNvPr id="698" name="Google Shape;698;p9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99" name="Google Shape;699;p95"/>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700" name="Google Shape;700;p9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01" name="Google Shape;701;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2" name="Google Shape;702;p95"/>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703" name="Google Shape;703;p95"/>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05" name="Shape 70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8" Type="http://schemas.openxmlformats.org/officeDocument/2006/relationships/theme" Target="../theme/theme3.xml"/><Relationship Id="rId27" Type="http://schemas.openxmlformats.org/officeDocument/2006/relationships/slideLayout" Target="../slideLayouts/slideLayout6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4.xml"/><Relationship Id="rId22" Type="http://schemas.openxmlformats.org/officeDocument/2006/relationships/slideLayout" Target="../slideLayouts/slideLayout86.xml"/><Relationship Id="rId21" Type="http://schemas.openxmlformats.org/officeDocument/2006/relationships/slideLayout" Target="../slideLayouts/slideLayout85.xml"/><Relationship Id="rId24" Type="http://schemas.openxmlformats.org/officeDocument/2006/relationships/slideLayout" Target="../slideLayouts/slideLayout88.xml"/><Relationship Id="rId23" Type="http://schemas.openxmlformats.org/officeDocument/2006/relationships/slideLayout" Target="../slideLayouts/slideLayout87.xml"/><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26" Type="http://schemas.openxmlformats.org/officeDocument/2006/relationships/slideLayout" Target="../slideLayouts/slideLayout90.xml"/><Relationship Id="rId25" Type="http://schemas.openxmlformats.org/officeDocument/2006/relationships/slideLayout" Target="../slideLayouts/slideLayout89.xml"/><Relationship Id="rId28" Type="http://schemas.openxmlformats.org/officeDocument/2006/relationships/theme" Target="../theme/theme5.xml"/><Relationship Id="rId27" Type="http://schemas.openxmlformats.org/officeDocument/2006/relationships/slideLayout" Target="../slideLayouts/slideLayout91.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11" Type="http://schemas.openxmlformats.org/officeDocument/2006/relationships/slideLayout" Target="../slideLayouts/slideLayout75.xml"/><Relationship Id="rId10" Type="http://schemas.openxmlformats.org/officeDocument/2006/relationships/slideLayout" Target="../slideLayouts/slideLayout74.xml"/><Relationship Id="rId13" Type="http://schemas.openxmlformats.org/officeDocument/2006/relationships/slideLayout" Target="../slideLayouts/slideLayout77.xml"/><Relationship Id="rId12" Type="http://schemas.openxmlformats.org/officeDocument/2006/relationships/slideLayout" Target="../slideLayouts/slideLayout76.xml"/><Relationship Id="rId15" Type="http://schemas.openxmlformats.org/officeDocument/2006/relationships/slideLayout" Target="../slideLayouts/slideLayout79.xml"/><Relationship Id="rId14" Type="http://schemas.openxmlformats.org/officeDocument/2006/relationships/slideLayout" Target="../slideLayouts/slideLayout78.xml"/><Relationship Id="rId17" Type="http://schemas.openxmlformats.org/officeDocument/2006/relationships/slideLayout" Target="../slideLayouts/slideLayout81.xml"/><Relationship Id="rId16" Type="http://schemas.openxmlformats.org/officeDocument/2006/relationships/slideLayout" Target="../slideLayouts/slideLayout80.xml"/><Relationship Id="rId19" Type="http://schemas.openxmlformats.org/officeDocument/2006/relationships/slideLayout" Target="../slideLayouts/slideLayout83.xml"/><Relationship Id="rId18" Type="http://schemas.openxmlformats.org/officeDocument/2006/relationships/slideLayout" Target="../slideLayouts/slideLayout8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4" name="Shape 264"/>
        <p:cNvGrpSpPr/>
        <p:nvPr/>
      </p:nvGrpSpPr>
      <p:grpSpPr>
        <a:xfrm>
          <a:off x="0" y="0"/>
          <a:ext cx="0" cy="0"/>
          <a:chOff x="0" y="0"/>
          <a:chExt cx="0" cy="0"/>
        </a:xfrm>
      </p:grpSpPr>
      <p:sp>
        <p:nvSpPr>
          <p:cNvPr id="265" name="Google Shape;26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6" name="Google Shape;266;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4" name="Shape 484"/>
        <p:cNvGrpSpPr/>
        <p:nvPr/>
      </p:nvGrpSpPr>
      <p:grpSpPr>
        <a:xfrm>
          <a:off x="0" y="0"/>
          <a:ext cx="0" cy="0"/>
          <a:chOff x="0" y="0"/>
          <a:chExt cx="0" cy="0"/>
        </a:xfrm>
      </p:grpSpPr>
      <p:sp>
        <p:nvSpPr>
          <p:cNvPr id="485" name="Google Shape;48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86" name="Google Shape;486;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3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openxmlformats.org/officeDocument/2006/relationships/image" Target="../media/image137.png"/><Relationship Id="rId4" Type="http://schemas.openxmlformats.org/officeDocument/2006/relationships/image" Target="../media/image13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7.xml"/><Relationship Id="rId3" Type="http://schemas.openxmlformats.org/officeDocument/2006/relationships/image" Target="../media/image133.png"/><Relationship Id="rId4" Type="http://schemas.openxmlformats.org/officeDocument/2006/relationships/image" Target="../media/image142.png"/><Relationship Id="rId5" Type="http://schemas.openxmlformats.org/officeDocument/2006/relationships/image" Target="../media/image1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8.xml"/><Relationship Id="rId3" Type="http://schemas.openxmlformats.org/officeDocument/2006/relationships/image" Target="../media/image14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hyperlink" Target="https://docs.google.com/document/d/1I1wNtwU3XUPlRDyuz1wO8GXWKkxmwkh8B1HcsCeiLEM/edit?usp=shar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hyperlink" Target="https://leetcode.com/problems/find-the-difference/description/" TargetMode="External"/><Relationship Id="rId4" Type="http://schemas.openxmlformats.org/officeDocument/2006/relationships/hyperlink" Target="https://leetcode.com/problems/find-the-difference/description/" TargetMode="External"/><Relationship Id="rId5" Type="http://schemas.openxmlformats.org/officeDocument/2006/relationships/hyperlink" Target="https://gist.github.com/ascherj/4813067f76fe50950488c616849abd6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hyperlink" Target="https://leetcode.com/problems/ransom-note/description/" TargetMode="External"/><Relationship Id="rId4" Type="http://schemas.openxmlformats.org/officeDocument/2006/relationships/hyperlink" Target="https://leetcode.com/problems/ransom-note/description/" TargetMode="External"/><Relationship Id="rId5" Type="http://schemas.openxmlformats.org/officeDocument/2006/relationships/hyperlink" Target="https://gist.github.com/ascherj/c13ff0adeae7d33663736503fbd482d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5.xml"/><Relationship Id="rId3" Type="http://schemas.openxmlformats.org/officeDocument/2006/relationships/hyperlink" Target="http://www.youtube.com/watch?v=Jwd_lkXoLKk" TargetMode="External"/><Relationship Id="rId4" Type="http://schemas.openxmlformats.org/officeDocument/2006/relationships/image" Target="../media/image13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0.xml"/><Relationship Id="rId3" Type="http://schemas.openxmlformats.org/officeDocument/2006/relationships/image" Target="../media/image143.png"/><Relationship Id="rId4" Type="http://schemas.openxmlformats.org/officeDocument/2006/relationships/hyperlink" Target="http://www.youtube.com/watch?v=GIvw_QLmmQE" TargetMode="External"/><Relationship Id="rId5" Type="http://schemas.openxmlformats.org/officeDocument/2006/relationships/image" Target="../media/image14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1.xml"/><Relationship Id="rId3" Type="http://schemas.openxmlformats.org/officeDocument/2006/relationships/image" Target="../media/image1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98"/>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Peer Mock Interviews</a:t>
            </a:r>
            <a:endParaRPr sz="3600"/>
          </a:p>
        </p:txBody>
      </p:sp>
      <p:sp>
        <p:nvSpPr>
          <p:cNvPr id="711" name="Google Shape;711;p98"/>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9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17" name="Google Shape;717;p99"/>
          <p:cNvGraphicFramePr/>
          <p:nvPr/>
        </p:nvGraphicFramePr>
        <p:xfrm>
          <a:off x="451525" y="1242597"/>
          <a:ext cx="3000000" cy="3000000"/>
        </p:xfrm>
        <a:graphic>
          <a:graphicData uri="http://schemas.openxmlformats.org/drawingml/2006/table">
            <a:tbl>
              <a:tblPr>
                <a:noFill/>
                <a:tableStyleId>{BDB2E28F-7C8F-4465-9650-E3EF42ED5E26}</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10</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en" sz="1800">
                          <a:solidFill>
                            <a:srgbClr val="000000"/>
                          </a:solidFill>
                          <a:latin typeface="Poppins"/>
                          <a:ea typeface="Poppins"/>
                          <a:cs typeface="Poppins"/>
                          <a:sym typeface="Poppins"/>
                        </a:rPr>
                        <a:t>Peer Mock Interviews</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35</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 sz="1800">
                          <a:solidFill>
                            <a:srgbClr val="000000"/>
                          </a:solidFill>
                          <a:latin typeface="Poppins"/>
                          <a:ea typeface="Poppins"/>
                          <a:cs typeface="Poppins"/>
                          <a:sym typeface="Poppins"/>
                        </a:rPr>
                        <a:t>BREAK</a:t>
                      </a:r>
                      <a:endParaRPr sz="1800">
                        <a:solidFill>
                          <a:srgbClr val="000000"/>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800">
                          <a:latin typeface="Consolas"/>
                          <a:ea typeface="Consolas"/>
                          <a:cs typeface="Consolas"/>
                          <a:sym typeface="Consolas"/>
                        </a:rPr>
                        <a:t>5</a:t>
                      </a:r>
                      <a:r>
                        <a:rPr lang="en" sz="1800">
                          <a:solidFill>
                            <a:schemeClr val="dk1"/>
                          </a:solidFill>
                          <a:latin typeface="Consolas"/>
                          <a:ea typeface="Consolas"/>
                          <a:cs typeface="Consolas"/>
                          <a:sym typeface="Consolas"/>
                        </a:rPr>
                        <a:t> minutes</a:t>
                      </a:r>
                      <a:endParaRPr sz="1800">
                        <a:solidFill>
                          <a:srgbClr val="000000"/>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AI Checkpoint #3</a:t>
                      </a:r>
                      <a:endParaRPr sz="1800">
                        <a:solidFill>
                          <a:srgbClr val="000000"/>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en" sz="1800">
                          <a:solidFill>
                            <a:srgbClr val="000000"/>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50</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6</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en" sz="1800">
                          <a:solidFill>
                            <a:srgbClr val="000000"/>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10</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00"/>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723" name="Google Shape;723;p10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0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29" name="Google Shape;729;p101"/>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730" name="Google Shape;730;p101"/>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731" name="Google Shape;731;p101"/>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732" name="Google Shape;732;p101"/>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02"/>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738" name="Google Shape;738;p10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9" name="Google Shape;739;p10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Taking a virtual class gives you the flexibility to attend from any stable location. What are some of your favorite spots to get some work done away from home?</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0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Tree questions were challenging but good practice.</a:t>
            </a:r>
            <a:endParaRPr/>
          </a:p>
          <a:p>
            <a:pPr indent="-342900" lvl="0" marL="457200" rtl="0" algn="l">
              <a:spcBef>
                <a:spcPts val="0"/>
              </a:spcBef>
              <a:spcAft>
                <a:spcPts val="0"/>
              </a:spcAft>
              <a:buSzPts val="1800"/>
              <a:buChar char="+"/>
            </a:pPr>
            <a:r>
              <a:rPr lang="en"/>
              <a:t>Recursive explanation stuck for many</a:t>
            </a:r>
            <a:endParaRPr/>
          </a:p>
        </p:txBody>
      </p:sp>
      <p:sp>
        <p:nvSpPr>
          <p:cNvPr id="745" name="Google Shape;745;p10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6" name="Google Shape;746;p10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Need a bit more practice on Trees &amp; Recursion</a:t>
            </a:r>
            <a:endParaRPr sz="1700"/>
          </a:p>
          <a:p>
            <a:pPr indent="0" lvl="0" marL="0" rtl="0" algn="l">
              <a:spcBef>
                <a:spcPts val="1600"/>
              </a:spcBef>
              <a:spcAft>
                <a:spcPts val="1600"/>
              </a:spcAft>
              <a:buNone/>
            </a:pPr>
            <a:r>
              <a:rPr lang="en" sz="1700"/>
              <a:t>- Tree traversal lecture could be more interactive!</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1" name="Shape 751"/>
        <p:cNvGrpSpPr/>
        <p:nvPr/>
      </p:nvGrpSpPr>
      <p:grpSpPr>
        <a:xfrm>
          <a:off x="0" y="0"/>
          <a:ext cx="0" cy="0"/>
          <a:chOff x="0" y="0"/>
          <a:chExt cx="0" cy="0"/>
        </a:xfrm>
      </p:grpSpPr>
      <p:pic>
        <p:nvPicPr>
          <p:cNvPr descr="preencoded.png" id="752" name="Google Shape;752;p104"/>
          <p:cNvPicPr preferRelativeResize="0"/>
          <p:nvPr/>
        </p:nvPicPr>
        <p:blipFill rotWithShape="1">
          <a:blip r:embed="rId3">
            <a:alphaModFix/>
          </a:blip>
          <a:srcRect b="0" l="0" r="0" t="0"/>
          <a:stretch/>
        </p:blipFill>
        <p:spPr>
          <a:xfrm>
            <a:off x="381000" y="1019882"/>
            <a:ext cx="838199" cy="74042"/>
          </a:xfrm>
          <a:prstGeom prst="rect">
            <a:avLst/>
          </a:prstGeom>
          <a:noFill/>
          <a:ln>
            <a:noFill/>
          </a:ln>
        </p:spPr>
      </p:pic>
      <p:sp>
        <p:nvSpPr>
          <p:cNvPr id="753" name="Google Shape;753;p104"/>
          <p:cNvSpPr/>
          <p:nvPr/>
        </p:nvSpPr>
        <p:spPr>
          <a:xfrm>
            <a:off x="381000" y="1265374"/>
            <a:ext cx="3352800" cy="188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C385"/>
              </a:buClr>
              <a:buSzPts val="900"/>
              <a:buFont typeface="Courier New"/>
              <a:buNone/>
            </a:pPr>
            <a:r>
              <a:rPr b="1" i="0" lang="en" sz="900" u="none" cap="none" strike="noStrike">
                <a:solidFill>
                  <a:srgbClr val="00C385"/>
                </a:solidFill>
                <a:latin typeface="Courier New"/>
                <a:ea typeface="Courier New"/>
                <a:cs typeface="Courier New"/>
                <a:sym typeface="Courier New"/>
              </a:rPr>
              <a:t>SKIP THE PREWORK</a:t>
            </a:r>
            <a:endParaRPr b="0" i="0" sz="900" u="none" cap="none" strike="noStrike">
              <a:solidFill>
                <a:schemeClr val="dk1"/>
              </a:solidFill>
              <a:latin typeface="Calibri"/>
              <a:ea typeface="Calibri"/>
              <a:cs typeface="Calibri"/>
              <a:sym typeface="Calibri"/>
            </a:endParaRPr>
          </a:p>
        </p:txBody>
      </p:sp>
      <p:sp>
        <p:nvSpPr>
          <p:cNvPr id="754" name="Google Shape;754;p104"/>
          <p:cNvSpPr/>
          <p:nvPr/>
        </p:nvSpPr>
        <p:spPr>
          <a:xfrm>
            <a:off x="381000" y="1567793"/>
            <a:ext cx="3139500" cy="680400"/>
          </a:xfrm>
          <a:prstGeom prst="rect">
            <a:avLst/>
          </a:prstGeom>
          <a:noFill/>
          <a:ln>
            <a:noFill/>
          </a:ln>
        </p:spPr>
        <p:txBody>
          <a:bodyPr anchorCtr="0" anchor="t" bIns="12700" lIns="12700" spcFirstLastPara="1" rIns="12700" wrap="square" tIns="12700">
            <a:noAutofit/>
          </a:bodyPr>
          <a:lstStyle/>
          <a:p>
            <a:pPr indent="0" lvl="0" marL="0" marR="0" rtl="0" algn="l">
              <a:lnSpc>
                <a:spcPct val="75070"/>
              </a:lnSpc>
              <a:spcBef>
                <a:spcPts val="0"/>
              </a:spcBef>
              <a:spcAft>
                <a:spcPts val="0"/>
              </a:spcAft>
              <a:buClr>
                <a:srgbClr val="1B1C57"/>
              </a:buClr>
              <a:buSzPts val="2300"/>
              <a:buFont typeface="Poppins"/>
              <a:buNone/>
            </a:pPr>
            <a:r>
              <a:rPr b="1" i="0" lang="en" sz="2300" u="none" cap="none" strike="noStrike">
                <a:solidFill>
                  <a:srgbClr val="1B1C57"/>
                </a:solidFill>
                <a:latin typeface="Poppins"/>
                <a:ea typeface="Poppins"/>
                <a:cs typeface="Poppins"/>
                <a:sym typeface="Poppins"/>
              </a:rPr>
              <a:t>Your Fall 2026 seat is open</a:t>
            </a:r>
            <a:endParaRPr b="0" i="0" sz="2300" u="none" cap="none" strike="noStrike">
              <a:solidFill>
                <a:schemeClr val="dk1"/>
              </a:solidFill>
              <a:latin typeface="Calibri"/>
              <a:ea typeface="Calibri"/>
              <a:cs typeface="Calibri"/>
              <a:sym typeface="Calibri"/>
            </a:endParaRPr>
          </a:p>
        </p:txBody>
      </p:sp>
      <p:sp>
        <p:nvSpPr>
          <p:cNvPr id="755" name="Google Shape;755;p104"/>
          <p:cNvSpPr/>
          <p:nvPr/>
        </p:nvSpPr>
        <p:spPr>
          <a:xfrm>
            <a:off x="381000" y="2362535"/>
            <a:ext cx="3139500" cy="6192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1B1C57"/>
              </a:buClr>
              <a:buSzPts val="1100"/>
              <a:buFont typeface="Poppins"/>
              <a:buNone/>
            </a:pPr>
            <a:r>
              <a:rPr b="0" i="0" lang="en" sz="1100" u="none" cap="none" strike="noStrike">
                <a:solidFill>
                  <a:srgbClr val="1B1C57"/>
                </a:solidFill>
                <a:latin typeface="Poppins"/>
                <a:ea typeface="Poppins"/>
                <a:cs typeface="Poppins"/>
                <a:sym typeface="Poppins"/>
              </a:rPr>
              <a:t>You're on track in your current course, so your seat at the next level up is open — no prework.</a:t>
            </a:r>
            <a:endParaRPr b="0" i="0" sz="1100" u="none" cap="none" strike="noStrike">
              <a:solidFill>
                <a:schemeClr val="dk1"/>
              </a:solidFill>
              <a:latin typeface="Calibri"/>
              <a:ea typeface="Calibri"/>
              <a:cs typeface="Calibri"/>
              <a:sym typeface="Calibri"/>
            </a:endParaRPr>
          </a:p>
        </p:txBody>
      </p:sp>
      <p:sp>
        <p:nvSpPr>
          <p:cNvPr id="756" name="Google Shape;756;p104"/>
          <p:cNvSpPr/>
          <p:nvPr/>
        </p:nvSpPr>
        <p:spPr>
          <a:xfrm>
            <a:off x="381000" y="3134060"/>
            <a:ext cx="3048000" cy="4800"/>
          </a:xfrm>
          <a:prstGeom prst="rect">
            <a:avLst/>
          </a:pr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57" name="Google Shape;757;p104"/>
          <p:cNvSpPr/>
          <p:nvPr/>
        </p:nvSpPr>
        <p:spPr>
          <a:xfrm>
            <a:off x="381000" y="3310273"/>
            <a:ext cx="3139500" cy="3792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1B1C57"/>
              </a:buClr>
              <a:buSzPts val="1000"/>
              <a:buFont typeface="Poppins"/>
              <a:buNone/>
            </a:pPr>
            <a:r>
              <a:rPr b="0" i="0" lang="en" sz="1000" u="none" cap="none" strike="noStrike">
                <a:solidFill>
                  <a:srgbClr val="1B1C57"/>
                </a:solidFill>
                <a:latin typeface="Poppins"/>
                <a:ea typeface="Poppins"/>
                <a:cs typeface="Poppins"/>
                <a:sym typeface="Poppins"/>
              </a:rPr>
              <a:t>Fast-track enrollment is open for Fall 2026 — take advantage of it this term.</a:t>
            </a:r>
            <a:endParaRPr b="0" i="0" sz="1000" u="none" cap="none" strike="noStrike">
              <a:solidFill>
                <a:schemeClr val="dk1"/>
              </a:solidFill>
              <a:latin typeface="Calibri"/>
              <a:ea typeface="Calibri"/>
              <a:cs typeface="Calibri"/>
              <a:sym typeface="Calibri"/>
            </a:endParaRPr>
          </a:p>
        </p:txBody>
      </p:sp>
      <p:sp>
        <p:nvSpPr>
          <p:cNvPr id="758" name="Google Shape;758;p104"/>
          <p:cNvSpPr/>
          <p:nvPr/>
        </p:nvSpPr>
        <p:spPr>
          <a:xfrm>
            <a:off x="381000" y="3803638"/>
            <a:ext cx="3139500" cy="3390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737373"/>
              </a:buClr>
              <a:buSzPts val="900"/>
              <a:buFont typeface="Poppins"/>
              <a:buNone/>
            </a:pPr>
            <a:r>
              <a:rPr b="0" i="0" lang="en" sz="900" u="none" cap="none" strike="noStrike">
                <a:solidFill>
                  <a:srgbClr val="737373"/>
                </a:solidFill>
                <a:latin typeface="Poppins"/>
                <a:ea typeface="Poppins"/>
                <a:cs typeface="Poppins"/>
                <a:sym typeface="Poppins"/>
              </a:rPr>
              <a:t>Your seat may be contingent on passing, or completing, your current course.</a:t>
            </a:r>
            <a:endParaRPr b="0" i="0" sz="900" u="none" cap="none" strike="noStrike">
              <a:solidFill>
                <a:schemeClr val="dk1"/>
              </a:solidFill>
              <a:latin typeface="Calibri"/>
              <a:ea typeface="Calibri"/>
              <a:cs typeface="Calibri"/>
              <a:sym typeface="Calibri"/>
            </a:endParaRPr>
          </a:p>
        </p:txBody>
      </p:sp>
      <p:sp>
        <p:nvSpPr>
          <p:cNvPr id="759" name="Google Shape;759;p104"/>
          <p:cNvSpPr/>
          <p:nvPr/>
        </p:nvSpPr>
        <p:spPr>
          <a:xfrm>
            <a:off x="3771900" y="757758"/>
            <a:ext cx="209700" cy="209700"/>
          </a:xfrm>
          <a:prstGeom prst="ellipse">
            <a:avLst/>
          </a:prstGeom>
          <a:solidFill>
            <a:srgbClr val="D7FFE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60" name="Google Shape;760;p104"/>
          <p:cNvSpPr/>
          <p:nvPr/>
        </p:nvSpPr>
        <p:spPr>
          <a:xfrm>
            <a:off x="3752850" y="757758"/>
            <a:ext cx="247800" cy="2286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0806A"/>
              </a:buClr>
              <a:buSzPts val="900"/>
              <a:buFont typeface="Poppins"/>
              <a:buNone/>
            </a:pPr>
            <a:r>
              <a:rPr b="1" i="0" lang="en" sz="900" u="none" cap="none" strike="noStrike">
                <a:solidFill>
                  <a:srgbClr val="00806A"/>
                </a:solidFill>
                <a:latin typeface="Poppins"/>
                <a:ea typeface="Poppins"/>
                <a:cs typeface="Poppins"/>
                <a:sym typeface="Poppins"/>
              </a:rPr>
              <a:t>1</a:t>
            </a:r>
            <a:endParaRPr b="0" i="0" sz="900" u="none" cap="none" strike="noStrike">
              <a:solidFill>
                <a:schemeClr val="dk1"/>
              </a:solidFill>
              <a:latin typeface="Calibri"/>
              <a:ea typeface="Calibri"/>
              <a:cs typeface="Calibri"/>
              <a:sym typeface="Calibri"/>
            </a:endParaRPr>
          </a:p>
        </p:txBody>
      </p:sp>
      <p:sp>
        <p:nvSpPr>
          <p:cNvPr id="761" name="Google Shape;761;p104"/>
          <p:cNvSpPr/>
          <p:nvPr/>
        </p:nvSpPr>
        <p:spPr>
          <a:xfrm>
            <a:off x="4048125" y="755377"/>
            <a:ext cx="1913100" cy="233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100"/>
              <a:buFont typeface="Poppins"/>
              <a:buNone/>
            </a:pPr>
            <a:r>
              <a:rPr b="1" i="0" lang="en" sz="1100" u="none" cap="none" strike="noStrike">
                <a:solidFill>
                  <a:srgbClr val="1B1C57"/>
                </a:solidFill>
                <a:latin typeface="Poppins"/>
                <a:ea typeface="Poppins"/>
                <a:cs typeface="Poppins"/>
                <a:sym typeface="Poppins"/>
              </a:rPr>
              <a:t>Student Hub dashboard</a:t>
            </a:r>
            <a:endParaRPr b="0" i="0" sz="1100" u="none" cap="none" strike="noStrike">
              <a:solidFill>
                <a:schemeClr val="dk1"/>
              </a:solidFill>
              <a:latin typeface="Calibri"/>
              <a:ea typeface="Calibri"/>
              <a:cs typeface="Calibri"/>
              <a:sym typeface="Calibri"/>
            </a:endParaRPr>
          </a:p>
        </p:txBody>
      </p:sp>
      <p:sp>
        <p:nvSpPr>
          <p:cNvPr id="762" name="Google Shape;762;p104"/>
          <p:cNvSpPr/>
          <p:nvPr/>
        </p:nvSpPr>
        <p:spPr>
          <a:xfrm>
            <a:off x="3771900" y="1045889"/>
            <a:ext cx="4991100" cy="1556400"/>
          </a:xfrm>
          <a:prstGeom prst="roundRect">
            <a:avLst>
              <a:gd fmla="val 3672" name="adj"/>
            </a:avLst>
          </a:prstGeom>
          <a:noFill/>
          <a:ln cap="flat" cmpd="sng" w="4775">
            <a:solidFill>
              <a:srgbClr val="E5E5E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763" name="Google Shape;763;p104"/>
          <p:cNvPicPr preferRelativeResize="0"/>
          <p:nvPr/>
        </p:nvPicPr>
        <p:blipFill rotWithShape="1">
          <a:blip r:embed="rId4">
            <a:alphaModFix/>
          </a:blip>
          <a:srcRect b="0" l="0" r="0" t="0"/>
          <a:stretch/>
        </p:blipFill>
        <p:spPr>
          <a:xfrm>
            <a:off x="3776663" y="1050652"/>
            <a:ext cx="4981577" cy="1546734"/>
          </a:xfrm>
          <a:prstGeom prst="rect">
            <a:avLst/>
          </a:prstGeom>
          <a:noFill/>
          <a:ln>
            <a:noFill/>
          </a:ln>
        </p:spPr>
      </p:pic>
      <p:sp>
        <p:nvSpPr>
          <p:cNvPr id="764" name="Google Shape;764;p104"/>
          <p:cNvSpPr/>
          <p:nvPr/>
        </p:nvSpPr>
        <p:spPr>
          <a:xfrm>
            <a:off x="3771900" y="2795030"/>
            <a:ext cx="209700" cy="209700"/>
          </a:xfrm>
          <a:prstGeom prst="ellipse">
            <a:avLst/>
          </a:prstGeom>
          <a:solidFill>
            <a:srgbClr val="D7FFE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65" name="Google Shape;765;p104"/>
          <p:cNvSpPr/>
          <p:nvPr/>
        </p:nvSpPr>
        <p:spPr>
          <a:xfrm>
            <a:off x="3752850" y="2795030"/>
            <a:ext cx="247800" cy="2286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0806A"/>
              </a:buClr>
              <a:buSzPts val="900"/>
              <a:buFont typeface="Poppins"/>
              <a:buNone/>
            </a:pPr>
            <a:r>
              <a:rPr b="1" i="0" lang="en" sz="900" u="none" cap="none" strike="noStrike">
                <a:solidFill>
                  <a:srgbClr val="00806A"/>
                </a:solidFill>
                <a:latin typeface="Poppins"/>
                <a:ea typeface="Poppins"/>
                <a:cs typeface="Poppins"/>
                <a:sym typeface="Poppins"/>
              </a:rPr>
              <a:t>2</a:t>
            </a:r>
            <a:endParaRPr b="0" i="0" sz="900" u="none" cap="none" strike="noStrike">
              <a:solidFill>
                <a:schemeClr val="dk1"/>
              </a:solidFill>
              <a:latin typeface="Calibri"/>
              <a:ea typeface="Calibri"/>
              <a:cs typeface="Calibri"/>
              <a:sym typeface="Calibri"/>
            </a:endParaRPr>
          </a:p>
        </p:txBody>
      </p:sp>
      <p:sp>
        <p:nvSpPr>
          <p:cNvPr id="766" name="Google Shape;766;p104"/>
          <p:cNvSpPr/>
          <p:nvPr/>
        </p:nvSpPr>
        <p:spPr>
          <a:xfrm>
            <a:off x="4048125" y="2792648"/>
            <a:ext cx="2784900" cy="233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100"/>
              <a:buFont typeface="Poppins"/>
              <a:buNone/>
            </a:pPr>
            <a:r>
              <a:rPr b="1" i="0" lang="en" sz="1100" u="none" cap="none" strike="noStrike">
                <a:solidFill>
                  <a:srgbClr val="1B1C57"/>
                </a:solidFill>
                <a:latin typeface="Poppins"/>
                <a:ea typeface="Poppins"/>
                <a:cs typeface="Poppins"/>
                <a:sym typeface="Poppins"/>
              </a:rPr>
              <a:t>Course Progress tab in your course</a:t>
            </a:r>
            <a:endParaRPr b="0" i="0" sz="1100" u="none" cap="none" strike="noStrike">
              <a:solidFill>
                <a:schemeClr val="dk1"/>
              </a:solidFill>
              <a:latin typeface="Calibri"/>
              <a:ea typeface="Calibri"/>
              <a:cs typeface="Calibri"/>
              <a:sym typeface="Calibri"/>
            </a:endParaRPr>
          </a:p>
        </p:txBody>
      </p:sp>
      <p:sp>
        <p:nvSpPr>
          <p:cNvPr id="767" name="Google Shape;767;p104"/>
          <p:cNvSpPr/>
          <p:nvPr/>
        </p:nvSpPr>
        <p:spPr>
          <a:xfrm>
            <a:off x="3771900" y="3083160"/>
            <a:ext cx="4991100" cy="1305000"/>
          </a:xfrm>
          <a:prstGeom prst="roundRect">
            <a:avLst>
              <a:gd fmla="val 4380" name="adj"/>
            </a:avLst>
          </a:prstGeom>
          <a:noFill/>
          <a:ln cap="flat" cmpd="sng" w="4775">
            <a:solidFill>
              <a:srgbClr val="E5E5E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768" name="Google Shape;768;p104"/>
          <p:cNvPicPr preferRelativeResize="0"/>
          <p:nvPr/>
        </p:nvPicPr>
        <p:blipFill rotWithShape="1">
          <a:blip r:embed="rId5">
            <a:alphaModFix/>
          </a:blip>
          <a:srcRect b="0" l="0" r="0" t="0"/>
          <a:stretch/>
        </p:blipFill>
        <p:spPr>
          <a:xfrm>
            <a:off x="3776663" y="3087923"/>
            <a:ext cx="4981576" cy="25077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C57"/>
        </a:solidFill>
      </p:bgPr>
    </p:bg>
    <p:spTree>
      <p:nvGrpSpPr>
        <p:cNvPr id="773" name="Shape 773"/>
        <p:cNvGrpSpPr/>
        <p:nvPr/>
      </p:nvGrpSpPr>
      <p:grpSpPr>
        <a:xfrm>
          <a:off x="0" y="0"/>
          <a:ext cx="0" cy="0"/>
          <a:chOff x="0" y="0"/>
          <a:chExt cx="0" cy="0"/>
        </a:xfrm>
      </p:grpSpPr>
      <p:pic>
        <p:nvPicPr>
          <p:cNvPr descr="preencoded.png" id="774" name="Google Shape;774;p105"/>
          <p:cNvPicPr preferRelativeResize="0"/>
          <p:nvPr/>
        </p:nvPicPr>
        <p:blipFill rotWithShape="1">
          <a:blip r:embed="rId3">
            <a:alphaModFix/>
          </a:blip>
          <a:srcRect b="0" l="0" r="0" t="0"/>
          <a:stretch/>
        </p:blipFill>
        <p:spPr>
          <a:xfrm>
            <a:off x="571500" y="1725476"/>
            <a:ext cx="628652" cy="628652"/>
          </a:xfrm>
          <a:prstGeom prst="rect">
            <a:avLst/>
          </a:prstGeom>
          <a:noFill/>
          <a:ln>
            <a:noFill/>
          </a:ln>
        </p:spPr>
      </p:pic>
      <p:sp>
        <p:nvSpPr>
          <p:cNvPr id="775" name="Google Shape;775;p105"/>
          <p:cNvSpPr/>
          <p:nvPr/>
        </p:nvSpPr>
        <p:spPr>
          <a:xfrm>
            <a:off x="571500" y="2620826"/>
            <a:ext cx="8241000" cy="816300"/>
          </a:xfrm>
          <a:prstGeom prst="rect">
            <a:avLst/>
          </a:prstGeom>
          <a:noFill/>
          <a:ln>
            <a:noFill/>
          </a:ln>
        </p:spPr>
        <p:txBody>
          <a:bodyPr anchorCtr="0" anchor="t" bIns="12700" lIns="12700" spcFirstLastPara="1" rIns="12700" wrap="square" tIns="12700">
            <a:noAutofit/>
          </a:bodyPr>
          <a:lstStyle/>
          <a:p>
            <a:pPr indent="0" lvl="0" marL="0" marR="0" rtl="0" algn="l">
              <a:lnSpc>
                <a:spcPct val="90486"/>
              </a:lnSpc>
              <a:spcBef>
                <a:spcPts val="0"/>
              </a:spcBef>
              <a:spcAft>
                <a:spcPts val="0"/>
              </a:spcAft>
              <a:buClr>
                <a:srgbClr val="FFFFFF"/>
              </a:buClr>
              <a:buSzPts val="2300"/>
              <a:buFont typeface="Poppins"/>
              <a:buNone/>
            </a:pPr>
            <a:r>
              <a:rPr b="1" i="0" lang="en" sz="2300" u="none" cap="none" strike="noStrike">
                <a:solidFill>
                  <a:srgbClr val="FFFFFF"/>
                </a:solidFill>
                <a:latin typeface="Poppins"/>
                <a:ea typeface="Poppins"/>
                <a:cs typeface="Poppins"/>
                <a:sym typeface="Poppins"/>
              </a:rPr>
              <a:t>Fall 2026 — CodePath, your future and you. </a:t>
            </a:r>
            <a:r>
              <a:rPr b="1" i="0" lang="en" sz="2300" u="none" cap="none" strike="noStrike">
                <a:solidFill>
                  <a:srgbClr val="93FCAC"/>
                </a:solidFill>
                <a:latin typeface="Poppins"/>
                <a:ea typeface="Poppins"/>
                <a:cs typeface="Poppins"/>
                <a:sym typeface="Poppins"/>
              </a:rPr>
              <a:t>We'll see you there.</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06"/>
          <p:cNvSpPr txBox="1"/>
          <p:nvPr>
            <p:ph type="title"/>
          </p:nvPr>
        </p:nvSpPr>
        <p:spPr>
          <a:xfrm>
            <a:off x="884825" y="2317200"/>
            <a:ext cx="51945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Peer Mock Interviews</a:t>
            </a:r>
            <a:endParaRPr/>
          </a:p>
        </p:txBody>
      </p:sp>
      <p:sp>
        <p:nvSpPr>
          <p:cNvPr id="781" name="Google Shape;781;p10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0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Mock Interviews</a:t>
            </a:r>
            <a:endParaRPr/>
          </a:p>
        </p:txBody>
      </p:sp>
      <p:sp>
        <p:nvSpPr>
          <p:cNvPr id="787" name="Google Shape;787;p10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u="sng">
                <a:solidFill>
                  <a:schemeClr val="accent5"/>
                </a:solidFill>
                <a:hlinkClick r:id="rId3">
                  <a:extLst>
                    <a:ext uri="{A12FA001-AC4F-418D-AE19-62706E023703}">
                      <ahyp:hlinkClr val="tx"/>
                    </a:ext>
                  </a:extLst>
                </a:hlinkClick>
              </a:rPr>
              <a:t>Mock Interview Packet</a:t>
            </a:r>
            <a:endParaRPr/>
          </a:p>
          <a:p>
            <a:pPr indent="-342900" lvl="0" marL="457200" rtl="0" algn="l">
              <a:spcBef>
                <a:spcPts val="0"/>
              </a:spcBef>
              <a:spcAft>
                <a:spcPts val="0"/>
              </a:spcAft>
              <a:buSzPts val="1800"/>
              <a:buChar char="✱"/>
            </a:pPr>
            <a:r>
              <a:rPr lang="en"/>
              <a:t>One student will act as the interviewer.</a:t>
            </a:r>
            <a:endParaRPr/>
          </a:p>
          <a:p>
            <a:pPr indent="-342900" lvl="1" marL="914400" rtl="0" algn="l">
              <a:spcBef>
                <a:spcPts val="0"/>
              </a:spcBef>
              <a:spcAft>
                <a:spcPts val="0"/>
              </a:spcAft>
              <a:buSzPts val="1800"/>
              <a:buChar char="●"/>
            </a:pPr>
            <a:r>
              <a:rPr lang="en"/>
              <a:t>Guides the process by asking questions, clarifying requirements, and prompting the interviewee to think about edge cases or optimization.</a:t>
            </a:r>
            <a:endParaRPr/>
          </a:p>
          <a:p>
            <a:pPr indent="-342900" lvl="1" marL="914400" rtl="0" algn="l">
              <a:spcBef>
                <a:spcPts val="0"/>
              </a:spcBef>
              <a:spcAft>
                <a:spcPts val="0"/>
              </a:spcAft>
              <a:buSzPts val="1800"/>
              <a:buChar char="●"/>
            </a:pPr>
            <a:r>
              <a:rPr lang="en"/>
              <a:t>Observes and takes notes for feedback but does not solve the problem.</a:t>
            </a:r>
            <a:endParaRPr/>
          </a:p>
          <a:p>
            <a:pPr indent="-342900" lvl="0" marL="457200" rtl="0" algn="l">
              <a:spcBef>
                <a:spcPts val="0"/>
              </a:spcBef>
              <a:spcAft>
                <a:spcPts val="0"/>
              </a:spcAft>
              <a:buSzPts val="1800"/>
              <a:buChar char="✱"/>
            </a:pPr>
            <a:r>
              <a:rPr lang="en"/>
              <a:t>The other student will act as the interviewee.</a:t>
            </a:r>
            <a:endParaRPr/>
          </a:p>
          <a:p>
            <a:pPr indent="-342900" lvl="1" marL="914400" rtl="0" algn="l">
              <a:spcBef>
                <a:spcPts val="0"/>
              </a:spcBef>
              <a:spcAft>
                <a:spcPts val="0"/>
              </a:spcAft>
              <a:buSzPts val="1800"/>
              <a:buChar char="●"/>
            </a:pPr>
            <a:r>
              <a:rPr lang="en"/>
              <a:t>Solves the problem while thinking aloud and applying the UMPIRE steps.</a:t>
            </a:r>
            <a:endParaRPr/>
          </a:p>
          <a:p>
            <a:pPr indent="-342900" lvl="1" marL="914400" rtl="0" algn="l">
              <a:spcBef>
                <a:spcPts val="0"/>
              </a:spcBef>
              <a:spcAft>
                <a:spcPts val="0"/>
              </a:spcAft>
              <a:buSzPts val="1800"/>
              <a:buChar char="●"/>
            </a:pPr>
            <a:r>
              <a:rPr lang="en"/>
              <a:t>Communicates their thought process clearly to the interviewer.</a:t>
            </a:r>
            <a:endParaRPr/>
          </a:p>
        </p:txBody>
      </p:sp>
      <p:sp>
        <p:nvSpPr>
          <p:cNvPr id="788" name="Google Shape;788;p10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0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Peer Feedback</a:t>
            </a:r>
            <a:endParaRPr/>
          </a:p>
        </p:txBody>
      </p:sp>
      <p:sp>
        <p:nvSpPr>
          <p:cNvPr id="794" name="Google Shape;794;p10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there's ~5 minutes left, the interviewer should provide feedback:</a:t>
            </a:r>
            <a:endParaRPr/>
          </a:p>
          <a:p>
            <a:pPr indent="-342900" lvl="0" marL="457200" rtl="0" algn="l">
              <a:spcBef>
                <a:spcPts val="1000"/>
              </a:spcBef>
              <a:spcAft>
                <a:spcPts val="0"/>
              </a:spcAft>
              <a:buSzPts val="1800"/>
              <a:buChar char="✱"/>
            </a:pPr>
            <a:r>
              <a:rPr lang="en"/>
              <a:t>One strength</a:t>
            </a:r>
            <a:endParaRPr/>
          </a:p>
          <a:p>
            <a:pPr indent="-342900" lvl="0" marL="457200" rtl="0" algn="l">
              <a:spcBef>
                <a:spcPts val="1000"/>
              </a:spcBef>
              <a:spcAft>
                <a:spcPts val="1000"/>
              </a:spcAft>
              <a:buSzPts val="1800"/>
              <a:buChar char="✱"/>
            </a:pPr>
            <a:r>
              <a:rPr lang="en"/>
              <a:t>One area for improvement</a:t>
            </a:r>
            <a:endParaRPr/>
          </a:p>
        </p:txBody>
      </p:sp>
      <p:sp>
        <p:nvSpPr>
          <p:cNvPr id="795" name="Google Shape;795;p10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0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1" name="Google Shape;801;p10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t>Problem #1 - </a:t>
            </a:r>
            <a:r>
              <a:rPr b="1" lang="en" sz="1600" u="sng">
                <a:solidFill>
                  <a:srgbClr val="1155CC"/>
                </a:solidFill>
                <a:hlinkClick r:id="rId3">
                  <a:extLst>
                    <a:ext uri="{A12FA001-AC4F-418D-AE19-62706E023703}">
                      <ahyp:hlinkClr val="tx"/>
                    </a:ext>
                  </a:extLst>
                </a:hlinkClick>
              </a:rPr>
              <a:t>Find the Difference</a:t>
            </a:r>
            <a:endParaRPr b="1" sz="1600"/>
          </a:p>
          <a:p>
            <a:pPr indent="0" lvl="0" marL="0" rtl="0" algn="l">
              <a:spcBef>
                <a:spcPts val="1000"/>
              </a:spcBef>
              <a:spcAft>
                <a:spcPts val="0"/>
              </a:spcAft>
              <a:buClr>
                <a:schemeClr val="dk1"/>
              </a:buClr>
              <a:buSzPts val="1100"/>
              <a:buFont typeface="Arial"/>
              <a:buNone/>
            </a:pPr>
            <a:r>
              <a:rPr lang="en" sz="1600"/>
              <a:t>You are given two strings </a:t>
            </a:r>
            <a:r>
              <a:rPr b="1" lang="en" sz="1600">
                <a:latin typeface="Consolas"/>
                <a:ea typeface="Consolas"/>
                <a:cs typeface="Consolas"/>
                <a:sym typeface="Consolas"/>
              </a:rPr>
              <a:t>s</a:t>
            </a:r>
            <a:r>
              <a:rPr lang="en" sz="1600"/>
              <a:t> and </a:t>
            </a:r>
            <a:r>
              <a:rPr b="1" lang="en" sz="1600">
                <a:latin typeface="Consolas"/>
                <a:ea typeface="Consolas"/>
                <a:cs typeface="Consolas"/>
                <a:sym typeface="Consolas"/>
              </a:rPr>
              <a:t>t</a:t>
            </a:r>
            <a:r>
              <a:rPr lang="en" sz="1600"/>
              <a:t>.</a:t>
            </a:r>
            <a:endParaRPr sz="1600"/>
          </a:p>
          <a:p>
            <a:pPr indent="0" lvl="0" marL="0" rtl="0" algn="l">
              <a:spcBef>
                <a:spcPts val="1000"/>
              </a:spcBef>
              <a:spcAft>
                <a:spcPts val="0"/>
              </a:spcAft>
              <a:buClr>
                <a:schemeClr val="dk1"/>
              </a:buClr>
              <a:buSzPts val="1100"/>
              <a:buFont typeface="Arial"/>
              <a:buNone/>
            </a:pPr>
            <a:r>
              <a:rPr lang="en" sz="1600"/>
              <a:t>String </a:t>
            </a:r>
            <a:r>
              <a:rPr b="1" lang="en" sz="1600">
                <a:latin typeface="Consolas"/>
                <a:ea typeface="Consolas"/>
                <a:cs typeface="Consolas"/>
                <a:sym typeface="Consolas"/>
              </a:rPr>
              <a:t>t</a:t>
            </a:r>
            <a:r>
              <a:rPr lang="en" sz="1600"/>
              <a:t> is generated by randomly shuffling string </a:t>
            </a:r>
            <a:r>
              <a:rPr b="1" lang="en" sz="1600">
                <a:latin typeface="Consolas"/>
                <a:ea typeface="Consolas"/>
                <a:cs typeface="Consolas"/>
                <a:sym typeface="Consolas"/>
              </a:rPr>
              <a:t>s</a:t>
            </a:r>
            <a:r>
              <a:rPr lang="en" sz="1600"/>
              <a:t> and then adding one more letter at a random position.</a:t>
            </a:r>
            <a:endParaRPr sz="1600"/>
          </a:p>
          <a:p>
            <a:pPr indent="0" lvl="0" marL="0" rtl="0" algn="l">
              <a:spcBef>
                <a:spcPts val="1000"/>
              </a:spcBef>
              <a:spcAft>
                <a:spcPts val="0"/>
              </a:spcAft>
              <a:buClr>
                <a:schemeClr val="dk1"/>
              </a:buClr>
              <a:buSzPts val="1100"/>
              <a:buFont typeface="Arial"/>
              <a:buNone/>
            </a:pPr>
            <a:r>
              <a:rPr lang="en" sz="1600"/>
              <a:t>Return the letter that was added to </a:t>
            </a:r>
            <a:r>
              <a:rPr b="1" lang="en" sz="1600">
                <a:latin typeface="Consolas"/>
                <a:ea typeface="Consolas"/>
                <a:cs typeface="Consolas"/>
                <a:sym typeface="Consolas"/>
              </a:rPr>
              <a:t>t</a:t>
            </a:r>
            <a:r>
              <a:rPr lang="en" sz="1600"/>
              <a:t>.</a:t>
            </a:r>
            <a:endParaRPr sz="1600"/>
          </a:p>
          <a:p>
            <a:pPr indent="0" lvl="0" marL="0" rtl="0" algn="l">
              <a:spcBef>
                <a:spcPts val="1000"/>
              </a:spcBef>
              <a:spcAft>
                <a:spcPts val="0"/>
              </a:spcAft>
              <a:buClr>
                <a:schemeClr val="dk1"/>
              </a:buClr>
              <a:buSzPts val="1100"/>
              <a:buFont typeface="Arial"/>
              <a:buNone/>
            </a:pPr>
            <a:r>
              <a:rPr b="1" lang="en" sz="1600" u="sng">
                <a:solidFill>
                  <a:srgbClr val="1155CC"/>
                </a:solidFill>
                <a:hlinkClick r:id="rId4">
                  <a:extLst>
                    <a:ext uri="{A12FA001-AC4F-418D-AE19-62706E023703}">
                      <ahyp:hlinkClr val="tx"/>
                    </a:ext>
                  </a:extLst>
                </a:hlinkClick>
              </a:rPr>
              <a:t>LeetCode Link</a:t>
            </a:r>
            <a:endParaRPr b="1" sz="1600"/>
          </a:p>
          <a:p>
            <a:pPr indent="0" lvl="0" marL="0" rtl="0" algn="l">
              <a:spcBef>
                <a:spcPts val="1000"/>
              </a:spcBef>
              <a:spcAft>
                <a:spcPts val="0"/>
              </a:spcAft>
              <a:buClr>
                <a:schemeClr val="dk1"/>
              </a:buClr>
              <a:buSzPts val="1100"/>
              <a:buFont typeface="Arial"/>
              <a:buNone/>
            </a:pPr>
            <a:r>
              <a:rPr b="1" lang="en" sz="1600" u="sng">
                <a:solidFill>
                  <a:srgbClr val="1155CC"/>
                </a:solidFill>
                <a:hlinkClick r:id="rId5">
                  <a:extLst>
                    <a:ext uri="{A12FA001-AC4F-418D-AE19-62706E023703}">
                      <ahyp:hlinkClr val="tx"/>
                    </a:ext>
                  </a:extLst>
                </a:hlinkClick>
              </a:rPr>
              <a:t>Interviewer Guide</a:t>
            </a:r>
            <a:endParaRPr sz="1100">
              <a:latin typeface="Arial"/>
              <a:ea typeface="Arial"/>
              <a:cs typeface="Arial"/>
              <a:sym typeface="Arial"/>
            </a:endParaRPr>
          </a:p>
          <a:p>
            <a:pPr indent="0" lvl="0" marL="0" rtl="0" algn="l">
              <a:spcBef>
                <a:spcPts val="1000"/>
              </a:spcBef>
              <a:spcAft>
                <a:spcPts val="1000"/>
              </a:spcAft>
              <a:buClr>
                <a:schemeClr val="dk1"/>
              </a:buClr>
              <a:buSzPts val="1100"/>
              <a:buFont typeface="Arial"/>
              <a:buNone/>
            </a:pPr>
            <a:r>
              <a:t/>
            </a:r>
            <a:endParaRPr b="1" sz="1600"/>
          </a:p>
        </p:txBody>
      </p:sp>
      <p:sp>
        <p:nvSpPr>
          <p:cNvPr id="802" name="Google Shape;802;p109"/>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20 minutes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1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8" name="Google Shape;808;p110"/>
          <p:cNvSpPr txBox="1"/>
          <p:nvPr>
            <p:ph idx="2" type="body"/>
          </p:nvPr>
        </p:nvSpPr>
        <p:spPr>
          <a:xfrm>
            <a:off x="452400" y="11335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t>Problem #2 - </a:t>
            </a:r>
            <a:r>
              <a:rPr b="1" lang="en" sz="1600" u="sng">
                <a:solidFill>
                  <a:srgbClr val="1155CC"/>
                </a:solidFill>
                <a:hlinkClick r:id="rId3">
                  <a:extLst>
                    <a:ext uri="{A12FA001-AC4F-418D-AE19-62706E023703}">
                      <ahyp:hlinkClr val="tx"/>
                    </a:ext>
                  </a:extLst>
                </a:hlinkClick>
              </a:rPr>
              <a:t>Ransom Note</a:t>
            </a:r>
            <a:endParaRPr b="1" sz="1600"/>
          </a:p>
          <a:p>
            <a:pPr indent="0" lvl="0" marL="0" rtl="0" algn="l">
              <a:spcBef>
                <a:spcPts val="1000"/>
              </a:spcBef>
              <a:spcAft>
                <a:spcPts val="0"/>
              </a:spcAft>
              <a:buClr>
                <a:schemeClr val="dk1"/>
              </a:buClr>
              <a:buSzPts val="1100"/>
              <a:buFont typeface="Arial"/>
              <a:buNone/>
            </a:pPr>
            <a:r>
              <a:rPr lang="en" sz="1600"/>
              <a:t>Given two strings </a:t>
            </a:r>
            <a:r>
              <a:rPr b="1" lang="en" sz="1600">
                <a:latin typeface="Consolas"/>
                <a:ea typeface="Consolas"/>
                <a:cs typeface="Consolas"/>
                <a:sym typeface="Consolas"/>
              </a:rPr>
              <a:t>ransomNote</a:t>
            </a:r>
            <a:r>
              <a:rPr lang="en" sz="1600"/>
              <a:t> and </a:t>
            </a:r>
            <a:r>
              <a:rPr b="1" lang="en" sz="1600">
                <a:latin typeface="Consolas"/>
                <a:ea typeface="Consolas"/>
                <a:cs typeface="Consolas"/>
                <a:sym typeface="Consolas"/>
              </a:rPr>
              <a:t>magazine</a:t>
            </a:r>
            <a:r>
              <a:rPr lang="en" sz="1600"/>
              <a:t>, return </a:t>
            </a:r>
            <a:r>
              <a:rPr b="1" lang="en" sz="1600">
                <a:latin typeface="Consolas"/>
                <a:ea typeface="Consolas"/>
                <a:cs typeface="Consolas"/>
                <a:sym typeface="Consolas"/>
              </a:rPr>
              <a:t>True</a:t>
            </a:r>
            <a:r>
              <a:rPr lang="en" sz="1600"/>
              <a:t> if </a:t>
            </a:r>
            <a:r>
              <a:rPr b="1" lang="en" sz="1600">
                <a:latin typeface="Consolas"/>
                <a:ea typeface="Consolas"/>
                <a:cs typeface="Consolas"/>
                <a:sym typeface="Consolas"/>
              </a:rPr>
              <a:t>ransomNote</a:t>
            </a:r>
            <a:r>
              <a:rPr lang="en" sz="1600"/>
              <a:t> can be constructed by using the letters from </a:t>
            </a:r>
            <a:r>
              <a:rPr b="1" lang="en" sz="1600">
                <a:latin typeface="Consolas"/>
                <a:ea typeface="Consolas"/>
                <a:cs typeface="Consolas"/>
                <a:sym typeface="Consolas"/>
              </a:rPr>
              <a:t>magazine</a:t>
            </a:r>
            <a:r>
              <a:rPr lang="en" sz="1600"/>
              <a:t> and </a:t>
            </a:r>
            <a:r>
              <a:rPr b="1" lang="en" sz="1600">
                <a:latin typeface="Consolas"/>
                <a:ea typeface="Consolas"/>
                <a:cs typeface="Consolas"/>
                <a:sym typeface="Consolas"/>
              </a:rPr>
              <a:t>False</a:t>
            </a:r>
            <a:r>
              <a:rPr lang="en" sz="1600"/>
              <a:t> otherwise.</a:t>
            </a:r>
            <a:endParaRPr sz="1600"/>
          </a:p>
          <a:p>
            <a:pPr indent="0" lvl="0" marL="0" rtl="0" algn="l">
              <a:spcBef>
                <a:spcPts val="1000"/>
              </a:spcBef>
              <a:spcAft>
                <a:spcPts val="0"/>
              </a:spcAft>
              <a:buClr>
                <a:schemeClr val="dk1"/>
              </a:buClr>
              <a:buSzPts val="1100"/>
              <a:buFont typeface="Arial"/>
              <a:buNone/>
            </a:pPr>
            <a:r>
              <a:rPr lang="en" sz="1600"/>
              <a:t>Each letter in </a:t>
            </a:r>
            <a:r>
              <a:rPr b="1" lang="en" sz="1600">
                <a:latin typeface="Consolas"/>
                <a:ea typeface="Consolas"/>
                <a:cs typeface="Consolas"/>
                <a:sym typeface="Consolas"/>
              </a:rPr>
              <a:t>magazine</a:t>
            </a:r>
            <a:r>
              <a:rPr lang="en" sz="1600"/>
              <a:t> can only be used once in </a:t>
            </a:r>
            <a:r>
              <a:rPr b="1" lang="en" sz="1600">
                <a:latin typeface="Consolas"/>
                <a:ea typeface="Consolas"/>
                <a:cs typeface="Consolas"/>
                <a:sym typeface="Consolas"/>
              </a:rPr>
              <a:t>ransomNote</a:t>
            </a:r>
            <a:r>
              <a:rPr lang="en" sz="1600"/>
              <a:t>.</a:t>
            </a:r>
            <a:endParaRPr sz="1600"/>
          </a:p>
          <a:p>
            <a:pPr indent="0" lvl="0" marL="0" rtl="0" algn="l">
              <a:spcBef>
                <a:spcPts val="10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600" u="sng">
                <a:solidFill>
                  <a:srgbClr val="1155CC"/>
                </a:solidFill>
                <a:hlinkClick r:id="rId4">
                  <a:extLst>
                    <a:ext uri="{A12FA001-AC4F-418D-AE19-62706E023703}">
                      <ahyp:hlinkClr val="tx"/>
                    </a:ext>
                  </a:extLst>
                </a:hlinkClick>
              </a:rPr>
              <a:t>LeetCode Link</a:t>
            </a:r>
            <a:endParaRPr b="1" sz="1600"/>
          </a:p>
          <a:p>
            <a:pPr indent="0" lvl="0" marL="0" rtl="0" algn="l">
              <a:spcBef>
                <a:spcPts val="1000"/>
              </a:spcBef>
              <a:spcAft>
                <a:spcPts val="0"/>
              </a:spcAft>
              <a:buClr>
                <a:schemeClr val="dk1"/>
              </a:buClr>
              <a:buSzPts val="1100"/>
              <a:buFont typeface="Arial"/>
              <a:buNone/>
            </a:pPr>
            <a:r>
              <a:rPr b="1" lang="en" sz="1600" u="sng">
                <a:solidFill>
                  <a:srgbClr val="1155CC"/>
                </a:solidFill>
                <a:hlinkClick r:id="rId5">
                  <a:extLst>
                    <a:ext uri="{A12FA001-AC4F-418D-AE19-62706E023703}">
                      <ahyp:hlinkClr val="tx"/>
                    </a:ext>
                  </a:extLst>
                </a:hlinkClick>
              </a:rPr>
              <a:t>Interviewer Guide</a:t>
            </a:r>
            <a:endParaRPr b="1" sz="1600"/>
          </a:p>
          <a:p>
            <a:pPr indent="0" lvl="0" marL="0" rtl="0" algn="l">
              <a:spcBef>
                <a:spcPts val="1000"/>
              </a:spcBef>
              <a:spcAft>
                <a:spcPts val="0"/>
              </a:spcAft>
              <a:buClr>
                <a:schemeClr val="dk1"/>
              </a:buClr>
              <a:buSzPts val="1100"/>
              <a:buFont typeface="Arial"/>
              <a:buNone/>
            </a:pPr>
            <a:r>
              <a:t/>
            </a:r>
            <a:endParaRPr b="1" sz="1600"/>
          </a:p>
          <a:p>
            <a:pPr indent="0" lvl="0" marL="0" rtl="0" algn="l">
              <a:spcBef>
                <a:spcPts val="1000"/>
              </a:spcBef>
              <a:spcAft>
                <a:spcPts val="0"/>
              </a:spcAft>
              <a:buClr>
                <a:schemeClr val="dk1"/>
              </a:buClr>
              <a:buSzPts val="1100"/>
              <a:buFont typeface="Arial"/>
              <a:buNone/>
            </a:pPr>
            <a:r>
              <a:t/>
            </a:r>
            <a:endParaRPr b="1" sz="1600"/>
          </a:p>
          <a:p>
            <a:pPr indent="0" lvl="0" marL="0" rtl="0" algn="l">
              <a:spcBef>
                <a:spcPts val="1000"/>
              </a:spcBef>
              <a:spcAft>
                <a:spcPts val="0"/>
              </a:spcAft>
              <a:buClr>
                <a:schemeClr val="dk1"/>
              </a:buClr>
              <a:buSzPts val="1100"/>
              <a:buFont typeface="Arial"/>
              <a:buNone/>
            </a:pPr>
            <a:r>
              <a:t/>
            </a:r>
            <a:endParaRPr b="1" sz="1600"/>
          </a:p>
          <a:p>
            <a:pPr indent="0" lvl="0" marL="0" rtl="0" algn="l">
              <a:spcBef>
                <a:spcPts val="1000"/>
              </a:spcBef>
              <a:spcAft>
                <a:spcPts val="0"/>
              </a:spcAft>
              <a:buClr>
                <a:schemeClr val="dk1"/>
              </a:buClr>
              <a:buSzPts val="1100"/>
              <a:buFont typeface="Arial"/>
              <a:buNone/>
            </a:pPr>
            <a:r>
              <a:t/>
            </a:r>
            <a:endParaRPr b="1"/>
          </a:p>
          <a:p>
            <a:pPr indent="0" lvl="0" marL="0" rtl="0" algn="l">
              <a:spcBef>
                <a:spcPts val="1000"/>
              </a:spcBef>
              <a:spcAft>
                <a:spcPts val="1000"/>
              </a:spcAft>
              <a:buNone/>
            </a:pPr>
            <a:r>
              <a:t/>
            </a:r>
            <a:endParaRPr/>
          </a:p>
        </p:txBody>
      </p:sp>
      <p:sp>
        <p:nvSpPr>
          <p:cNvPr id="809" name="Google Shape;809;p110"/>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20 minutes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11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 the chat . . .</a:t>
            </a:r>
            <a:endParaRPr/>
          </a:p>
          <a:p>
            <a:pPr indent="0" lvl="0" marL="0" rtl="0" algn="l">
              <a:spcBef>
                <a:spcPts val="1000"/>
              </a:spcBef>
              <a:spcAft>
                <a:spcPts val="1000"/>
              </a:spcAft>
              <a:buNone/>
            </a:pPr>
            <a:r>
              <a:rPr lang="en"/>
              <a:t>How did we do? What did we do well? What are things we need to work on to improve?</a:t>
            </a:r>
            <a:endParaRPr/>
          </a:p>
        </p:txBody>
      </p:sp>
      <p:sp>
        <p:nvSpPr>
          <p:cNvPr id="815" name="Google Shape;815;p11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6" name="Google Shape;816;p11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1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822" name="Google Shape;822;p112"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13"/>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828" name="Google Shape;828;p11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50 minutes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14"/>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50 minutes</a:t>
            </a:r>
            <a:endParaRPr/>
          </a:p>
        </p:txBody>
      </p:sp>
      <p:sp>
        <p:nvSpPr>
          <p:cNvPr id="834" name="Google Shape;834;p11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5" name="Google Shape;835;p114"/>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15"/>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841" name="Google Shape;841;p11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11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1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2" name="Google Shape;852;p117"/>
          <p:cNvSpPr txBox="1"/>
          <p:nvPr/>
        </p:nvSpPr>
        <p:spPr>
          <a:xfrm>
            <a:off x="549100" y="716920"/>
            <a:ext cx="5199900" cy="21858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2900">
                <a:solidFill>
                  <a:schemeClr val="dk1"/>
                </a:solidFill>
                <a:latin typeface="Poppins"/>
                <a:ea typeface="Poppins"/>
                <a:cs typeface="Poppins"/>
                <a:sym typeface="Poppins"/>
              </a:rPr>
              <a:t>End of Course Survey Time! </a:t>
            </a:r>
            <a:endParaRPr b="1" sz="29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 sz="2400">
                <a:solidFill>
                  <a:schemeClr val="dk1"/>
                </a:solidFill>
                <a:latin typeface="Poppins"/>
                <a:ea typeface="Poppins"/>
                <a:cs typeface="Poppins"/>
                <a:sym typeface="Poppins"/>
              </a:rPr>
              <a:t>7 min for End of Course Survey</a:t>
            </a:r>
            <a:endParaRPr sz="24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 sz="2400">
                <a:solidFill>
                  <a:schemeClr val="dk1"/>
                </a:solidFill>
                <a:latin typeface="Poppins"/>
                <a:ea typeface="Poppins"/>
                <a:cs typeface="Poppins"/>
                <a:sym typeface="Poppins"/>
              </a:rPr>
              <a:t>Check your email for the link</a:t>
            </a:r>
            <a:endParaRPr sz="2400">
              <a:solidFill>
                <a:schemeClr val="dk1"/>
              </a:solidFill>
              <a:latin typeface="Poppins"/>
              <a:ea typeface="Poppins"/>
              <a:cs typeface="Poppins"/>
              <a:sym typeface="Poppins"/>
            </a:endParaRPr>
          </a:p>
        </p:txBody>
      </p:sp>
      <p:pic>
        <p:nvPicPr>
          <p:cNvPr id="853" name="Google Shape;853;p117"/>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Aesthetic 7 minute timer with relaxing music and alarm. Great timer for rest times, short focused study or work sessions. Can be used in a classroom. &#10;&#10;💿 Original relaxing music by @ItsPomodoro  &#10;&#10;Check out this playlist for more more 7 minute timers with relaxing music: https://www.youtube.com/watch?v=sERe0IUzpR4&amp;list=PLLzlqhtRyNWZb64yQoTVFBrZriZIRr22z &#10;&#10;👍 Please support the channel by liking the video and subscribing for more!&#10;&#10;⏰ We specialize in aesthetic timers with relaxing music. But if you are looking for a different timer please leave a comment describing what kind of timer you'd like to see, and we will make a timer just for you!" id="854" name="Google Shape;854;p117" title="7 Minute Timer with Relaxing Music and Alarm 🎵 ⏰">
            <a:hlinkClick r:id="rId4"/>
          </p:cNvPr>
          <p:cNvPicPr preferRelativeResize="0"/>
          <p:nvPr/>
        </p:nvPicPr>
        <p:blipFill>
          <a:blip r:embed="rId5">
            <a:alphaModFix/>
          </a:blip>
          <a:stretch>
            <a:fillRect/>
          </a:stretch>
        </p:blipFill>
        <p:spPr>
          <a:xfrm>
            <a:off x="2721250" y="2886625"/>
            <a:ext cx="2850000" cy="160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1000"/>
                                        <p:tgtEl>
                                          <p:spTgt spid="8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18"/>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860" name="Google Shape;860;p11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1" name="Google Shape;861;p1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p:txBody>
      </p:sp>
      <p:pic>
        <p:nvPicPr>
          <p:cNvPr id="862" name="Google Shape;862;p118"/>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