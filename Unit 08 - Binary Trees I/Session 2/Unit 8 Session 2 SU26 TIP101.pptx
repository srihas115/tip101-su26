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39" r:id="rId5"/>
    <p:sldMasterId id="2147483740" r:id="rId6"/>
    <p:sldMasterId id="2147483741" r:id="rId7"/>
    <p:sldMasterId id="2147483742"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Lst>
  <p:sldSz cy="5143500" cx="9144000"/>
  <p:notesSz cx="6858000" cy="9144000"/>
  <p:embeddedFontLst>
    <p:embeddedFont>
      <p:font typeface="Space Mono"/>
      <p:regular r:id="rId33"/>
      <p:bold r:id="rId34"/>
      <p:italic r:id="rId35"/>
      <p:boldItalic r:id="rId36"/>
    </p:embeddedFont>
    <p:embeddedFont>
      <p:font typeface="Poppins"/>
      <p:regular r:id="rId37"/>
      <p:bold r:id="rId38"/>
      <p:italic r:id="rId39"/>
      <p:boldItalic r:id="rId40"/>
    </p:embeddedFont>
    <p:embeddedFont>
      <p:font typeface="Roboto Mon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EEAEE9-E7EC-4D9C-A82E-1B3C5DF6A098}">
  <a:tblStyle styleId="{A9EEAEE9-E7EC-4D9C-A82E-1B3C5DF6A09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Italic.fntdata"/><Relationship Id="rId20" Type="http://schemas.openxmlformats.org/officeDocument/2006/relationships/slide" Target="slides/slide11.xml"/><Relationship Id="rId42" Type="http://schemas.openxmlformats.org/officeDocument/2006/relationships/font" Target="fonts/RobotoMono-bold.fntdata"/><Relationship Id="rId41" Type="http://schemas.openxmlformats.org/officeDocument/2006/relationships/font" Target="fonts/RobotoMono-regular.fntdata"/><Relationship Id="rId22" Type="http://schemas.openxmlformats.org/officeDocument/2006/relationships/slide" Target="slides/slide13.xml"/><Relationship Id="rId44" Type="http://schemas.openxmlformats.org/officeDocument/2006/relationships/font" Target="fonts/RobotoMono-boldItalic.fntdata"/><Relationship Id="rId21" Type="http://schemas.openxmlformats.org/officeDocument/2006/relationships/slide" Target="slides/slide12.xml"/><Relationship Id="rId43" Type="http://schemas.openxmlformats.org/officeDocument/2006/relationships/font" Target="fonts/RobotoMono-italic.fntdata"/><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font" Target="fonts/SpaceMono-regular.fntdata"/><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font" Target="fonts/SpaceMono-italic.fntdata"/><Relationship Id="rId12" Type="http://schemas.openxmlformats.org/officeDocument/2006/relationships/slide" Target="slides/slide3.xml"/><Relationship Id="rId34" Type="http://schemas.openxmlformats.org/officeDocument/2006/relationships/font" Target="fonts/SpaceMono-bold.fntdata"/><Relationship Id="rId15" Type="http://schemas.openxmlformats.org/officeDocument/2006/relationships/slide" Target="slides/slide6.xml"/><Relationship Id="rId37" Type="http://schemas.openxmlformats.org/officeDocument/2006/relationships/font" Target="fonts/Poppins-regular.fntdata"/><Relationship Id="rId14" Type="http://schemas.openxmlformats.org/officeDocument/2006/relationships/slide" Target="slides/slide5.xml"/><Relationship Id="rId36" Type="http://schemas.openxmlformats.org/officeDocument/2006/relationships/font" Target="fonts/SpaceMono-boldItalic.fntdata"/><Relationship Id="rId17" Type="http://schemas.openxmlformats.org/officeDocument/2006/relationships/slide" Target="slides/slide8.xml"/><Relationship Id="rId39" Type="http://schemas.openxmlformats.org/officeDocument/2006/relationships/font" Target="fonts/Poppins-italic.fntdata"/><Relationship Id="rId16" Type="http://schemas.openxmlformats.org/officeDocument/2006/relationships/slide" Target="slides/slide7.xml"/><Relationship Id="rId38" Type="http://schemas.openxmlformats.org/officeDocument/2006/relationships/font" Target="fonts/Poppins-bold.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564aa1bc2_0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f564aa1bc2_0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the session and prepare students for mock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students and set an enthusiastic tone for the session.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importance of mock interviews in preparing for technical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to Week 8, Session 2 of TIP101! Today is a big day—we’ll be conducting mock interviews. This is an opportunity to practice the skills you’ve been building and to gain experience in a real-world interview setting.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Remember, mock interviews are about learning and improving. Mistakes are okay—they help us grow.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you’re looking forward to or feel nervous about in today’s session?" Acknowledge responses to build rapport.</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f564aa1bc2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f564aa1bc2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Outline the flow of the session and set clear expectations.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Provide an overview of the agenda and ensure students understand the structure of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the plan for today: We’ll start with a mock interview demonstration, take a short break, and then move into collaborative problem-solving. We’ll finish with a quick wrap-up and reflection.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focus today is on applying the UMPIRE strategy in a technical interview format.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for questions or clarification about the agenda.</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f564aa1bc2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f564aa1bc2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f564aa1bc2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f564aa1bc2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f5a418b09b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f5a418b09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f5a418b0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f5a418b0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f564aa1bc2_0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f564aa1bc2_0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f564aa1bc2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f564aa1bc2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f564aa1bc2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f564aa1bc2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Set the stage for the mock interview and explain roles.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process, highlighting the interviewer, interviewee, and observer roles.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today’s mock interview, I’ll be acting as the interviewer. I’ll ask probing questions and provide minimal hints to simulate a real interview.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Our volunteer student will be the interviewee. You’ll think aloud as you solve the problem, applying the UMPIRE strategy. This helps everyone understand your thought process.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rest of the class will observe, taking notes on what they would do similarly or differently.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participation by asking: "Who would like to volunteer to be the interviewee today?"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f564aa1bc2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f564aa1bc2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step-by-step guide to the mock interview process.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Clearly outline the steps for the mock interview to set expectations.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how the mock interview will work: First, the candidate will introduce themselves. I’ll then explain the problem, and the candidate will open the link and share their screen.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 the candidate works through the UMPIRE steps, they’ll explain what they’re thinking, what they’re doing, and why. Remember, it’s okay to Google or ask clarifying questions.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Afterward, we’ll celebrate the candidate’s efforts and discuss what went well.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f564aa1bc2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f564aa1bc2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Engage the observing students in active reflection and learning.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observers to focus on takeaways they can apply to their own interviews.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If you’re observing, hold your comments until the end. Imagine you’re the candidate—how would you solve this problem? What steps would you take?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Afterward, write down one thing the candidate did well that you’d like to adopt and one thing you’d do differently now that you’ve seen this interview.</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f564aa1bc2_0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f564aa1bc2_0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Highlight the key skills and behaviors being assessed during the mock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evaluation criteria and its importance in technical interviews.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We’ll focus on three main areas: clarity, problem-solving process, and use of the UMPIRE framework. Clear communication is just as important as finding the right solution.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Prioritize readability and logical flow over rushing to the solution. Remember, this is about simulating a real-world technical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of these criteria do you think is the most challenging to demonstrate? Why?"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f564aa1bc2_0_1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f564aa1bc2_0_1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Review the UMPIRE strategy to set a framework for problem-solving during the mock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Briefly recap the UMPIRE steps and their importance in solving coding problems.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quickly revisit UMPIRE: Understand the problem, Match the right data structure or algorithm, Plan your approach, Implement the solution, Review your work, and Evaluate the time and space complexity.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strategy helps you stay organized and methodical, which is crucial in a technical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step of UMPIRE do you think you’ve improved on the most so far?"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564aa1bc2_0_1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3f564aa1bc2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f564aa1bc2_0_1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f564aa1bc2_0_1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f564aa1bc2_0_1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f564aa1bc2_0_1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Reflect on the mock interview and encourage students to share takeaways.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reflective discussion to consolidate learning.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a moment to reflect. In the chat, share one thing the candidate did that you’ll start doing and one thing you’ll do differently after watching this interview.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is a great chance to learn not just from the candidate’s strengths but also from areas for improvement.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emphasizing insightful or actionable takeaways. Encourage follow-up thoughts: "Why do you think that strategy worked well?"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f564aa1bc2_0_1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f564aa1bc2_0_1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f564aa1bc2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3f564aa1bc2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f564aa1bc2_0_1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f564aa1bc2_0_1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564aa1bc2_0_1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f564aa1bc2_0_1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f564aa1bc2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3f564aa1bc2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f564aa1bc2_0_1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f564aa1bc2_0_1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564aa1bc2_0_1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f564aa1bc2_0_1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9.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3.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image" Target="../media/image36.png"/><Relationship Id="rId5"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1.png"/><Relationship Id="rId4" Type="http://schemas.openxmlformats.org/officeDocument/2006/relationships/image" Target="../media/image3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4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9.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3.png"/><Relationship Id="rId4"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image" Target="../media/image36.png"/><Relationship Id="rId5"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1.png"/><Relationship Id="rId4" Type="http://schemas.openxmlformats.org/officeDocument/2006/relationships/image" Target="../media/image3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 Id="rId3" Type="http://schemas.openxmlformats.org/officeDocument/2006/relationships/image" Target="../media/image1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4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9.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9.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43.png"/><Relationship Id="rId4"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1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3.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image" Target="../media/image36.png"/><Relationship Id="rId5"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5.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31.png"/><Relationship Id="rId4" Type="http://schemas.openxmlformats.org/officeDocument/2006/relationships/image" Target="../media/image3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5.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 Id="rId3" Type="http://schemas.openxmlformats.org/officeDocument/2006/relationships/image" Target="../media/image1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4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7" name="Shape 267"/>
        <p:cNvGrpSpPr/>
        <p:nvPr/>
      </p:nvGrpSpPr>
      <p:grpSpPr>
        <a:xfrm>
          <a:off x="0" y="0"/>
          <a:ext cx="0" cy="0"/>
          <a:chOff x="0" y="0"/>
          <a:chExt cx="0" cy="0"/>
        </a:xfrm>
      </p:grpSpPr>
      <p:pic>
        <p:nvPicPr>
          <p:cNvPr id="268" name="Google Shape;268;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9" name="Google Shape;269;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70" name="Shape 270"/>
        <p:cNvGrpSpPr/>
        <p:nvPr/>
      </p:nvGrpSpPr>
      <p:grpSpPr>
        <a:xfrm>
          <a:off x="0" y="0"/>
          <a:ext cx="0" cy="0"/>
          <a:chOff x="0" y="0"/>
          <a:chExt cx="0" cy="0"/>
        </a:xfrm>
      </p:grpSpPr>
      <p:pic>
        <p:nvPicPr>
          <p:cNvPr id="271" name="Google Shape;271;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2" name="Google Shape;272;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3" name="Google Shape;273;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5" name="Shape 275"/>
        <p:cNvGrpSpPr/>
        <p:nvPr/>
      </p:nvGrpSpPr>
      <p:grpSpPr>
        <a:xfrm>
          <a:off x="0" y="0"/>
          <a:ext cx="0" cy="0"/>
          <a:chOff x="0" y="0"/>
          <a:chExt cx="0" cy="0"/>
        </a:xfrm>
      </p:grpSpPr>
      <p:pic>
        <p:nvPicPr>
          <p:cNvPr descr="Divider4.png" id="276" name="Google Shape;276;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7" name="Google Shape;277;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8" name="Google Shape;278;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9" name="Google Shape;279;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80" name="Google Shape;280;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1" name="Google Shape;281;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2" name="Shape 282"/>
        <p:cNvGrpSpPr/>
        <p:nvPr/>
      </p:nvGrpSpPr>
      <p:grpSpPr>
        <a:xfrm>
          <a:off x="0" y="0"/>
          <a:ext cx="0" cy="0"/>
          <a:chOff x="0" y="0"/>
          <a:chExt cx="0" cy="0"/>
        </a:xfrm>
      </p:grpSpPr>
      <p:grpSp>
        <p:nvGrpSpPr>
          <p:cNvPr id="283" name="Google Shape;283;p44"/>
          <p:cNvGrpSpPr/>
          <p:nvPr/>
        </p:nvGrpSpPr>
        <p:grpSpPr>
          <a:xfrm rot="5400000">
            <a:off x="5719749" y="1629787"/>
            <a:ext cx="4964577" cy="1883925"/>
            <a:chOff x="4152224" y="1218499"/>
            <a:chExt cx="4964577" cy="1883925"/>
          </a:xfrm>
        </p:grpSpPr>
        <p:pic>
          <p:nvPicPr>
            <p:cNvPr id="284" name="Google Shape;284;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5" name="Google Shape;285;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6" name="Google Shape;286;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7" name="Google Shape;287;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4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289" name="Google Shape;289;p4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90" name="Shape 290"/>
        <p:cNvGrpSpPr/>
        <p:nvPr/>
      </p:nvGrpSpPr>
      <p:grpSpPr>
        <a:xfrm>
          <a:off x="0" y="0"/>
          <a:ext cx="0" cy="0"/>
          <a:chOff x="0" y="0"/>
          <a:chExt cx="0" cy="0"/>
        </a:xfrm>
      </p:grpSpPr>
      <p:pic>
        <p:nvPicPr>
          <p:cNvPr id="291" name="Google Shape;291;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2" name="Google Shape;292;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3" name="Google Shape;293;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4" name="Google Shape;294;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5" name="Google Shape;295;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6" name="Google Shape;296;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7" name="Google Shape;297;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8" name="Google Shape;298;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9" name="Shape 299"/>
        <p:cNvGrpSpPr/>
        <p:nvPr/>
      </p:nvGrpSpPr>
      <p:grpSpPr>
        <a:xfrm>
          <a:off x="0" y="0"/>
          <a:ext cx="0" cy="0"/>
          <a:chOff x="0" y="0"/>
          <a:chExt cx="0" cy="0"/>
        </a:xfrm>
      </p:grpSpPr>
      <p:pic>
        <p:nvPicPr>
          <p:cNvPr id="300" name="Google Shape;300;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1" name="Google Shape;301;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2" name="Google Shape;302;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3" name="Google Shape;303;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4" name="Google Shape;304;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5" name="Google Shape;305;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7" name="Shape 307"/>
        <p:cNvGrpSpPr/>
        <p:nvPr/>
      </p:nvGrpSpPr>
      <p:grpSpPr>
        <a:xfrm>
          <a:off x="0" y="0"/>
          <a:ext cx="0" cy="0"/>
          <a:chOff x="0" y="0"/>
          <a:chExt cx="0" cy="0"/>
        </a:xfrm>
      </p:grpSpPr>
      <p:pic>
        <p:nvPicPr>
          <p:cNvPr id="308" name="Google Shape;308;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9" name="Google Shape;309;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10" name="Google Shape;310;p47"/>
          <p:cNvGrpSpPr/>
          <p:nvPr/>
        </p:nvGrpSpPr>
        <p:grpSpPr>
          <a:xfrm>
            <a:off x="5709066" y="201260"/>
            <a:ext cx="2296623" cy="4424889"/>
            <a:chOff x="5598780" y="137712"/>
            <a:chExt cx="2577001" cy="4664652"/>
          </a:xfrm>
        </p:grpSpPr>
        <p:pic>
          <p:nvPicPr>
            <p:cNvPr id="311" name="Google Shape;311;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2" name="Google Shape;312;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4" name="Google Shape;314;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5" name="Google Shape;315;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7" name="Shape 317"/>
        <p:cNvGrpSpPr/>
        <p:nvPr/>
      </p:nvGrpSpPr>
      <p:grpSpPr>
        <a:xfrm>
          <a:off x="0" y="0"/>
          <a:ext cx="0" cy="0"/>
          <a:chOff x="0" y="0"/>
          <a:chExt cx="0" cy="0"/>
        </a:xfrm>
      </p:grpSpPr>
      <p:pic>
        <p:nvPicPr>
          <p:cNvPr id="318" name="Google Shape;318;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9" name="Google Shape;319;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0" name="Google Shape;320;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1" name="Google Shape;321;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5" name="Shape 325"/>
        <p:cNvGrpSpPr/>
        <p:nvPr/>
      </p:nvGrpSpPr>
      <p:grpSpPr>
        <a:xfrm>
          <a:off x="0" y="0"/>
          <a:ext cx="0" cy="0"/>
          <a:chOff x="0" y="0"/>
          <a:chExt cx="0" cy="0"/>
        </a:xfrm>
      </p:grpSpPr>
      <p:pic>
        <p:nvPicPr>
          <p:cNvPr id="326" name="Google Shape;326;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7" name="Google Shape;327;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8" name="Google Shape;328;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9" name="Google Shape;329;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0" name="Google Shape;330;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31" name="Google Shape;331;p49"/>
          <p:cNvGrpSpPr/>
          <p:nvPr/>
        </p:nvGrpSpPr>
        <p:grpSpPr>
          <a:xfrm>
            <a:off x="4344100" y="398125"/>
            <a:ext cx="4546500" cy="4222800"/>
            <a:chOff x="4344100" y="398125"/>
            <a:chExt cx="4546500" cy="4222800"/>
          </a:xfrm>
        </p:grpSpPr>
        <p:sp>
          <p:nvSpPr>
            <p:cNvPr id="332" name="Google Shape;332;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49"/>
            <p:cNvGrpSpPr/>
            <p:nvPr/>
          </p:nvGrpSpPr>
          <p:grpSpPr>
            <a:xfrm>
              <a:off x="4445450" y="524200"/>
              <a:ext cx="399495" cy="101100"/>
              <a:chOff x="4445450" y="524200"/>
              <a:chExt cx="399495" cy="101100"/>
            </a:xfrm>
          </p:grpSpPr>
          <p:sp>
            <p:nvSpPr>
              <p:cNvPr id="334" name="Google Shape;334;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8" name="Shape 338"/>
        <p:cNvGrpSpPr/>
        <p:nvPr/>
      </p:nvGrpSpPr>
      <p:grpSpPr>
        <a:xfrm>
          <a:off x="0" y="0"/>
          <a:ext cx="0" cy="0"/>
          <a:chOff x="0" y="0"/>
          <a:chExt cx="0" cy="0"/>
        </a:xfrm>
      </p:grpSpPr>
      <p:pic>
        <p:nvPicPr>
          <p:cNvPr id="339" name="Google Shape;339;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40" name="Google Shape;340;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1" name="Google Shape;341;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2" name="Google Shape;342;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3" name="Google Shape;343;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4" name="Shape 344"/>
        <p:cNvGrpSpPr/>
        <p:nvPr/>
      </p:nvGrpSpPr>
      <p:grpSpPr>
        <a:xfrm>
          <a:off x="0" y="0"/>
          <a:ext cx="0" cy="0"/>
          <a:chOff x="0" y="0"/>
          <a:chExt cx="0" cy="0"/>
        </a:xfrm>
      </p:grpSpPr>
      <p:pic>
        <p:nvPicPr>
          <p:cNvPr id="345" name="Google Shape;345;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6" name="Google Shape;346;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8" name="Google Shape;348;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9" name="Google Shape;349;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1" name="Google Shape;351;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2" name="Google Shape;352;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3" name="Shape 353"/>
        <p:cNvGrpSpPr/>
        <p:nvPr/>
      </p:nvGrpSpPr>
      <p:grpSpPr>
        <a:xfrm>
          <a:off x="0" y="0"/>
          <a:ext cx="0" cy="0"/>
          <a:chOff x="0" y="0"/>
          <a:chExt cx="0" cy="0"/>
        </a:xfrm>
      </p:grpSpPr>
      <p:pic>
        <p:nvPicPr>
          <p:cNvPr id="354" name="Google Shape;354;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5" name="Google Shape;355;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6" name="Google Shape;356;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7" name="Google Shape;357;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8" name="Google Shape;358;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60" name="Google Shape;360;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61" name="Google Shape;361;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2" name="Google Shape;362;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3" name="Shape 363"/>
        <p:cNvGrpSpPr/>
        <p:nvPr/>
      </p:nvGrpSpPr>
      <p:grpSpPr>
        <a:xfrm>
          <a:off x="0" y="0"/>
          <a:ext cx="0" cy="0"/>
          <a:chOff x="0" y="0"/>
          <a:chExt cx="0" cy="0"/>
        </a:xfrm>
      </p:grpSpPr>
      <p:pic>
        <p:nvPicPr>
          <p:cNvPr id="364" name="Google Shape;364;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5" name="Google Shape;365;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6" name="Google Shape;366;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7" name="Google Shape;367;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8" name="Google Shape;368;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9" name="Google Shape;369;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70" name="Google Shape;370;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71" name="Google Shape;371;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2" name="Shape 372"/>
        <p:cNvGrpSpPr/>
        <p:nvPr/>
      </p:nvGrpSpPr>
      <p:grpSpPr>
        <a:xfrm>
          <a:off x="0" y="0"/>
          <a:ext cx="0" cy="0"/>
          <a:chOff x="0" y="0"/>
          <a:chExt cx="0" cy="0"/>
        </a:xfrm>
      </p:grpSpPr>
      <p:pic>
        <p:nvPicPr>
          <p:cNvPr id="373" name="Google Shape;373;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4" name="Google Shape;374;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5" name="Google Shape;375;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6" name="Google Shape;376;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7" name="Google Shape;377;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8" name="Google Shape;378;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80" name="Google Shape;380;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1" name="Google Shape;381;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2" name="Shape 382"/>
        <p:cNvGrpSpPr/>
        <p:nvPr/>
      </p:nvGrpSpPr>
      <p:grpSpPr>
        <a:xfrm>
          <a:off x="0" y="0"/>
          <a:ext cx="0" cy="0"/>
          <a:chOff x="0" y="0"/>
          <a:chExt cx="0" cy="0"/>
        </a:xfrm>
      </p:grpSpPr>
      <p:pic>
        <p:nvPicPr>
          <p:cNvPr id="383" name="Google Shape;383;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4" name="Google Shape;384;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5" name="Google Shape;385;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6" name="Google Shape;386;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7" name="Google Shape;387;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8" name="Google Shape;388;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9" name="Google Shape;389;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90" name="Google Shape;390;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1" name="Google Shape;391;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2" name="Shape 392"/>
        <p:cNvGrpSpPr/>
        <p:nvPr/>
      </p:nvGrpSpPr>
      <p:grpSpPr>
        <a:xfrm>
          <a:off x="0" y="0"/>
          <a:ext cx="0" cy="0"/>
          <a:chOff x="0" y="0"/>
          <a:chExt cx="0" cy="0"/>
        </a:xfrm>
      </p:grpSpPr>
      <p:pic>
        <p:nvPicPr>
          <p:cNvPr id="393" name="Google Shape;393;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4" name="Google Shape;394;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5" name="Google Shape;395;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6" name="Google Shape;396;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7" name="Google Shape;397;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8" name="Google Shape;398;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9" name="Google Shape;399;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00" name="Google Shape;400;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1" name="Google Shape;401;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2" name="Shape 402"/>
        <p:cNvGrpSpPr/>
        <p:nvPr/>
      </p:nvGrpSpPr>
      <p:grpSpPr>
        <a:xfrm>
          <a:off x="0" y="0"/>
          <a:ext cx="0" cy="0"/>
          <a:chOff x="0" y="0"/>
          <a:chExt cx="0" cy="0"/>
        </a:xfrm>
      </p:grpSpPr>
      <p:pic>
        <p:nvPicPr>
          <p:cNvPr id="403" name="Google Shape;403;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4" name="Google Shape;404;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5" name="Google Shape;405;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6" name="Google Shape;406;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7" name="Google Shape;407;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8" name="Google Shape;408;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10" name="Google Shape;410;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1" name="Google Shape;411;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2" name="Shape 412"/>
        <p:cNvGrpSpPr/>
        <p:nvPr/>
      </p:nvGrpSpPr>
      <p:grpSpPr>
        <a:xfrm>
          <a:off x="0" y="0"/>
          <a:ext cx="0" cy="0"/>
          <a:chOff x="0" y="0"/>
          <a:chExt cx="0" cy="0"/>
        </a:xfrm>
      </p:grpSpPr>
      <p:pic>
        <p:nvPicPr>
          <p:cNvPr id="413" name="Google Shape;413;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4" name="Google Shape;414;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5" name="Google Shape;415;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6" name="Google Shape;416;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7" name="Google Shape;417;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20" name="Google Shape;420;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1" name="Google Shape;421;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2" name="Google Shape;422;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3" name="Shape 423"/>
        <p:cNvGrpSpPr/>
        <p:nvPr/>
      </p:nvGrpSpPr>
      <p:grpSpPr>
        <a:xfrm>
          <a:off x="0" y="0"/>
          <a:ext cx="0" cy="0"/>
          <a:chOff x="0" y="0"/>
          <a:chExt cx="0" cy="0"/>
        </a:xfrm>
      </p:grpSpPr>
      <p:pic>
        <p:nvPicPr>
          <p:cNvPr id="424" name="Google Shape;424;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5" name="Google Shape;425;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6" name="Google Shape;426;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7" name="Google Shape;427;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8" name="Google Shape;428;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9" name="Google Shape;429;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0" name="Google Shape;430;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1" name="Google Shape;431;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2" name="Google Shape;432;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33" name="Shape 433"/>
        <p:cNvGrpSpPr/>
        <p:nvPr/>
      </p:nvGrpSpPr>
      <p:grpSpPr>
        <a:xfrm>
          <a:off x="0" y="0"/>
          <a:ext cx="0" cy="0"/>
          <a:chOff x="0" y="0"/>
          <a:chExt cx="0" cy="0"/>
        </a:xfrm>
      </p:grpSpPr>
      <p:pic>
        <p:nvPicPr>
          <p:cNvPr id="434" name="Google Shape;434;p6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35" name="Google Shape;435;p60"/>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36" name="Google Shape;436;p6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7" name="Google Shape;437;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8" name="Google Shape;438;p60"/>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39" name="Google Shape;439;p60"/>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40" name="Shape 440"/>
        <p:cNvGrpSpPr/>
        <p:nvPr/>
      </p:nvGrpSpPr>
      <p:grpSpPr>
        <a:xfrm>
          <a:off x="0" y="0"/>
          <a:ext cx="0" cy="0"/>
          <a:chOff x="0" y="0"/>
          <a:chExt cx="0" cy="0"/>
        </a:xfrm>
      </p:grpSpPr>
      <p:pic>
        <p:nvPicPr>
          <p:cNvPr id="441" name="Google Shape;441;p6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42" name="Google Shape;442;p6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43" name="Google Shape;443;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4" name="Google Shape;444;p6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6" name="Google Shape;446;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8" name="Google Shape;448;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9" name="Google Shape;449;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50" name="Shape 450"/>
        <p:cNvGrpSpPr/>
        <p:nvPr/>
      </p:nvGrpSpPr>
      <p:grpSpPr>
        <a:xfrm>
          <a:off x="0" y="0"/>
          <a:ext cx="0" cy="0"/>
          <a:chOff x="0" y="0"/>
          <a:chExt cx="0" cy="0"/>
        </a:xfrm>
      </p:grpSpPr>
      <p:pic>
        <p:nvPicPr>
          <p:cNvPr id="451" name="Google Shape;451;p62"/>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52" name="Google Shape;452;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3" name="Google Shape;453;p62"/>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54" name="Google Shape;454;p62"/>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55" name="Google Shape;455;p62"/>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56" name="Google Shape;456;p62"/>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57" name="Shape 457"/>
        <p:cNvGrpSpPr/>
        <p:nvPr/>
      </p:nvGrpSpPr>
      <p:grpSpPr>
        <a:xfrm>
          <a:off x="0" y="0"/>
          <a:ext cx="0" cy="0"/>
          <a:chOff x="0" y="0"/>
          <a:chExt cx="0" cy="0"/>
        </a:xfrm>
      </p:grpSpPr>
      <p:pic>
        <p:nvPicPr>
          <p:cNvPr descr="Divider1.png" id="458" name="Google Shape;458;p6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9" name="Google Shape;459;p63"/>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0" name="Google Shape;460;p6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61" name="Shape 461"/>
        <p:cNvGrpSpPr/>
        <p:nvPr/>
      </p:nvGrpSpPr>
      <p:grpSpPr>
        <a:xfrm>
          <a:off x="0" y="0"/>
          <a:ext cx="0" cy="0"/>
          <a:chOff x="0" y="0"/>
          <a:chExt cx="0" cy="0"/>
        </a:xfrm>
      </p:grpSpPr>
      <p:pic>
        <p:nvPicPr>
          <p:cNvPr id="462" name="Google Shape;462;p6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63" name="Google Shape;463;p6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64" name="Google Shape;464;p64"/>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4"/>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66" name="Shape 466"/>
        <p:cNvGrpSpPr/>
        <p:nvPr/>
      </p:nvGrpSpPr>
      <p:grpSpPr>
        <a:xfrm>
          <a:off x="0" y="0"/>
          <a:ext cx="0" cy="0"/>
          <a:chOff x="0" y="0"/>
          <a:chExt cx="0" cy="0"/>
        </a:xfrm>
      </p:grpSpPr>
      <p:pic>
        <p:nvPicPr>
          <p:cNvPr id="467" name="Google Shape;467;p6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8" name="Shape 468"/>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9" name="Shape 469"/>
        <p:cNvGrpSpPr/>
        <p:nvPr/>
      </p:nvGrpSpPr>
      <p:grpSpPr>
        <a:xfrm>
          <a:off x="0" y="0"/>
          <a:ext cx="0" cy="0"/>
          <a:chOff x="0" y="0"/>
          <a:chExt cx="0" cy="0"/>
        </a:xfrm>
      </p:grpSpPr>
      <p:grpSp>
        <p:nvGrpSpPr>
          <p:cNvPr id="470" name="Google Shape;470;p67"/>
          <p:cNvGrpSpPr/>
          <p:nvPr/>
        </p:nvGrpSpPr>
        <p:grpSpPr>
          <a:xfrm>
            <a:off x="6262100" y="-3850"/>
            <a:ext cx="2886900" cy="485125"/>
            <a:chOff x="6262100" y="-3850"/>
            <a:chExt cx="2886900" cy="485125"/>
          </a:xfrm>
        </p:grpSpPr>
        <p:pic>
          <p:nvPicPr>
            <p:cNvPr descr="1.png" id="471" name="Google Shape;471;p67"/>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72" name="Google Shape;472;p67"/>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73" name="Google Shape;473;p67"/>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74" name="Google Shape;474;p67"/>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75" name="Google Shape;475;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76" name="Google Shape;476;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67"/>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8" name="Google Shape;478;p67"/>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9" name="Google Shape;479;p67"/>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80" name="Google Shape;480;p67"/>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81" name="Google Shape;481;p67"/>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82" name="Google Shape;482;p67"/>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83" name="Google Shape;483;p67"/>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7" name="Shape 487"/>
        <p:cNvGrpSpPr/>
        <p:nvPr/>
      </p:nvGrpSpPr>
      <p:grpSpPr>
        <a:xfrm>
          <a:off x="0" y="0"/>
          <a:ext cx="0" cy="0"/>
          <a:chOff x="0" y="0"/>
          <a:chExt cx="0" cy="0"/>
        </a:xfrm>
      </p:grpSpPr>
      <p:pic>
        <p:nvPicPr>
          <p:cNvPr id="488" name="Google Shape;488;p6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9" name="Google Shape;489;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90" name="Shape 490"/>
        <p:cNvGrpSpPr/>
        <p:nvPr/>
      </p:nvGrpSpPr>
      <p:grpSpPr>
        <a:xfrm>
          <a:off x="0" y="0"/>
          <a:ext cx="0" cy="0"/>
          <a:chOff x="0" y="0"/>
          <a:chExt cx="0" cy="0"/>
        </a:xfrm>
      </p:grpSpPr>
      <p:pic>
        <p:nvPicPr>
          <p:cNvPr id="491" name="Google Shape;491;p7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92" name="Google Shape;492;p7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93" name="Google Shape;493;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7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95" name="Shape 495"/>
        <p:cNvGrpSpPr/>
        <p:nvPr/>
      </p:nvGrpSpPr>
      <p:grpSpPr>
        <a:xfrm>
          <a:off x="0" y="0"/>
          <a:ext cx="0" cy="0"/>
          <a:chOff x="0" y="0"/>
          <a:chExt cx="0" cy="0"/>
        </a:xfrm>
      </p:grpSpPr>
      <p:pic>
        <p:nvPicPr>
          <p:cNvPr descr="Divider4.png" id="496" name="Google Shape;496;p7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7" name="Google Shape;497;p7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8" name="Google Shape;498;p7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9" name="Google Shape;499;p7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00" name="Google Shape;500;p7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01" name="Google Shape;501;p7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02" name="Shape 502"/>
        <p:cNvGrpSpPr/>
        <p:nvPr/>
      </p:nvGrpSpPr>
      <p:grpSpPr>
        <a:xfrm>
          <a:off x="0" y="0"/>
          <a:ext cx="0" cy="0"/>
          <a:chOff x="0" y="0"/>
          <a:chExt cx="0" cy="0"/>
        </a:xfrm>
      </p:grpSpPr>
      <p:sp>
        <p:nvSpPr>
          <p:cNvPr id="503" name="Google Shape;503;p72"/>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504" name="Google Shape;504;p72"/>
          <p:cNvGrpSpPr/>
          <p:nvPr/>
        </p:nvGrpSpPr>
        <p:grpSpPr>
          <a:xfrm rot="5400000">
            <a:off x="5719749" y="1629787"/>
            <a:ext cx="4964577" cy="1883925"/>
            <a:chOff x="4152224" y="1218499"/>
            <a:chExt cx="4964577" cy="1883925"/>
          </a:xfrm>
        </p:grpSpPr>
        <p:pic>
          <p:nvPicPr>
            <p:cNvPr id="505" name="Google Shape;505;p7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06" name="Google Shape;506;p7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7" name="Google Shape;507;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8" name="Google Shape;508;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09" name="Google Shape;509;p72"/>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10" name="Shape 510"/>
        <p:cNvGrpSpPr/>
        <p:nvPr/>
      </p:nvGrpSpPr>
      <p:grpSpPr>
        <a:xfrm>
          <a:off x="0" y="0"/>
          <a:ext cx="0" cy="0"/>
          <a:chOff x="0" y="0"/>
          <a:chExt cx="0" cy="0"/>
        </a:xfrm>
      </p:grpSpPr>
      <p:pic>
        <p:nvPicPr>
          <p:cNvPr id="511" name="Google Shape;511;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2" name="Google Shape;512;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13" name="Google Shape;513;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14" name="Google Shape;514;p7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15" name="Google Shape;515;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16" name="Google Shape;516;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7" name="Google Shape;517;p7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8" name="Google Shape;518;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9" name="Shape 519"/>
        <p:cNvGrpSpPr/>
        <p:nvPr/>
      </p:nvGrpSpPr>
      <p:grpSpPr>
        <a:xfrm>
          <a:off x="0" y="0"/>
          <a:ext cx="0" cy="0"/>
          <a:chOff x="0" y="0"/>
          <a:chExt cx="0" cy="0"/>
        </a:xfrm>
      </p:grpSpPr>
      <p:pic>
        <p:nvPicPr>
          <p:cNvPr id="520" name="Google Shape;520;p7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1" name="Google Shape;521;p7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22" name="Google Shape;522;p7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23" name="Google Shape;523;p7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24" name="Google Shape;524;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25" name="Google Shape;525;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6" name="Google Shape;526;p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27" name="Shape 527"/>
        <p:cNvGrpSpPr/>
        <p:nvPr/>
      </p:nvGrpSpPr>
      <p:grpSpPr>
        <a:xfrm>
          <a:off x="0" y="0"/>
          <a:ext cx="0" cy="0"/>
          <a:chOff x="0" y="0"/>
          <a:chExt cx="0" cy="0"/>
        </a:xfrm>
      </p:grpSpPr>
      <p:pic>
        <p:nvPicPr>
          <p:cNvPr id="528" name="Google Shape;528;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9" name="Google Shape;529;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30" name="Google Shape;530;p75"/>
          <p:cNvGrpSpPr/>
          <p:nvPr/>
        </p:nvGrpSpPr>
        <p:grpSpPr>
          <a:xfrm>
            <a:off x="5709066" y="201260"/>
            <a:ext cx="2296623" cy="4424889"/>
            <a:chOff x="5598780" y="137712"/>
            <a:chExt cx="2577001" cy="4664652"/>
          </a:xfrm>
        </p:grpSpPr>
        <p:pic>
          <p:nvPicPr>
            <p:cNvPr id="531" name="Google Shape;531;p7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32" name="Google Shape;532;p7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 name="Google Shape;533;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4" name="Google Shape;534;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5" name="Google Shape;535;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7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37" name="Shape 537"/>
        <p:cNvGrpSpPr/>
        <p:nvPr/>
      </p:nvGrpSpPr>
      <p:grpSpPr>
        <a:xfrm>
          <a:off x="0" y="0"/>
          <a:ext cx="0" cy="0"/>
          <a:chOff x="0" y="0"/>
          <a:chExt cx="0" cy="0"/>
        </a:xfrm>
      </p:grpSpPr>
      <p:pic>
        <p:nvPicPr>
          <p:cNvPr id="538" name="Google Shape;538;p7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9" name="Google Shape;539;p7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0" name="Google Shape;540;p7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1" name="Google Shape;541;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2" name="Google Shape;542;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3" name="Google Shape;543;p7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4" name="Google Shape;544;p7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45" name="Shape 545"/>
        <p:cNvGrpSpPr/>
        <p:nvPr/>
      </p:nvGrpSpPr>
      <p:grpSpPr>
        <a:xfrm>
          <a:off x="0" y="0"/>
          <a:ext cx="0" cy="0"/>
          <a:chOff x="0" y="0"/>
          <a:chExt cx="0" cy="0"/>
        </a:xfrm>
      </p:grpSpPr>
      <p:pic>
        <p:nvPicPr>
          <p:cNvPr id="546" name="Google Shape;546;p7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47" name="Google Shape;547;p7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8" name="Google Shape;548;p7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9" name="Google Shape;549;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0" name="Google Shape;550;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51" name="Google Shape;551;p77"/>
          <p:cNvGrpSpPr/>
          <p:nvPr/>
        </p:nvGrpSpPr>
        <p:grpSpPr>
          <a:xfrm>
            <a:off x="4344100" y="398125"/>
            <a:ext cx="4546500" cy="4222800"/>
            <a:chOff x="4344100" y="398125"/>
            <a:chExt cx="4546500" cy="4222800"/>
          </a:xfrm>
        </p:grpSpPr>
        <p:sp>
          <p:nvSpPr>
            <p:cNvPr id="552" name="Google Shape;552;p7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3" name="Google Shape;553;p77"/>
            <p:cNvGrpSpPr/>
            <p:nvPr/>
          </p:nvGrpSpPr>
          <p:grpSpPr>
            <a:xfrm>
              <a:off x="4445450" y="524200"/>
              <a:ext cx="399495" cy="101100"/>
              <a:chOff x="4445450" y="524200"/>
              <a:chExt cx="399495" cy="101100"/>
            </a:xfrm>
          </p:grpSpPr>
          <p:sp>
            <p:nvSpPr>
              <p:cNvPr id="554" name="Google Shape;554;p7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7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8" name="Shape 558"/>
        <p:cNvGrpSpPr/>
        <p:nvPr/>
      </p:nvGrpSpPr>
      <p:grpSpPr>
        <a:xfrm>
          <a:off x="0" y="0"/>
          <a:ext cx="0" cy="0"/>
          <a:chOff x="0" y="0"/>
          <a:chExt cx="0" cy="0"/>
        </a:xfrm>
      </p:grpSpPr>
      <p:pic>
        <p:nvPicPr>
          <p:cNvPr id="559" name="Google Shape;559;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60" name="Google Shape;560;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1" name="Google Shape;561;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2" name="Google Shape;562;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3" name="Google Shape;563;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64" name="Shape 564"/>
        <p:cNvGrpSpPr/>
        <p:nvPr/>
      </p:nvGrpSpPr>
      <p:grpSpPr>
        <a:xfrm>
          <a:off x="0" y="0"/>
          <a:ext cx="0" cy="0"/>
          <a:chOff x="0" y="0"/>
          <a:chExt cx="0" cy="0"/>
        </a:xfrm>
      </p:grpSpPr>
      <p:pic>
        <p:nvPicPr>
          <p:cNvPr id="565" name="Google Shape;565;p7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66" name="Google Shape;566;p7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9"/>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8" name="Google Shape;568;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9" name="Google Shape;569;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0" name="Google Shape;570;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1" name="Google Shape;571;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72" name="Google Shape;572;p7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73" name="Shape 573"/>
        <p:cNvGrpSpPr/>
        <p:nvPr/>
      </p:nvGrpSpPr>
      <p:grpSpPr>
        <a:xfrm>
          <a:off x="0" y="0"/>
          <a:ext cx="0" cy="0"/>
          <a:chOff x="0" y="0"/>
          <a:chExt cx="0" cy="0"/>
        </a:xfrm>
      </p:grpSpPr>
      <p:pic>
        <p:nvPicPr>
          <p:cNvPr id="574" name="Google Shape;574;p80"/>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75" name="Google Shape;575;p80"/>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76" name="Google Shape;576;p8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77" name="Google Shape;577;p8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78" name="Google Shape;578;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8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580" name="Google Shape;580;p8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81" name="Google Shape;581;p8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82" name="Google Shape;582;p80"/>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83" name="Shape 583"/>
        <p:cNvGrpSpPr/>
        <p:nvPr/>
      </p:nvGrpSpPr>
      <p:grpSpPr>
        <a:xfrm>
          <a:off x="0" y="0"/>
          <a:ext cx="0" cy="0"/>
          <a:chOff x="0" y="0"/>
          <a:chExt cx="0" cy="0"/>
        </a:xfrm>
      </p:grpSpPr>
      <p:pic>
        <p:nvPicPr>
          <p:cNvPr id="584" name="Google Shape;584;p8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85" name="Google Shape;585;p8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586" name="Google Shape;586;p8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87" name="Google Shape;587;p8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8" name="Google Shape;588;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89" name="Google Shape;589;p81"/>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590" name="Google Shape;590;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591" name="Google Shape;591;p8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592" name="Shape 592"/>
        <p:cNvGrpSpPr/>
        <p:nvPr/>
      </p:nvGrpSpPr>
      <p:grpSpPr>
        <a:xfrm>
          <a:off x="0" y="0"/>
          <a:ext cx="0" cy="0"/>
          <a:chOff x="0" y="0"/>
          <a:chExt cx="0" cy="0"/>
        </a:xfrm>
      </p:grpSpPr>
      <p:pic>
        <p:nvPicPr>
          <p:cNvPr id="593" name="Google Shape;593;p82"/>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594" name="Google Shape;594;p8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95" name="Google Shape;595;p8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596" name="Google Shape;596;p8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7" name="Google Shape;597;p8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98" name="Google Shape;598;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00" name="Google Shape;600;p8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1" name="Google Shape;601;p8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02" name="Shape 602"/>
        <p:cNvGrpSpPr/>
        <p:nvPr/>
      </p:nvGrpSpPr>
      <p:grpSpPr>
        <a:xfrm>
          <a:off x="0" y="0"/>
          <a:ext cx="0" cy="0"/>
          <a:chOff x="0" y="0"/>
          <a:chExt cx="0" cy="0"/>
        </a:xfrm>
      </p:grpSpPr>
      <p:pic>
        <p:nvPicPr>
          <p:cNvPr id="603" name="Google Shape;603;p8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04" name="Google Shape;604;p83"/>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05" name="Google Shape;605;p8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06" name="Google Shape;606;p8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7" name="Google Shape;607;p8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08" name="Google Shape;608;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9" name="Google Shape;609;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10" name="Google Shape;610;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1" name="Google Shape;611;p8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12" name="Shape 612"/>
        <p:cNvGrpSpPr/>
        <p:nvPr/>
      </p:nvGrpSpPr>
      <p:grpSpPr>
        <a:xfrm>
          <a:off x="0" y="0"/>
          <a:ext cx="0" cy="0"/>
          <a:chOff x="0" y="0"/>
          <a:chExt cx="0" cy="0"/>
        </a:xfrm>
      </p:grpSpPr>
      <p:pic>
        <p:nvPicPr>
          <p:cNvPr id="613" name="Google Shape;613;p84"/>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14" name="Google Shape;614;p8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15" name="Google Shape;615;p8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16" name="Google Shape;616;p84"/>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7" name="Google Shape;617;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8" name="Google Shape;618;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9" name="Google Shape;619;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20" name="Google Shape;620;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1" name="Google Shape;621;p84"/>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22" name="Shape 622"/>
        <p:cNvGrpSpPr/>
        <p:nvPr/>
      </p:nvGrpSpPr>
      <p:grpSpPr>
        <a:xfrm>
          <a:off x="0" y="0"/>
          <a:ext cx="0" cy="0"/>
          <a:chOff x="0" y="0"/>
          <a:chExt cx="0" cy="0"/>
        </a:xfrm>
      </p:grpSpPr>
      <p:pic>
        <p:nvPicPr>
          <p:cNvPr id="623" name="Google Shape;623;p85"/>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24" name="Google Shape;624;p8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25" name="Google Shape;625;p8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26" name="Google Shape;626;p85"/>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7" name="Google Shape;627;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8" name="Google Shape;628;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9" name="Google Shape;629;p8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30" name="Google Shape;630;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1" name="Google Shape;631;p8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32" name="Shape 632"/>
        <p:cNvGrpSpPr/>
        <p:nvPr/>
      </p:nvGrpSpPr>
      <p:grpSpPr>
        <a:xfrm>
          <a:off x="0" y="0"/>
          <a:ext cx="0" cy="0"/>
          <a:chOff x="0" y="0"/>
          <a:chExt cx="0" cy="0"/>
        </a:xfrm>
      </p:grpSpPr>
      <p:pic>
        <p:nvPicPr>
          <p:cNvPr id="633" name="Google Shape;633;p86"/>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34" name="Google Shape;634;p86"/>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35" name="Google Shape;635;p86"/>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36" name="Google Shape;636;p8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37" name="Google Shape;637;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8" name="Google Shape;638;p86"/>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6"/>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40" name="Google Shape;640;p86"/>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1" name="Google Shape;641;p86"/>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42" name="Google Shape;642;p86"/>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43" name="Shape 643"/>
        <p:cNvGrpSpPr/>
        <p:nvPr/>
      </p:nvGrpSpPr>
      <p:grpSpPr>
        <a:xfrm>
          <a:off x="0" y="0"/>
          <a:ext cx="0" cy="0"/>
          <a:chOff x="0" y="0"/>
          <a:chExt cx="0" cy="0"/>
        </a:xfrm>
      </p:grpSpPr>
      <p:pic>
        <p:nvPicPr>
          <p:cNvPr id="644" name="Google Shape;644;p8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45" name="Google Shape;645;p8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46" name="Google Shape;646;p8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7" name="Google Shape;647;p87"/>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8" name="Google Shape;648;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9" name="Google Shape;649;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0" name="Google Shape;650;p8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51" name="Google Shape;651;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2" name="Google Shape;652;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53" name="Shape 653"/>
        <p:cNvGrpSpPr/>
        <p:nvPr/>
      </p:nvGrpSpPr>
      <p:grpSpPr>
        <a:xfrm>
          <a:off x="0" y="0"/>
          <a:ext cx="0" cy="0"/>
          <a:chOff x="0" y="0"/>
          <a:chExt cx="0" cy="0"/>
        </a:xfrm>
      </p:grpSpPr>
      <p:pic>
        <p:nvPicPr>
          <p:cNvPr id="654" name="Google Shape;654;p8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55" name="Google Shape;655;p8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56" name="Google Shape;656;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7" name="Google Shape;657;p8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8" name="Google Shape;658;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9" name="Google Shape;659;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0" name="Google Shape;660;p8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61" name="Google Shape;661;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2" name="Google Shape;662;p8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663" name="Shape 663"/>
        <p:cNvGrpSpPr/>
        <p:nvPr/>
      </p:nvGrpSpPr>
      <p:grpSpPr>
        <a:xfrm>
          <a:off x="0" y="0"/>
          <a:ext cx="0" cy="0"/>
          <a:chOff x="0" y="0"/>
          <a:chExt cx="0" cy="0"/>
        </a:xfrm>
      </p:grpSpPr>
      <p:pic>
        <p:nvPicPr>
          <p:cNvPr id="664" name="Google Shape;664;p8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665" name="Google Shape;665;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6" name="Google Shape;666;p89"/>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667" name="Google Shape;667;p89"/>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668" name="Google Shape;668;p89"/>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669" name="Google Shape;669;p89"/>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70" name="Shape 670"/>
        <p:cNvGrpSpPr/>
        <p:nvPr/>
      </p:nvGrpSpPr>
      <p:grpSpPr>
        <a:xfrm>
          <a:off x="0" y="0"/>
          <a:ext cx="0" cy="0"/>
          <a:chOff x="0" y="0"/>
          <a:chExt cx="0" cy="0"/>
        </a:xfrm>
      </p:grpSpPr>
      <p:pic>
        <p:nvPicPr>
          <p:cNvPr descr="Divider1.png" id="671" name="Google Shape;671;p9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72" name="Google Shape;672;p90"/>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3" name="Google Shape;673;p9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74" name="Shape 674"/>
        <p:cNvGrpSpPr/>
        <p:nvPr/>
      </p:nvGrpSpPr>
      <p:grpSpPr>
        <a:xfrm>
          <a:off x="0" y="0"/>
          <a:ext cx="0" cy="0"/>
          <a:chOff x="0" y="0"/>
          <a:chExt cx="0" cy="0"/>
        </a:xfrm>
      </p:grpSpPr>
      <p:pic>
        <p:nvPicPr>
          <p:cNvPr id="675" name="Google Shape;675;p91"/>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76" name="Google Shape;676;p91"/>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77" name="Google Shape;677;p91"/>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91"/>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79" name="Shape 679"/>
        <p:cNvGrpSpPr/>
        <p:nvPr/>
      </p:nvGrpSpPr>
      <p:grpSpPr>
        <a:xfrm>
          <a:off x="0" y="0"/>
          <a:ext cx="0" cy="0"/>
          <a:chOff x="0" y="0"/>
          <a:chExt cx="0" cy="0"/>
        </a:xfrm>
      </p:grpSpPr>
      <p:pic>
        <p:nvPicPr>
          <p:cNvPr id="680" name="Google Shape;680;p9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81" name="Shape 681"/>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682" name="Shape 682"/>
        <p:cNvGrpSpPr/>
        <p:nvPr/>
      </p:nvGrpSpPr>
      <p:grpSpPr>
        <a:xfrm>
          <a:off x="0" y="0"/>
          <a:ext cx="0" cy="0"/>
          <a:chOff x="0" y="0"/>
          <a:chExt cx="0" cy="0"/>
        </a:xfrm>
      </p:grpSpPr>
      <p:grpSp>
        <p:nvGrpSpPr>
          <p:cNvPr id="683" name="Google Shape;683;p94"/>
          <p:cNvGrpSpPr/>
          <p:nvPr/>
        </p:nvGrpSpPr>
        <p:grpSpPr>
          <a:xfrm>
            <a:off x="6262100" y="-3850"/>
            <a:ext cx="2886900" cy="485125"/>
            <a:chOff x="6262100" y="-3850"/>
            <a:chExt cx="2886900" cy="485125"/>
          </a:xfrm>
        </p:grpSpPr>
        <p:pic>
          <p:nvPicPr>
            <p:cNvPr descr="1.png" id="684" name="Google Shape;684;p94"/>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685" name="Google Shape;685;p94"/>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686" name="Google Shape;686;p94"/>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687" name="Google Shape;687;p94"/>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688" name="Google Shape;688;p9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89" name="Google Shape;689;p9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0" name="Google Shape;690;p94"/>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691" name="Google Shape;691;p94"/>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692" name="Google Shape;692;p94"/>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693" name="Google Shape;693;p94"/>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694" name="Google Shape;694;p94"/>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695" name="Google Shape;695;p94"/>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696" name="Google Shape;696;p94"/>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697" name="Shape 697"/>
        <p:cNvGrpSpPr/>
        <p:nvPr/>
      </p:nvGrpSpPr>
      <p:grpSpPr>
        <a:xfrm>
          <a:off x="0" y="0"/>
          <a:ext cx="0" cy="0"/>
          <a:chOff x="0" y="0"/>
          <a:chExt cx="0" cy="0"/>
        </a:xfrm>
      </p:grpSpPr>
      <p:pic>
        <p:nvPicPr>
          <p:cNvPr id="698" name="Google Shape;698;p9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99" name="Google Shape;699;p95"/>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700" name="Google Shape;700;p9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01" name="Google Shape;701;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2" name="Google Shape;702;p95"/>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703" name="Google Shape;703;p95"/>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8" Type="http://schemas.openxmlformats.org/officeDocument/2006/relationships/theme" Target="../theme/theme1.xml"/><Relationship Id="rId27" Type="http://schemas.openxmlformats.org/officeDocument/2006/relationships/slideLayout" Target="../slideLayouts/slideLayout6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4.xml"/><Relationship Id="rId22" Type="http://schemas.openxmlformats.org/officeDocument/2006/relationships/slideLayout" Target="../slideLayouts/slideLayout86.xml"/><Relationship Id="rId21" Type="http://schemas.openxmlformats.org/officeDocument/2006/relationships/slideLayout" Target="../slideLayouts/slideLayout85.xml"/><Relationship Id="rId24" Type="http://schemas.openxmlformats.org/officeDocument/2006/relationships/slideLayout" Target="../slideLayouts/slideLayout88.xml"/><Relationship Id="rId23" Type="http://schemas.openxmlformats.org/officeDocument/2006/relationships/slideLayout" Target="../slideLayouts/slideLayout87.xml"/><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26" Type="http://schemas.openxmlformats.org/officeDocument/2006/relationships/slideLayout" Target="../slideLayouts/slideLayout90.xml"/><Relationship Id="rId25" Type="http://schemas.openxmlformats.org/officeDocument/2006/relationships/slideLayout" Target="../slideLayouts/slideLayout89.xml"/><Relationship Id="rId28" Type="http://schemas.openxmlformats.org/officeDocument/2006/relationships/theme" Target="../theme/theme3.xml"/><Relationship Id="rId27" Type="http://schemas.openxmlformats.org/officeDocument/2006/relationships/slideLayout" Target="../slideLayouts/slideLayout91.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11" Type="http://schemas.openxmlformats.org/officeDocument/2006/relationships/slideLayout" Target="../slideLayouts/slideLayout75.xml"/><Relationship Id="rId10" Type="http://schemas.openxmlformats.org/officeDocument/2006/relationships/slideLayout" Target="../slideLayouts/slideLayout74.xml"/><Relationship Id="rId13" Type="http://schemas.openxmlformats.org/officeDocument/2006/relationships/slideLayout" Target="../slideLayouts/slideLayout77.xml"/><Relationship Id="rId12" Type="http://schemas.openxmlformats.org/officeDocument/2006/relationships/slideLayout" Target="../slideLayouts/slideLayout76.xml"/><Relationship Id="rId15" Type="http://schemas.openxmlformats.org/officeDocument/2006/relationships/slideLayout" Target="../slideLayouts/slideLayout79.xml"/><Relationship Id="rId14" Type="http://schemas.openxmlformats.org/officeDocument/2006/relationships/slideLayout" Target="../slideLayouts/slideLayout78.xml"/><Relationship Id="rId17" Type="http://schemas.openxmlformats.org/officeDocument/2006/relationships/slideLayout" Target="../slideLayouts/slideLayout81.xml"/><Relationship Id="rId16" Type="http://schemas.openxmlformats.org/officeDocument/2006/relationships/slideLayout" Target="../slideLayouts/slideLayout80.xml"/><Relationship Id="rId19" Type="http://schemas.openxmlformats.org/officeDocument/2006/relationships/slideLayout" Target="../slideLayouts/slideLayout83.xml"/><Relationship Id="rId18"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4" name="Shape 264"/>
        <p:cNvGrpSpPr/>
        <p:nvPr/>
      </p:nvGrpSpPr>
      <p:grpSpPr>
        <a:xfrm>
          <a:off x="0" y="0"/>
          <a:ext cx="0" cy="0"/>
          <a:chOff x="0" y="0"/>
          <a:chExt cx="0" cy="0"/>
        </a:xfrm>
      </p:grpSpPr>
      <p:sp>
        <p:nvSpPr>
          <p:cNvPr id="265" name="Google Shape;26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6" name="Google Shape;266;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4" name="Shape 484"/>
        <p:cNvGrpSpPr/>
        <p:nvPr/>
      </p:nvGrpSpPr>
      <p:grpSpPr>
        <a:xfrm>
          <a:off x="0" y="0"/>
          <a:ext cx="0" cy="0"/>
          <a:chOff x="0" y="0"/>
          <a:chExt cx="0" cy="0"/>
        </a:xfrm>
      </p:grpSpPr>
      <p:sp>
        <p:nvSpPr>
          <p:cNvPr id="485" name="Google Shape;48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86" name="Google Shape;486;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4.xml"/><Relationship Id="rId3" Type="http://schemas.openxmlformats.org/officeDocument/2006/relationships/image" Target="../media/image137.png"/><Relationship Id="rId4" Type="http://schemas.openxmlformats.org/officeDocument/2006/relationships/image" Target="../media/image1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7.xml"/><Relationship Id="rId3" Type="http://schemas.openxmlformats.org/officeDocument/2006/relationships/hyperlink" Target="https://docs.google.com/document/d/1EfxBBJZPG1MSuAx9JC0uWBlMZh9HGcFY-e1kxxYS6Ws/edit?usp=sharing" TargetMode="External"/><Relationship Id="rId4" Type="http://schemas.openxmlformats.org/officeDocument/2006/relationships/hyperlink" Target="https://docs.google.com/document/d/1EfxBBJZPG1MSuAx9JC0uWBlMZh9HGcFY-e1kxxYS6Ws/edit?usp=sharing" TargetMode="External"/><Relationship Id="rId5" Type="http://schemas.openxmlformats.org/officeDocument/2006/relationships/image" Target="../media/image1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hyperlink" Target="https://docs.google.com/forms/d/e/1FAIpQLSfCtykxSrH1HZ9fd4kmcyTlaFCK1KI8g2X6IPhEzQbg_8oKtA/viewform?usp=head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 Id="rId3" Type="http://schemas.openxmlformats.org/officeDocument/2006/relationships/hyperlink" Target="https://leetcode.com/problems/merge-two-sorted-lists/descripti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7.xml"/><Relationship Id="rId3" Type="http://schemas.openxmlformats.org/officeDocument/2006/relationships/hyperlink" Target="http://www.youtube.com/watch?v=Jwd_lkXoLKk" TargetMode="External"/><Relationship Id="rId4" Type="http://schemas.openxmlformats.org/officeDocument/2006/relationships/image" Target="../media/image13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2.xml"/><Relationship Id="rId3" Type="http://schemas.openxmlformats.org/officeDocument/2006/relationships/image" Target="../media/image135.png"/><Relationship Id="rId4" Type="http://schemas.openxmlformats.org/officeDocument/2006/relationships/hyperlink" Target="http://www.youtube.com/watch?v=BTZMUDKSpSs" TargetMode="External"/><Relationship Id="rId5" Type="http://schemas.openxmlformats.org/officeDocument/2006/relationships/image" Target="../media/image13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3.xml"/><Relationship Id="rId3" Type="http://schemas.openxmlformats.org/officeDocument/2006/relationships/image" Target="../media/image1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6"/>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Mock Interview</a:t>
            </a:r>
            <a:endParaRPr sz="3600"/>
          </a:p>
        </p:txBody>
      </p:sp>
      <p:sp>
        <p:nvSpPr>
          <p:cNvPr id="709" name="Google Shape;709;p96"/>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9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15" name="Google Shape;715;p97"/>
          <p:cNvGraphicFramePr/>
          <p:nvPr/>
        </p:nvGraphicFramePr>
        <p:xfrm>
          <a:off x="451525" y="1242597"/>
          <a:ext cx="3000000" cy="3000000"/>
        </p:xfrm>
        <a:graphic>
          <a:graphicData uri="http://schemas.openxmlformats.org/drawingml/2006/table">
            <a:tbl>
              <a:tblPr>
                <a:noFill/>
                <a:tableStyleId>{A9EEAEE9-E7EC-4D9C-A82E-1B3C5DF6A098}</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Mock Interview</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98"/>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721" name="Google Shape;721;p9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27" name="Google Shape;727;p99"/>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728" name="Google Shape;728;p99"/>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729" name="Google Shape;729;p99"/>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730" name="Google Shape;730;p99"/>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00"/>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736" name="Google Shape;736;p10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7" name="Google Shape;737;p10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If you could have any superpower, what would it be? No wrong answers.</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01"/>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Tree intro session well received.</a:t>
            </a:r>
            <a:endParaRPr/>
          </a:p>
          <a:p>
            <a:pPr indent="-342900" lvl="0" marL="457200" rtl="0" algn="l">
              <a:spcBef>
                <a:spcPts val="0"/>
              </a:spcBef>
              <a:spcAft>
                <a:spcPts val="0"/>
              </a:spcAft>
              <a:buSzPts val="1800"/>
              <a:buChar char="+"/>
            </a:pPr>
            <a:r>
              <a:rPr lang="en"/>
              <a:t>Students enjoying the problem set solution validator!</a:t>
            </a:r>
            <a:endParaRPr/>
          </a:p>
        </p:txBody>
      </p:sp>
      <p:sp>
        <p:nvSpPr>
          <p:cNvPr id="743" name="Google Shape;743;p10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4" name="Google Shape;744;p101"/>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Students looking for more BST practice</a:t>
            </a:r>
            <a:endParaRPr sz="1700"/>
          </a:p>
          <a:p>
            <a:pPr indent="0" lvl="0" marL="0" rtl="0" algn="l">
              <a:spcBef>
                <a:spcPts val="1600"/>
              </a:spcBef>
              <a:spcAft>
                <a:spcPts val="0"/>
              </a:spcAft>
              <a:buNone/>
            </a:pPr>
            <a:r>
              <a:rPr lang="en" sz="1700"/>
              <a:t>- Python cheat sheet feedback (more examples, less theory) </a:t>
            </a:r>
            <a:endParaRPr sz="1700"/>
          </a:p>
          <a:p>
            <a:pPr indent="0" lvl="0" marL="0" rtl="0" algn="l">
              <a:spcBef>
                <a:spcPts val="1600"/>
              </a:spcBef>
              <a:spcAft>
                <a:spcPts val="160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02"/>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750" name="Google Shape;750;p10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Reminder: Problem Set Solution Validator</a:t>
            </a:r>
            <a:endParaRPr/>
          </a:p>
          <a:p>
            <a:pPr indent="-342900" lvl="1" marL="914400" rtl="0" algn="l">
              <a:spcBef>
                <a:spcPts val="0"/>
              </a:spcBef>
              <a:spcAft>
                <a:spcPts val="0"/>
              </a:spcAft>
              <a:buSzPts val="1800"/>
              <a:buChar char="●"/>
            </a:pPr>
            <a:r>
              <a:rPr lang="en" u="sng">
                <a:solidFill>
                  <a:schemeClr val="hlink"/>
                </a:solidFill>
                <a:hlinkClick r:id="rId3"/>
              </a:rPr>
              <a:t>https://docs.google.com/document/d/1EfxBBJZPG1MSuAx9JC0uWBlMZh9HGcFY-e1kxxYS6Ws/edit?usp=sharin</a:t>
            </a:r>
            <a:r>
              <a:rPr lang="en" u="sng">
                <a:solidFill>
                  <a:schemeClr val="hlink"/>
                </a:solidFill>
                <a:hlinkClick r:id="rId4"/>
              </a:rPr>
              <a:t>g</a:t>
            </a:r>
            <a:endParaRPr/>
          </a:p>
          <a:p>
            <a:pPr indent="-342900" lvl="0" marL="457200" rtl="0" algn="l">
              <a:spcBef>
                <a:spcPts val="0"/>
              </a:spcBef>
              <a:spcAft>
                <a:spcPts val="0"/>
              </a:spcAft>
              <a:buSzPts val="1800"/>
              <a:buChar char="✱"/>
            </a:pPr>
            <a:r>
              <a:rPr lang="en"/>
              <a:t>Mock interview today! Need one student volunteer. Topic is strings</a:t>
            </a:r>
            <a:endParaRPr/>
          </a:p>
        </p:txBody>
      </p:sp>
      <p:sp>
        <p:nvSpPr>
          <p:cNvPr id="751" name="Google Shape;751;p10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52" name="Google Shape;752;p102"/>
          <p:cNvPicPr preferRelativeResize="0"/>
          <p:nvPr/>
        </p:nvPicPr>
        <p:blipFill>
          <a:blip r:embed="rId5">
            <a:alphaModFix/>
          </a:blip>
          <a:stretch>
            <a:fillRect/>
          </a:stretch>
        </p:blipFill>
        <p:spPr>
          <a:xfrm>
            <a:off x="452400" y="350275"/>
            <a:ext cx="679601" cy="679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03"/>
          <p:cNvSpPr txBox="1"/>
          <p:nvPr>
            <p:ph type="title"/>
          </p:nvPr>
        </p:nvSpPr>
        <p:spPr>
          <a:xfrm>
            <a:off x="884825" y="2317200"/>
            <a:ext cx="3687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Mock Interview</a:t>
            </a:r>
            <a:endParaRPr/>
          </a:p>
        </p:txBody>
      </p:sp>
      <p:sp>
        <p:nvSpPr>
          <p:cNvPr id="758" name="Google Shape;758;p10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0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Mock Interview</a:t>
            </a:r>
            <a:endParaRPr/>
          </a:p>
        </p:txBody>
      </p:sp>
      <p:sp>
        <p:nvSpPr>
          <p:cNvPr id="764" name="Google Shape;764;p10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I will be the interviewer.</a:t>
            </a:r>
            <a:endParaRPr sz="1600"/>
          </a:p>
          <a:p>
            <a:pPr indent="-330200" lvl="1" marL="914400" rtl="0" algn="l">
              <a:spcBef>
                <a:spcPts val="1000"/>
              </a:spcBef>
              <a:spcAft>
                <a:spcPts val="0"/>
              </a:spcAft>
              <a:buSzPts val="1600"/>
              <a:buChar char="●"/>
            </a:pPr>
            <a:r>
              <a:rPr lang="en" sz="1600"/>
              <a:t>As the interviewer, I will simulate a realistic technical interview by asking probing questions and providing minimal hints when necessary.</a:t>
            </a:r>
            <a:endParaRPr sz="1600"/>
          </a:p>
          <a:p>
            <a:pPr indent="-330200" lvl="0" marL="457200" rtl="0" algn="l">
              <a:spcBef>
                <a:spcPts val="1000"/>
              </a:spcBef>
              <a:spcAft>
                <a:spcPts val="0"/>
              </a:spcAft>
              <a:buSzPts val="1600"/>
              <a:buChar char="✱"/>
            </a:pPr>
            <a:r>
              <a:rPr lang="en" sz="1600"/>
              <a:t>A volunteer student will be the interviewee.</a:t>
            </a:r>
            <a:endParaRPr sz="1600"/>
          </a:p>
          <a:p>
            <a:pPr indent="-330200" lvl="1" marL="914400" rtl="0" algn="l">
              <a:spcBef>
                <a:spcPts val="1000"/>
              </a:spcBef>
              <a:spcAft>
                <a:spcPts val="0"/>
              </a:spcAft>
              <a:buSzPts val="1600"/>
              <a:buChar char="●"/>
            </a:pPr>
            <a:r>
              <a:rPr lang="en" sz="1600"/>
              <a:t>As the interviewee, you will think aloud while solving the problem, applying UMPIRE.</a:t>
            </a:r>
            <a:endParaRPr sz="1600"/>
          </a:p>
          <a:p>
            <a:pPr indent="-330200" lvl="0" marL="457200" rtl="0" algn="l">
              <a:spcBef>
                <a:spcPts val="1000"/>
              </a:spcBef>
              <a:spcAft>
                <a:spcPts val="0"/>
              </a:spcAft>
              <a:buSzPts val="1600"/>
              <a:buChar char="✱"/>
            </a:pPr>
            <a:r>
              <a:rPr lang="en" sz="1600"/>
              <a:t>The rest of the class will observe: </a:t>
            </a:r>
            <a:r>
              <a:rPr lang="en" sz="1600" u="sng">
                <a:solidFill>
                  <a:schemeClr val="hlink"/>
                </a:solidFill>
                <a:hlinkClick r:id="rId3"/>
              </a:rPr>
              <a:t>Observation form</a:t>
            </a:r>
            <a:endParaRPr sz="1600"/>
          </a:p>
          <a:p>
            <a:pPr indent="-330200" lvl="1" marL="914400" rtl="0" algn="l">
              <a:spcBef>
                <a:spcPts val="1000"/>
              </a:spcBef>
              <a:spcAft>
                <a:spcPts val="1000"/>
              </a:spcAft>
              <a:buSzPts val="1600"/>
              <a:buChar char="●"/>
            </a:pPr>
            <a:r>
              <a:rPr lang="en" sz="1600"/>
              <a:t>Watch both the interviewee and the interviewer to get into the interviewer mindset, this builds skills you'll need for the peer-to-peer mock interviews next week (Week 9).</a:t>
            </a:r>
            <a:endParaRPr/>
          </a:p>
        </p:txBody>
      </p:sp>
      <p:sp>
        <p:nvSpPr>
          <p:cNvPr id="765" name="Google Shape;765;p10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Mock Interview Process</a:t>
            </a:r>
            <a:endParaRPr/>
          </a:p>
        </p:txBody>
      </p:sp>
      <p:sp>
        <p:nvSpPr>
          <p:cNvPr id="771" name="Google Shape;771;p10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b="1" lang="en"/>
              <a:t>Quick intro</a:t>
            </a:r>
            <a:r>
              <a:rPr lang="en"/>
              <a:t> (name, school, major)</a:t>
            </a:r>
            <a:endParaRPr/>
          </a:p>
          <a:p>
            <a:pPr indent="-342900" lvl="0" marL="457200" rtl="0" algn="l">
              <a:spcBef>
                <a:spcPts val="1000"/>
              </a:spcBef>
              <a:spcAft>
                <a:spcPts val="0"/>
              </a:spcAft>
              <a:buSzPts val="1800"/>
              <a:buAutoNum type="arabicPeriod"/>
            </a:pPr>
            <a:r>
              <a:rPr lang="en"/>
              <a:t>Interviewer </a:t>
            </a:r>
            <a:r>
              <a:rPr b="1" lang="en"/>
              <a:t>introduces the problem</a:t>
            </a:r>
            <a:endParaRPr b="1"/>
          </a:p>
          <a:p>
            <a:pPr indent="-342900" lvl="0" marL="457200" rtl="0" algn="l">
              <a:spcBef>
                <a:spcPts val="1000"/>
              </a:spcBef>
              <a:spcAft>
                <a:spcPts val="0"/>
              </a:spcAft>
              <a:buSzPts val="1800"/>
              <a:buAutoNum type="arabicPeriod"/>
            </a:pPr>
            <a:r>
              <a:rPr lang="en"/>
              <a:t>Candidate </a:t>
            </a:r>
            <a:r>
              <a:rPr b="1" lang="en"/>
              <a:t>opens link</a:t>
            </a:r>
            <a:r>
              <a:rPr lang="en"/>
              <a:t> to problem and </a:t>
            </a:r>
            <a:r>
              <a:rPr b="1" lang="en"/>
              <a:t>shares screen</a:t>
            </a:r>
            <a:endParaRPr b="1"/>
          </a:p>
          <a:p>
            <a:pPr indent="-342900" lvl="0" marL="457200" rtl="0" algn="l">
              <a:spcBef>
                <a:spcPts val="1000"/>
              </a:spcBef>
              <a:spcAft>
                <a:spcPts val="0"/>
              </a:spcAft>
              <a:buSzPts val="1800"/>
              <a:buAutoNum type="arabicPeriod"/>
            </a:pPr>
            <a:r>
              <a:rPr lang="en"/>
              <a:t>Candidate works through the </a:t>
            </a:r>
            <a:r>
              <a:rPr b="1" lang="en"/>
              <a:t>UPI steps</a:t>
            </a:r>
            <a:r>
              <a:rPr lang="en"/>
              <a:t> with interviewer</a:t>
            </a:r>
            <a:endParaRPr/>
          </a:p>
          <a:p>
            <a:pPr indent="-342900" lvl="1" marL="914400" rtl="0" algn="l">
              <a:spcBef>
                <a:spcPts val="1000"/>
              </a:spcBef>
              <a:spcAft>
                <a:spcPts val="0"/>
              </a:spcAft>
              <a:buSzPts val="1800"/>
              <a:buChar char="●"/>
            </a:pPr>
            <a:r>
              <a:rPr lang="en"/>
              <a:t>If you need to look something up, it's ok to Google it.</a:t>
            </a:r>
            <a:endParaRPr/>
          </a:p>
          <a:p>
            <a:pPr indent="-342900" lvl="1" marL="914400" rtl="0" algn="l">
              <a:spcBef>
                <a:spcPts val="1000"/>
              </a:spcBef>
              <a:spcAft>
                <a:spcPts val="0"/>
              </a:spcAft>
              <a:buSzPts val="1800"/>
              <a:buChar char="●"/>
            </a:pPr>
            <a:r>
              <a:rPr lang="en"/>
              <a:t>Say what you're thinking, what you're doing, and why.</a:t>
            </a:r>
            <a:endParaRPr/>
          </a:p>
          <a:p>
            <a:pPr indent="-342900" lvl="1" marL="914400" rtl="0" algn="l">
              <a:spcBef>
                <a:spcPts val="1000"/>
              </a:spcBef>
              <a:spcAft>
                <a:spcPts val="0"/>
              </a:spcAft>
              <a:buSzPts val="1800"/>
              <a:buChar char="●"/>
            </a:pPr>
            <a:r>
              <a:rPr lang="en"/>
              <a:t>Pay attention to feedback and hints from interviewer.</a:t>
            </a:r>
            <a:endParaRPr/>
          </a:p>
          <a:p>
            <a:pPr indent="-342900" lvl="0" marL="457200" rtl="0" algn="l">
              <a:spcBef>
                <a:spcPts val="1000"/>
              </a:spcBef>
              <a:spcAft>
                <a:spcPts val="1000"/>
              </a:spcAft>
              <a:buSzPts val="1800"/>
              <a:buAutoNum type="arabicPeriod"/>
            </a:pPr>
            <a:r>
              <a:rPr lang="en"/>
              <a:t>After: </a:t>
            </a:r>
            <a:r>
              <a:rPr b="1" lang="en"/>
              <a:t>Celebrate and recap</a:t>
            </a:r>
            <a:r>
              <a:rPr lang="en"/>
              <a:t> what went well!</a:t>
            </a:r>
            <a:endParaRPr/>
          </a:p>
        </p:txBody>
      </p:sp>
      <p:sp>
        <p:nvSpPr>
          <p:cNvPr id="772" name="Google Shape;772;p10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0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are not the candidate. . .</a:t>
            </a:r>
            <a:endParaRPr/>
          </a:p>
        </p:txBody>
      </p:sp>
      <p:sp>
        <p:nvSpPr>
          <p:cNvPr id="778" name="Google Shape;778;p10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Hold all comments (on mic or in chat) until the end</a:t>
            </a:r>
            <a:endParaRPr/>
          </a:p>
          <a:p>
            <a:pPr indent="-342900" lvl="0" marL="457200" rtl="0" algn="l">
              <a:spcBef>
                <a:spcPts val="1000"/>
              </a:spcBef>
              <a:spcAft>
                <a:spcPts val="0"/>
              </a:spcAft>
              <a:buSzPts val="1800"/>
              <a:buChar char="✱"/>
            </a:pPr>
            <a:r>
              <a:rPr lang="en"/>
              <a:t>Imagine what you would do in the candidate's shoes</a:t>
            </a:r>
            <a:endParaRPr/>
          </a:p>
          <a:p>
            <a:pPr indent="-342900" lvl="0" marL="457200" rtl="0" algn="l">
              <a:spcBef>
                <a:spcPts val="1000"/>
              </a:spcBef>
              <a:spcAft>
                <a:spcPts val="0"/>
              </a:spcAft>
              <a:buSzPts val="1800"/>
              <a:buChar char="✱"/>
            </a:pPr>
            <a:r>
              <a:rPr lang="en"/>
              <a:t>Write down and be ready to share:</a:t>
            </a:r>
            <a:endParaRPr/>
          </a:p>
          <a:p>
            <a:pPr indent="-342900" lvl="1" marL="914400" rtl="0" algn="l">
              <a:spcBef>
                <a:spcPts val="1000"/>
              </a:spcBef>
              <a:spcAft>
                <a:spcPts val="0"/>
              </a:spcAft>
              <a:buSzPts val="1800"/>
              <a:buChar char="●"/>
            </a:pPr>
            <a:r>
              <a:rPr lang="en"/>
              <a:t>1 thing the candidate did that you will start doing too!</a:t>
            </a:r>
            <a:endParaRPr/>
          </a:p>
          <a:p>
            <a:pPr indent="-342900" lvl="1" marL="914400" rtl="0" algn="l">
              <a:spcBef>
                <a:spcPts val="1000"/>
              </a:spcBef>
              <a:spcAft>
                <a:spcPts val="1000"/>
              </a:spcAft>
              <a:buSzPts val="1800"/>
              <a:buChar char="●"/>
            </a:pPr>
            <a:r>
              <a:rPr lang="en"/>
              <a:t>1 thing you'll do differently now that you've seen this interview.</a:t>
            </a:r>
            <a:endParaRPr/>
          </a:p>
        </p:txBody>
      </p:sp>
      <p:sp>
        <p:nvSpPr>
          <p:cNvPr id="779" name="Google Shape;779;p10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Criteria</a:t>
            </a:r>
            <a:endParaRPr/>
          </a:p>
        </p:txBody>
      </p:sp>
      <p:sp>
        <p:nvSpPr>
          <p:cNvPr id="785" name="Google Shape;785;p10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 Key Areas of Focus</a:t>
            </a:r>
            <a:endParaRPr b="1"/>
          </a:p>
          <a:p>
            <a:pPr indent="-342900" lvl="0" marL="457200" rtl="0" algn="l">
              <a:spcBef>
                <a:spcPts val="1000"/>
              </a:spcBef>
              <a:spcAft>
                <a:spcPts val="0"/>
              </a:spcAft>
              <a:buSzPts val="1800"/>
              <a:buChar char="✱"/>
            </a:pPr>
            <a:r>
              <a:rPr lang="en"/>
              <a:t>Clarity</a:t>
            </a:r>
            <a:endParaRPr/>
          </a:p>
          <a:p>
            <a:pPr indent="-342900" lvl="0" marL="457200" rtl="0" algn="l">
              <a:spcBef>
                <a:spcPts val="1000"/>
              </a:spcBef>
              <a:spcAft>
                <a:spcPts val="0"/>
              </a:spcAft>
              <a:buSzPts val="1800"/>
              <a:buChar char="✱"/>
            </a:pPr>
            <a:r>
              <a:rPr lang="en"/>
              <a:t>Problem-solving process</a:t>
            </a:r>
            <a:endParaRPr/>
          </a:p>
          <a:p>
            <a:pPr indent="-342900" lvl="0" marL="457200" rtl="0" algn="l">
              <a:spcBef>
                <a:spcPts val="1000"/>
              </a:spcBef>
              <a:spcAft>
                <a:spcPts val="0"/>
              </a:spcAft>
              <a:buSzPts val="1800"/>
              <a:buChar char="✱"/>
            </a:pPr>
            <a:r>
              <a:rPr lang="en"/>
              <a:t>Use of the UMPIRE framework</a:t>
            </a:r>
            <a:endParaRPr/>
          </a:p>
          <a:p>
            <a:pPr indent="0" lvl="0" marL="0" rtl="0" algn="l">
              <a:spcBef>
                <a:spcPts val="1000"/>
              </a:spcBef>
              <a:spcAft>
                <a:spcPts val="0"/>
              </a:spcAft>
              <a:buNone/>
            </a:pPr>
            <a:r>
              <a:rPr lang="en"/>
              <a:t>🎗️ </a:t>
            </a:r>
            <a:r>
              <a:rPr b="1" lang="en"/>
              <a:t>Reminders</a:t>
            </a:r>
            <a:endParaRPr b="1"/>
          </a:p>
          <a:p>
            <a:pPr indent="-342900" lvl="0" marL="457200" rtl="0" algn="l">
              <a:spcBef>
                <a:spcPts val="1000"/>
              </a:spcBef>
              <a:spcAft>
                <a:spcPts val="0"/>
              </a:spcAft>
              <a:buSzPts val="1800"/>
              <a:buChar char="✱"/>
            </a:pPr>
            <a:r>
              <a:rPr lang="en"/>
              <a:t>Prioritize readability and logical flow over rushing to a solution.</a:t>
            </a:r>
            <a:endParaRPr/>
          </a:p>
          <a:p>
            <a:pPr indent="-342900" lvl="0" marL="457200" rtl="0" algn="l">
              <a:spcBef>
                <a:spcPts val="1000"/>
              </a:spcBef>
              <a:spcAft>
                <a:spcPts val="1000"/>
              </a:spcAft>
              <a:buSzPts val="1800"/>
              <a:buChar char="✱"/>
            </a:pPr>
            <a:r>
              <a:rPr lang="en"/>
              <a:t>Communicate effectively throughout to simulate a real-world technical interview scenario.</a:t>
            </a:r>
            <a:endParaRPr/>
          </a:p>
        </p:txBody>
      </p:sp>
      <p:sp>
        <p:nvSpPr>
          <p:cNvPr id="786" name="Google Shape;786;p10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0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UMPIRE</a:t>
            </a:r>
            <a:endParaRPr/>
          </a:p>
        </p:txBody>
      </p:sp>
      <p:sp>
        <p:nvSpPr>
          <p:cNvPr id="792" name="Google Shape;792;p10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3" name="Google Shape;793;p108"/>
          <p:cNvSpPr/>
          <p:nvPr/>
        </p:nvSpPr>
        <p:spPr>
          <a:xfrm>
            <a:off x="57772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UNDERSTAND</a:t>
            </a:r>
            <a:endParaRPr b="1" sz="1800">
              <a:latin typeface="Poppins"/>
              <a:ea typeface="Poppins"/>
              <a:cs typeface="Poppins"/>
              <a:sym typeface="Poppins"/>
            </a:endParaRPr>
          </a:p>
        </p:txBody>
      </p:sp>
      <p:sp>
        <p:nvSpPr>
          <p:cNvPr id="794" name="Google Shape;794;p108"/>
          <p:cNvSpPr/>
          <p:nvPr/>
        </p:nvSpPr>
        <p:spPr>
          <a:xfrm>
            <a:off x="57772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MATCH</a:t>
            </a:r>
            <a:endParaRPr b="1" sz="1800">
              <a:latin typeface="Poppins"/>
              <a:ea typeface="Poppins"/>
              <a:cs typeface="Poppins"/>
              <a:sym typeface="Poppins"/>
            </a:endParaRPr>
          </a:p>
        </p:txBody>
      </p:sp>
      <p:sp>
        <p:nvSpPr>
          <p:cNvPr id="795" name="Google Shape;795;p108"/>
          <p:cNvSpPr/>
          <p:nvPr/>
        </p:nvSpPr>
        <p:spPr>
          <a:xfrm>
            <a:off x="3406350"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PLAN</a:t>
            </a:r>
            <a:endParaRPr b="1" sz="1800">
              <a:latin typeface="Poppins"/>
              <a:ea typeface="Poppins"/>
              <a:cs typeface="Poppins"/>
              <a:sym typeface="Poppins"/>
            </a:endParaRPr>
          </a:p>
        </p:txBody>
      </p:sp>
      <p:sp>
        <p:nvSpPr>
          <p:cNvPr id="796" name="Google Shape;796;p108"/>
          <p:cNvSpPr/>
          <p:nvPr/>
        </p:nvSpPr>
        <p:spPr>
          <a:xfrm>
            <a:off x="3406350"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IMPLEMENT</a:t>
            </a:r>
            <a:endParaRPr b="1" sz="1800">
              <a:latin typeface="Poppins"/>
              <a:ea typeface="Poppins"/>
              <a:cs typeface="Poppins"/>
              <a:sym typeface="Poppins"/>
            </a:endParaRPr>
          </a:p>
        </p:txBody>
      </p:sp>
      <p:sp>
        <p:nvSpPr>
          <p:cNvPr id="797" name="Google Shape;797;p108"/>
          <p:cNvSpPr/>
          <p:nvPr/>
        </p:nvSpPr>
        <p:spPr>
          <a:xfrm>
            <a:off x="623497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REVIEW</a:t>
            </a:r>
            <a:endParaRPr b="1" sz="1800">
              <a:latin typeface="Poppins"/>
              <a:ea typeface="Poppins"/>
              <a:cs typeface="Poppins"/>
              <a:sym typeface="Poppins"/>
            </a:endParaRPr>
          </a:p>
        </p:txBody>
      </p:sp>
      <p:sp>
        <p:nvSpPr>
          <p:cNvPr id="798" name="Google Shape;798;p108"/>
          <p:cNvSpPr/>
          <p:nvPr/>
        </p:nvSpPr>
        <p:spPr>
          <a:xfrm>
            <a:off x="623497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EVALUATE</a:t>
            </a:r>
            <a:endParaRPr b="1" sz="1800">
              <a:latin typeface="Poppins"/>
              <a:ea typeface="Poppins"/>
              <a:cs typeface="Poppins"/>
              <a:sym typeface="Poppins"/>
            </a:endParaRPr>
          </a:p>
        </p:txBody>
      </p:sp>
      <p:cxnSp>
        <p:nvCxnSpPr>
          <p:cNvPr id="799" name="Google Shape;799;p108"/>
          <p:cNvCxnSpPr>
            <a:stCxn id="793" idx="2"/>
            <a:endCxn id="794" idx="0"/>
          </p:cNvCxnSpPr>
          <p:nvPr/>
        </p:nvCxnSpPr>
        <p:spPr>
          <a:xfrm>
            <a:off x="1743375" y="2197800"/>
            <a:ext cx="0" cy="631800"/>
          </a:xfrm>
          <a:prstGeom prst="straightConnector1">
            <a:avLst/>
          </a:prstGeom>
          <a:noFill/>
          <a:ln cap="flat" cmpd="sng" w="19050">
            <a:solidFill>
              <a:schemeClr val="dk1"/>
            </a:solidFill>
            <a:prstDash val="solid"/>
            <a:round/>
            <a:headEnd len="med" w="med" type="none"/>
            <a:tailEnd len="med" w="med" type="triangle"/>
          </a:ln>
        </p:spPr>
      </p:cxnSp>
      <p:cxnSp>
        <p:nvCxnSpPr>
          <p:cNvPr id="800" name="Google Shape;800;p108"/>
          <p:cNvCxnSpPr>
            <a:stCxn id="794" idx="3"/>
            <a:endCxn id="795" idx="1"/>
          </p:cNvCxnSpPr>
          <p:nvPr/>
        </p:nvCxnSpPr>
        <p:spPr>
          <a:xfrm>
            <a:off x="2909025" y="3263975"/>
            <a:ext cx="497400" cy="0"/>
          </a:xfrm>
          <a:prstGeom prst="straightConnector1">
            <a:avLst/>
          </a:prstGeom>
          <a:noFill/>
          <a:ln cap="flat" cmpd="sng" w="19050">
            <a:solidFill>
              <a:schemeClr val="dk1"/>
            </a:solidFill>
            <a:prstDash val="solid"/>
            <a:round/>
            <a:headEnd len="med" w="med" type="none"/>
            <a:tailEnd len="med" w="med" type="triangle"/>
          </a:ln>
        </p:spPr>
      </p:cxnSp>
      <p:cxnSp>
        <p:nvCxnSpPr>
          <p:cNvPr id="801" name="Google Shape;801;p108"/>
          <p:cNvCxnSpPr>
            <a:stCxn id="795" idx="0"/>
            <a:endCxn id="796" idx="2"/>
          </p:cNvCxnSpPr>
          <p:nvPr/>
        </p:nvCxnSpPr>
        <p:spPr>
          <a:xfrm rot="10800000">
            <a:off x="4572000" y="2197775"/>
            <a:ext cx="0" cy="631800"/>
          </a:xfrm>
          <a:prstGeom prst="straightConnector1">
            <a:avLst/>
          </a:prstGeom>
          <a:noFill/>
          <a:ln cap="flat" cmpd="sng" w="19050">
            <a:solidFill>
              <a:schemeClr val="dk1"/>
            </a:solidFill>
            <a:prstDash val="solid"/>
            <a:round/>
            <a:headEnd len="med" w="med" type="none"/>
            <a:tailEnd len="med" w="med" type="triangle"/>
          </a:ln>
        </p:spPr>
      </p:cxnSp>
      <p:cxnSp>
        <p:nvCxnSpPr>
          <p:cNvPr id="802" name="Google Shape;802;p108"/>
          <p:cNvCxnSpPr>
            <a:stCxn id="796" idx="3"/>
            <a:endCxn id="797" idx="1"/>
          </p:cNvCxnSpPr>
          <p:nvPr/>
        </p:nvCxnSpPr>
        <p:spPr>
          <a:xfrm>
            <a:off x="5737650" y="1763400"/>
            <a:ext cx="497400" cy="0"/>
          </a:xfrm>
          <a:prstGeom prst="straightConnector1">
            <a:avLst/>
          </a:prstGeom>
          <a:noFill/>
          <a:ln cap="flat" cmpd="sng" w="19050">
            <a:solidFill>
              <a:schemeClr val="dk1"/>
            </a:solidFill>
            <a:prstDash val="solid"/>
            <a:round/>
            <a:headEnd len="med" w="med" type="none"/>
            <a:tailEnd len="med" w="med" type="triangle"/>
          </a:ln>
        </p:spPr>
      </p:cxnSp>
      <p:cxnSp>
        <p:nvCxnSpPr>
          <p:cNvPr id="803" name="Google Shape;803;p108"/>
          <p:cNvCxnSpPr>
            <a:stCxn id="797" idx="2"/>
            <a:endCxn id="798" idx="0"/>
          </p:cNvCxnSpPr>
          <p:nvPr/>
        </p:nvCxnSpPr>
        <p:spPr>
          <a:xfrm>
            <a:off x="7400625" y="2197800"/>
            <a:ext cx="0" cy="631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0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sp>
        <p:nvSpPr>
          <p:cNvPr id="809" name="Google Shape;809;p10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Given a string </a:t>
            </a:r>
            <a:r>
              <a:rPr b="1" lang="en">
                <a:latin typeface="Consolas"/>
                <a:ea typeface="Consolas"/>
                <a:cs typeface="Consolas"/>
                <a:sym typeface="Consolas"/>
              </a:rPr>
              <a:t>s</a:t>
            </a:r>
            <a:r>
              <a:rPr lang="en"/>
              <a:t>, find the first non-repeating character in it and return its index. If it does not exist, return </a:t>
            </a:r>
            <a:r>
              <a:rPr b="1" lang="en">
                <a:latin typeface="Consolas"/>
                <a:ea typeface="Consolas"/>
                <a:cs typeface="Consolas"/>
                <a:sym typeface="Consolas"/>
              </a:rPr>
              <a:t>-1</a:t>
            </a:r>
            <a:r>
              <a:rPr lang="en"/>
              <a:t>.</a:t>
            </a:r>
            <a:endParaRPr/>
          </a:p>
          <a:p>
            <a:pPr indent="0" lvl="0" marL="0" rtl="0" algn="l">
              <a:spcBef>
                <a:spcPts val="1000"/>
              </a:spcBef>
              <a:spcAft>
                <a:spcPts val="0"/>
              </a:spcAft>
              <a:buClr>
                <a:schemeClr val="dk1"/>
              </a:buClr>
              <a:buSzPts val="1100"/>
              <a:buFont typeface="Arial"/>
              <a:buNone/>
            </a:pPr>
            <a:r>
              <a:rPr b="1" lang="en"/>
              <a:t>Examples:</a:t>
            </a:r>
            <a:endParaRPr b="1"/>
          </a:p>
          <a:p>
            <a:pPr indent="-342900" lvl="0" marL="457200" rtl="0" algn="l">
              <a:lnSpc>
                <a:spcPct val="100000"/>
              </a:lnSpc>
              <a:spcBef>
                <a:spcPts val="1000"/>
              </a:spcBef>
              <a:spcAft>
                <a:spcPts val="0"/>
              </a:spcAft>
              <a:buSzPts val="1800"/>
              <a:buChar char="✱"/>
            </a:pPr>
            <a:r>
              <a:rPr b="1" lang="en"/>
              <a:t>Input:</a:t>
            </a:r>
            <a:r>
              <a:rPr lang="en"/>
              <a:t> </a:t>
            </a:r>
            <a:r>
              <a:rPr lang="en">
                <a:latin typeface="Consolas"/>
                <a:ea typeface="Consolas"/>
                <a:cs typeface="Consolas"/>
                <a:sym typeface="Consolas"/>
              </a:rPr>
              <a:t>s = "leetcode"</a:t>
            </a:r>
            <a:br>
              <a:rPr lang="en"/>
            </a:br>
            <a:r>
              <a:rPr b="1" lang="en"/>
              <a:t>Output:</a:t>
            </a:r>
            <a:r>
              <a:rPr lang="en"/>
              <a:t> </a:t>
            </a:r>
            <a:r>
              <a:rPr lang="en">
                <a:latin typeface="Consolas"/>
                <a:ea typeface="Consolas"/>
                <a:cs typeface="Consolas"/>
                <a:sym typeface="Consolas"/>
              </a:rPr>
              <a:t>0</a:t>
            </a:r>
            <a:endParaRPr>
              <a:latin typeface="Consolas"/>
              <a:ea typeface="Consolas"/>
              <a:cs typeface="Consolas"/>
              <a:sym typeface="Consolas"/>
            </a:endParaRPr>
          </a:p>
          <a:p>
            <a:pPr indent="-342900" lvl="0" marL="457200" rtl="0" algn="l">
              <a:lnSpc>
                <a:spcPct val="100000"/>
              </a:lnSpc>
              <a:spcBef>
                <a:spcPts val="1000"/>
              </a:spcBef>
              <a:spcAft>
                <a:spcPts val="0"/>
              </a:spcAft>
              <a:buSzPts val="1800"/>
              <a:buChar char="✱"/>
            </a:pPr>
            <a:r>
              <a:rPr b="1" lang="en"/>
              <a:t>Input:</a:t>
            </a:r>
            <a:r>
              <a:rPr lang="en"/>
              <a:t> </a:t>
            </a:r>
            <a:r>
              <a:rPr lang="en">
                <a:latin typeface="Consolas"/>
                <a:ea typeface="Consolas"/>
                <a:cs typeface="Consolas"/>
                <a:sym typeface="Consolas"/>
              </a:rPr>
              <a:t>s = "loveleetcode"</a:t>
            </a:r>
            <a:br>
              <a:rPr lang="en"/>
            </a:br>
            <a:r>
              <a:rPr b="1" lang="en"/>
              <a:t>Output:</a:t>
            </a:r>
            <a:r>
              <a:rPr lang="en"/>
              <a:t> </a:t>
            </a:r>
            <a:r>
              <a:rPr lang="en">
                <a:latin typeface="Consolas"/>
                <a:ea typeface="Consolas"/>
                <a:cs typeface="Consolas"/>
                <a:sym typeface="Consolas"/>
              </a:rPr>
              <a:t>2</a:t>
            </a:r>
            <a:endParaRPr>
              <a:latin typeface="Consolas"/>
              <a:ea typeface="Consolas"/>
              <a:cs typeface="Consolas"/>
              <a:sym typeface="Consolas"/>
            </a:endParaRPr>
          </a:p>
          <a:p>
            <a:pPr indent="-342900" lvl="0" marL="457200" rtl="0" algn="l">
              <a:lnSpc>
                <a:spcPct val="100000"/>
              </a:lnSpc>
              <a:spcBef>
                <a:spcPts val="1000"/>
              </a:spcBef>
              <a:spcAft>
                <a:spcPts val="1000"/>
              </a:spcAft>
              <a:buSzPts val="1800"/>
              <a:buChar char="✱"/>
            </a:pPr>
            <a:r>
              <a:rPr b="1" lang="en"/>
              <a:t>Input:</a:t>
            </a:r>
            <a:r>
              <a:rPr lang="en"/>
              <a:t> </a:t>
            </a:r>
            <a:r>
              <a:rPr lang="en">
                <a:latin typeface="Consolas"/>
                <a:ea typeface="Consolas"/>
                <a:cs typeface="Consolas"/>
                <a:sym typeface="Consolas"/>
              </a:rPr>
              <a:t>s = "aabb"</a:t>
            </a:r>
            <a:br>
              <a:rPr lang="en"/>
            </a:br>
            <a:r>
              <a:rPr b="1" lang="en"/>
              <a:t>Output:</a:t>
            </a:r>
            <a:r>
              <a:rPr lang="en"/>
              <a:t> </a:t>
            </a:r>
            <a:r>
              <a:rPr lang="en">
                <a:latin typeface="Consolas"/>
                <a:ea typeface="Consolas"/>
                <a:cs typeface="Consolas"/>
                <a:sym typeface="Consolas"/>
              </a:rPr>
              <a:t>-1</a:t>
            </a:r>
            <a:endParaRPr/>
          </a:p>
        </p:txBody>
      </p:sp>
      <p:sp>
        <p:nvSpPr>
          <p:cNvPr id="810" name="Google Shape;810;p10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4" name="Shape 814"/>
        <p:cNvGrpSpPr/>
        <p:nvPr/>
      </p:nvGrpSpPr>
      <p:grpSpPr>
        <a:xfrm>
          <a:off x="0" y="0"/>
          <a:ext cx="0" cy="0"/>
          <a:chOff x="0" y="0"/>
          <a:chExt cx="0" cy="0"/>
        </a:xfrm>
      </p:grpSpPr>
      <p:sp>
        <p:nvSpPr>
          <p:cNvPr id="815" name="Google Shape;815;p11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sp>
        <p:nvSpPr>
          <p:cNvPr id="816" name="Google Shape;816;p11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 are given the heads of two sorted linked lists </a:t>
            </a:r>
            <a:r>
              <a:rPr b="1" lang="en">
                <a:latin typeface="Consolas"/>
                <a:ea typeface="Consolas"/>
                <a:cs typeface="Consolas"/>
                <a:sym typeface="Consolas"/>
              </a:rPr>
              <a:t>list1</a:t>
            </a:r>
            <a:r>
              <a:rPr lang="en"/>
              <a:t> and </a:t>
            </a:r>
            <a:r>
              <a:rPr b="1" lang="en">
                <a:latin typeface="Consolas"/>
                <a:ea typeface="Consolas"/>
                <a:cs typeface="Consolas"/>
                <a:sym typeface="Consolas"/>
              </a:rPr>
              <a:t>list2</a:t>
            </a:r>
            <a:r>
              <a:rPr lang="en"/>
              <a:t>.</a:t>
            </a:r>
            <a:endParaRPr/>
          </a:p>
          <a:p>
            <a:pPr indent="0" lvl="0" marL="0" rtl="0" algn="l">
              <a:spcBef>
                <a:spcPts val="1000"/>
              </a:spcBef>
              <a:spcAft>
                <a:spcPts val="0"/>
              </a:spcAft>
              <a:buClr>
                <a:schemeClr val="dk1"/>
              </a:buClr>
              <a:buSzPts val="1100"/>
              <a:buFont typeface="Arial"/>
              <a:buNone/>
            </a:pPr>
            <a:r>
              <a:rPr lang="en"/>
              <a:t>Merge the two lists into one </a:t>
            </a:r>
            <a:r>
              <a:rPr b="1" lang="en"/>
              <a:t>sorted</a:t>
            </a:r>
            <a:r>
              <a:rPr lang="en"/>
              <a:t> list. The list should be made by splicing together the nodes of the first two lists.</a:t>
            </a:r>
            <a:endParaRPr/>
          </a:p>
          <a:p>
            <a:pPr indent="0" lvl="0" marL="0" rtl="0" algn="l">
              <a:spcBef>
                <a:spcPts val="1000"/>
              </a:spcBef>
              <a:spcAft>
                <a:spcPts val="0"/>
              </a:spcAft>
              <a:buNone/>
            </a:pPr>
            <a:r>
              <a:rPr lang="en"/>
              <a:t>Return </a:t>
            </a:r>
            <a:r>
              <a:rPr i="1" lang="en"/>
              <a:t>the head of the merged linked list</a:t>
            </a:r>
            <a:r>
              <a:rPr lang="en"/>
              <a:t>.</a:t>
            </a:r>
            <a:endParaRPr/>
          </a:p>
          <a:p>
            <a:pPr indent="0" lvl="0" marL="0" rtl="0" algn="l">
              <a:spcBef>
                <a:spcPts val="1000"/>
              </a:spcBef>
              <a:spcAft>
                <a:spcPts val="0"/>
              </a:spcAft>
              <a:buNone/>
            </a:pPr>
            <a:r>
              <a:t/>
            </a:r>
            <a:endParaRPr/>
          </a:p>
          <a:p>
            <a:pPr indent="0" lvl="0" marL="0" rtl="0" algn="ctr">
              <a:spcBef>
                <a:spcPts val="1000"/>
              </a:spcBef>
              <a:spcAft>
                <a:spcPts val="0"/>
              </a:spcAft>
              <a:buClr>
                <a:schemeClr val="dk1"/>
              </a:buClr>
              <a:buSzPts val="1100"/>
              <a:buFont typeface="Arial"/>
              <a:buNone/>
            </a:pPr>
            <a:r>
              <a:rPr b="1" lang="en" u="sng">
                <a:solidFill>
                  <a:schemeClr val="hlink"/>
                </a:solidFill>
                <a:hlinkClick r:id="rId3"/>
              </a:rPr>
              <a:t>Full problem description</a:t>
            </a:r>
            <a:endParaRPr b="1"/>
          </a:p>
          <a:p>
            <a:pPr indent="0" lvl="0" marL="0" rtl="0" algn="l">
              <a:spcBef>
                <a:spcPts val="1000"/>
              </a:spcBef>
              <a:spcAft>
                <a:spcPts val="1000"/>
              </a:spcAft>
              <a:buNone/>
            </a:pPr>
            <a:r>
              <a:t/>
            </a:r>
            <a:endParaRPr/>
          </a:p>
        </p:txBody>
      </p:sp>
      <p:sp>
        <p:nvSpPr>
          <p:cNvPr id="817" name="Google Shape;817;p11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1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
        <p:nvSpPr>
          <p:cNvPr id="823" name="Google Shape;823;p11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4" name="Google Shape;824;p11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In the chat . . .</a:t>
            </a:r>
            <a:endParaRPr b="1" sz="2400"/>
          </a:p>
          <a:p>
            <a:pPr indent="0" lvl="0" marL="0" rtl="0" algn="ctr">
              <a:spcBef>
                <a:spcPts val="1000"/>
              </a:spcBef>
              <a:spcAft>
                <a:spcPts val="0"/>
              </a:spcAft>
              <a:buNone/>
            </a:pPr>
            <a:r>
              <a:rPr lang="en" sz="2400"/>
              <a:t>What was one thing the candidate did</a:t>
            </a:r>
            <a:br>
              <a:rPr lang="en" sz="2400"/>
            </a:br>
            <a:r>
              <a:rPr lang="en" sz="2400"/>
              <a:t>that you will start doing too?</a:t>
            </a:r>
            <a:endParaRPr sz="2400"/>
          </a:p>
          <a:p>
            <a:pPr indent="0" lvl="0" marL="0" rtl="0" algn="ctr">
              <a:spcBef>
                <a:spcPts val="1000"/>
              </a:spcBef>
              <a:spcAft>
                <a:spcPts val="1000"/>
              </a:spcAft>
              <a:buNone/>
            </a:pPr>
            <a:r>
              <a:rPr lang="en" sz="2400"/>
              <a:t>What is one thing you'll do differently now</a:t>
            </a:r>
            <a:br>
              <a:rPr lang="en" sz="2400"/>
            </a:br>
            <a:r>
              <a:rPr lang="en" sz="2400"/>
              <a:t>that you've seen this interview?</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1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830" name="Google Shape;830;p112"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13"/>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836" name="Google Shape;836;p11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4"/>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842" name="Google Shape;842;p11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3" name="Google Shape;843;p114"/>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15"/>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849" name="Google Shape;849;p11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1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1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0" name="Google Shape;860;p117"/>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861" name="Google Shape;861;p117"/>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862" name="Google Shape;862;p117"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18"/>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868" name="Google Shape;868;p11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9" name="Google Shape;869;p1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p:txBody>
      </p:sp>
      <p:pic>
        <p:nvPicPr>
          <p:cNvPr id="870" name="Google Shape;870;p118"/>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