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56.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806" r:id="rId5"/>
    <p:sldMasterId id="2147483807" r:id="rId6"/>
    <p:sldMasterId id="2147483808" r:id="rId7"/>
    <p:sldMasterId id="2147483809" r:id="rId8"/>
    <p:sldMasterId id="2147483810" r:id="rId9"/>
    <p:sldMasterId id="2147483811" r:id="rId10"/>
  </p:sldMasterIdLst>
  <p:notesMasterIdLst>
    <p:notesMasterId r:id="rId11"/>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Lst>
  <p:sldSz cy="5143500" cx="9144000"/>
  <p:notesSz cx="6858000" cy="9144000"/>
  <p:embeddedFontLst>
    <p:embeddedFont>
      <p:font typeface="Space Mono"/>
      <p:regular r:id="rId43"/>
      <p:bold r:id="rId44"/>
      <p:italic r:id="rId45"/>
      <p:boldItalic r:id="rId46"/>
    </p:embeddedFont>
    <p:embeddedFont>
      <p:font typeface="Proxima Nova"/>
      <p:regular r:id="rId47"/>
      <p:bold r:id="rId48"/>
      <p:italic r:id="rId49"/>
      <p:boldItalic r:id="rId50"/>
    </p:embeddedFont>
    <p:embeddedFont>
      <p:font typeface="Poppins"/>
      <p:regular r:id="rId51"/>
      <p:bold r:id="rId52"/>
      <p:italic r:id="rId53"/>
      <p:boldItalic r:id="rId54"/>
    </p:embeddedFont>
    <p:embeddedFont>
      <p:font typeface="Poppins Light"/>
      <p:regular r:id="rId55"/>
      <p:bold r:id="rId56"/>
      <p:italic r:id="rId57"/>
      <p:boldItalic r:id="rId58"/>
    </p:embeddedFont>
    <p:embeddedFont>
      <p:font typeface="Poppins Medium"/>
      <p:regular r:id="rId59"/>
      <p:bold r:id="rId60"/>
      <p:italic r:id="rId61"/>
      <p:boldItalic r:id="rId62"/>
    </p:embeddedFont>
    <p:embeddedFont>
      <p:font typeface="Helvetica Neue"/>
      <p:regular r:id="rId63"/>
      <p:bold r:id="rId64"/>
      <p:italic r:id="rId65"/>
      <p:boldItalic r:id="rId66"/>
    </p:embeddedFont>
    <p:embeddedFont>
      <p:font typeface="Roboto Mono"/>
      <p:regular r:id="rId67"/>
      <p:bold r:id="rId68"/>
      <p:italic r:id="rId69"/>
      <p:boldItalic r:id="rId70"/>
    </p:embeddedFont>
    <p:embeddedFont>
      <p:font typeface="Helvetica Neue Light"/>
      <p:regular r:id="rId71"/>
      <p:bold r:id="rId72"/>
      <p:italic r:id="rId73"/>
      <p:boldItalic r:id="rId74"/>
    </p:embeddedFont>
    <p:embeddedFont>
      <p:font typeface="Kalam"/>
      <p:regular r:id="rId75"/>
      <p:bold r:id="rId7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576">
          <p15:clr>
            <a:srgbClr val="9AA0A6"/>
          </p15:clr>
        </p15:guide>
        <p15:guide id="4" pos="1152">
          <p15:clr>
            <a:srgbClr val="9AA0A6"/>
          </p15:clr>
        </p15:guide>
        <p15:guide id="5" pos="1728">
          <p15:clr>
            <a:srgbClr val="9AA0A6"/>
          </p15:clr>
        </p15:guide>
        <p15:guide id="6" pos="2304">
          <p15:clr>
            <a:srgbClr val="9AA0A6"/>
          </p15:clr>
        </p15:guide>
        <p15:guide id="7" pos="3456">
          <p15:clr>
            <a:srgbClr val="9AA0A6"/>
          </p15:clr>
        </p15:guide>
        <p15:guide id="8" pos="4032">
          <p15:clr>
            <a:srgbClr val="9AA0A6"/>
          </p15:clr>
        </p15:guide>
        <p15:guide id="9" pos="4608">
          <p15:clr>
            <a:srgbClr val="9AA0A6"/>
          </p15:clr>
        </p15:guide>
        <p15:guide id="10" pos="5184">
          <p15:clr>
            <a:srgbClr val="9AA0A6"/>
          </p15:clr>
        </p15:guide>
        <p15:guide id="11" orient="horz" pos="468">
          <p15:clr>
            <a:srgbClr val="9AA0A6"/>
          </p15:clr>
        </p15:guide>
        <p15:guide id="12" orient="horz" pos="1044">
          <p15:clr>
            <a:srgbClr val="9AA0A6"/>
          </p15:clr>
        </p15:guide>
        <p15:guide id="13" orient="horz" pos="2772">
          <p15:clr>
            <a:srgbClr val="9AA0A6"/>
          </p15:clr>
        </p15:guide>
        <p15:guide id="14" orient="horz" pos="219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C588904-FDD7-457D-82D8-29104F4FA285}">
  <a:tblStyle styleId="{FC588904-FDD7-457D-82D8-29104F4FA28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576"/>
        <p:guide pos="1152"/>
        <p:guide pos="1728"/>
        <p:guide pos="2304"/>
        <p:guide pos="3456"/>
        <p:guide pos="4032"/>
        <p:guide pos="4608"/>
        <p:guide pos="5184"/>
        <p:guide pos="468" orient="horz"/>
        <p:guide pos="1044" orient="horz"/>
        <p:guide pos="2772" orient="horz"/>
        <p:guide pos="219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29.xml"/><Relationship Id="rId42" Type="http://schemas.openxmlformats.org/officeDocument/2006/relationships/slide" Target="slides/slide31.xml"/><Relationship Id="rId41" Type="http://schemas.openxmlformats.org/officeDocument/2006/relationships/slide" Target="slides/slide30.xml"/><Relationship Id="rId44" Type="http://schemas.openxmlformats.org/officeDocument/2006/relationships/font" Target="fonts/SpaceMono-bold.fntdata"/><Relationship Id="rId43" Type="http://schemas.openxmlformats.org/officeDocument/2006/relationships/font" Target="fonts/SpaceMono-regular.fntdata"/><Relationship Id="rId46" Type="http://schemas.openxmlformats.org/officeDocument/2006/relationships/font" Target="fonts/SpaceMono-boldItalic.fntdata"/><Relationship Id="rId45" Type="http://schemas.openxmlformats.org/officeDocument/2006/relationships/font" Target="fonts/SpaceMono-italic.fntdata"/><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font" Target="fonts/ProximaNova-bold.fntdata"/><Relationship Id="rId47" Type="http://schemas.openxmlformats.org/officeDocument/2006/relationships/font" Target="fonts/ProximaNova-regular.fntdata"/><Relationship Id="rId49" Type="http://schemas.openxmlformats.org/officeDocument/2006/relationships/font" Target="fonts/ProximaNova-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font" Target="fonts/HelveticaNeueLight-italic.fntdata"/><Relationship Id="rId72" Type="http://schemas.openxmlformats.org/officeDocument/2006/relationships/font" Target="fonts/HelveticaNeueLight-bold.fntdata"/><Relationship Id="rId31" Type="http://schemas.openxmlformats.org/officeDocument/2006/relationships/slide" Target="slides/slide20.xml"/><Relationship Id="rId75" Type="http://schemas.openxmlformats.org/officeDocument/2006/relationships/font" Target="fonts/Kalam-regular.fntdata"/><Relationship Id="rId30" Type="http://schemas.openxmlformats.org/officeDocument/2006/relationships/slide" Target="slides/slide19.xml"/><Relationship Id="rId74" Type="http://schemas.openxmlformats.org/officeDocument/2006/relationships/font" Target="fonts/HelveticaNeueLight-boldItalic.fntdata"/><Relationship Id="rId33" Type="http://schemas.openxmlformats.org/officeDocument/2006/relationships/slide" Target="slides/slide22.xml"/><Relationship Id="rId32" Type="http://schemas.openxmlformats.org/officeDocument/2006/relationships/slide" Target="slides/slide21.xml"/><Relationship Id="rId76" Type="http://schemas.openxmlformats.org/officeDocument/2006/relationships/font" Target="fonts/Kalam-bold.fntdata"/><Relationship Id="rId35" Type="http://schemas.openxmlformats.org/officeDocument/2006/relationships/slide" Target="slides/slide24.xml"/><Relationship Id="rId34" Type="http://schemas.openxmlformats.org/officeDocument/2006/relationships/slide" Target="slides/slide23.xml"/><Relationship Id="rId71" Type="http://schemas.openxmlformats.org/officeDocument/2006/relationships/font" Target="fonts/HelveticaNeueLight-regular.fntdata"/><Relationship Id="rId70" Type="http://schemas.openxmlformats.org/officeDocument/2006/relationships/font" Target="fonts/RobotoMono-boldItalic.fntdata"/><Relationship Id="rId37" Type="http://schemas.openxmlformats.org/officeDocument/2006/relationships/slide" Target="slides/slide26.xml"/><Relationship Id="rId36" Type="http://schemas.openxmlformats.org/officeDocument/2006/relationships/slide" Target="slides/slide25.xml"/><Relationship Id="rId39" Type="http://schemas.openxmlformats.org/officeDocument/2006/relationships/slide" Target="slides/slide28.xml"/><Relationship Id="rId38" Type="http://schemas.openxmlformats.org/officeDocument/2006/relationships/slide" Target="slides/slide27.xml"/><Relationship Id="rId62" Type="http://schemas.openxmlformats.org/officeDocument/2006/relationships/font" Target="fonts/PoppinsMedium-boldItalic.fntdata"/><Relationship Id="rId61" Type="http://schemas.openxmlformats.org/officeDocument/2006/relationships/font" Target="fonts/PoppinsMedium-italic.fntdata"/><Relationship Id="rId20" Type="http://schemas.openxmlformats.org/officeDocument/2006/relationships/slide" Target="slides/slide9.xml"/><Relationship Id="rId64" Type="http://schemas.openxmlformats.org/officeDocument/2006/relationships/font" Target="fonts/HelveticaNeue-bold.fntdata"/><Relationship Id="rId63" Type="http://schemas.openxmlformats.org/officeDocument/2006/relationships/font" Target="fonts/HelveticaNeue-regular.fntdata"/><Relationship Id="rId22" Type="http://schemas.openxmlformats.org/officeDocument/2006/relationships/slide" Target="slides/slide11.xml"/><Relationship Id="rId66" Type="http://schemas.openxmlformats.org/officeDocument/2006/relationships/font" Target="fonts/HelveticaNeue-boldItalic.fntdata"/><Relationship Id="rId21" Type="http://schemas.openxmlformats.org/officeDocument/2006/relationships/slide" Target="slides/slide10.xml"/><Relationship Id="rId65" Type="http://schemas.openxmlformats.org/officeDocument/2006/relationships/font" Target="fonts/HelveticaNeue-italic.fntdata"/><Relationship Id="rId24" Type="http://schemas.openxmlformats.org/officeDocument/2006/relationships/slide" Target="slides/slide13.xml"/><Relationship Id="rId68" Type="http://schemas.openxmlformats.org/officeDocument/2006/relationships/font" Target="fonts/RobotoMono-bold.fntdata"/><Relationship Id="rId23" Type="http://schemas.openxmlformats.org/officeDocument/2006/relationships/slide" Target="slides/slide12.xml"/><Relationship Id="rId67" Type="http://schemas.openxmlformats.org/officeDocument/2006/relationships/font" Target="fonts/RobotoMono-regular.fntdata"/><Relationship Id="rId60" Type="http://schemas.openxmlformats.org/officeDocument/2006/relationships/font" Target="fonts/PoppinsMedium-bold.fntdata"/><Relationship Id="rId26" Type="http://schemas.openxmlformats.org/officeDocument/2006/relationships/slide" Target="slides/slide15.xml"/><Relationship Id="rId25" Type="http://schemas.openxmlformats.org/officeDocument/2006/relationships/slide" Target="slides/slide14.xml"/><Relationship Id="rId69" Type="http://schemas.openxmlformats.org/officeDocument/2006/relationships/font" Target="fonts/RobotoMono-italic.fntdata"/><Relationship Id="rId28" Type="http://schemas.openxmlformats.org/officeDocument/2006/relationships/slide" Target="slides/slide17.xml"/><Relationship Id="rId27" Type="http://schemas.openxmlformats.org/officeDocument/2006/relationships/slide" Target="slides/slide16.xml"/><Relationship Id="rId29" Type="http://schemas.openxmlformats.org/officeDocument/2006/relationships/slide" Target="slides/slide18.xml"/><Relationship Id="rId51" Type="http://schemas.openxmlformats.org/officeDocument/2006/relationships/font" Target="fonts/Poppins-regular.fntdata"/><Relationship Id="rId50" Type="http://schemas.openxmlformats.org/officeDocument/2006/relationships/font" Target="fonts/ProximaNova-boldItalic.fntdata"/><Relationship Id="rId53" Type="http://schemas.openxmlformats.org/officeDocument/2006/relationships/font" Target="fonts/Poppins-italic.fntdata"/><Relationship Id="rId52" Type="http://schemas.openxmlformats.org/officeDocument/2006/relationships/font" Target="fonts/Poppins-bold.fntdata"/><Relationship Id="rId11" Type="http://schemas.openxmlformats.org/officeDocument/2006/relationships/notesMaster" Target="notesMasters/notesMaster1.xml"/><Relationship Id="rId55" Type="http://schemas.openxmlformats.org/officeDocument/2006/relationships/font" Target="fonts/PoppinsLight-regular.fntdata"/><Relationship Id="rId10" Type="http://schemas.openxmlformats.org/officeDocument/2006/relationships/slideMaster" Target="slideMasters/slideMaster6.xml"/><Relationship Id="rId54" Type="http://schemas.openxmlformats.org/officeDocument/2006/relationships/font" Target="fonts/Poppins-boldItalic.fntdata"/><Relationship Id="rId13" Type="http://schemas.openxmlformats.org/officeDocument/2006/relationships/slide" Target="slides/slide2.xml"/><Relationship Id="rId57" Type="http://schemas.openxmlformats.org/officeDocument/2006/relationships/font" Target="fonts/PoppinsLight-italic.fntdata"/><Relationship Id="rId12" Type="http://schemas.openxmlformats.org/officeDocument/2006/relationships/slide" Target="slides/slide1.xml"/><Relationship Id="rId56" Type="http://schemas.openxmlformats.org/officeDocument/2006/relationships/font" Target="fonts/PoppinsLight-bold.fntdata"/><Relationship Id="rId15" Type="http://schemas.openxmlformats.org/officeDocument/2006/relationships/slide" Target="slides/slide4.xml"/><Relationship Id="rId59" Type="http://schemas.openxmlformats.org/officeDocument/2006/relationships/font" Target="fonts/PoppinsMedium-regular.fntdata"/><Relationship Id="rId14" Type="http://schemas.openxmlformats.org/officeDocument/2006/relationships/slide" Target="slides/slide3.xml"/><Relationship Id="rId58" Type="http://schemas.openxmlformats.org/officeDocument/2006/relationships/font" Target="fonts/PoppinsLight-boldItalic.fntdata"/><Relationship Id="rId17" Type="http://schemas.openxmlformats.org/officeDocument/2006/relationships/slide" Target="slides/slide6.xml"/><Relationship Id="rId16" Type="http://schemas.openxmlformats.org/officeDocument/2006/relationships/slide" Target="slides/slide5.xml"/><Relationship Id="rId19" Type="http://schemas.openxmlformats.org/officeDocument/2006/relationships/slide" Target="slides/slide8.xml"/><Relationship Id="rId1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g3220697baa5_0_18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4" name="Google Shape;1234;g3220697baa5_0_18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Welcome students and introduce the focus of the session on binary trees.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Greet students warmly and set a positive tone for the session.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Briefly introduce the topic and its importance.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Welcome to Week 8 of TIP101! Today, we’ll be exploring binary trees, one of the fundamental data structures in computer science.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Binary trees are incredibly versatile and show up in everything from search algorithms to organizing data efficiently. By the end of today, you’ll understand the basics and know how to manipulate them.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Use humor or enthusiasm: "Who’s ready to tackle some tree problems and branch out their skills?"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questions right from the start to create an interactive environment.</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g3220697baa5_0_18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0" name="Google Shape;1240;g3220697baa5_0_18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Provide an overview of the session and structure.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Walk through the agenda to set clear expectations for the session.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Here’s what we’ll cover today: We’ll start with an introduction to binary trees, then dive into collaborative problem solving. Afterward, we’ll wrap up with some reflections and reminders for the week.</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Our focus will be on understanding binary trees and binary search trees, and we’ll also practice node insertion and deletion.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"Does anyone have any specific questions or topics they’d like us to cover during the session?"</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3220697baa5_0_19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6" name="Google Shape;1246;g3220697baa5_0_19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0" name="Shape 1250"/>
        <p:cNvGrpSpPr/>
        <p:nvPr/>
      </p:nvGrpSpPr>
      <p:grpSpPr>
        <a:xfrm>
          <a:off x="0" y="0"/>
          <a:ext cx="0" cy="0"/>
          <a:chOff x="0" y="0"/>
          <a:chExt cx="0" cy="0"/>
        </a:xfrm>
      </p:grpSpPr>
      <p:sp>
        <p:nvSpPr>
          <p:cNvPr id="1251" name="Google Shape;1251;SLIDES_API123273518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2" name="Google Shape;1252;SLIDES_API123273518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Encourage visual engagement to foster connection during the session.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enable their cameras and submit the entry ticket.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kick off our session by turning on our cameras!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Also, don’t forget to fill out the entry ticket to help us organize breakout rooms later.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Use humor or compliments: "Let’s see those smiles!"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Acknowledge and thank students who turn on their cameras.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f564a9317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1" name="Google Shape;1261;g3f564a9317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6" name="Shape 1266"/>
        <p:cNvGrpSpPr/>
        <p:nvPr/>
      </p:nvGrpSpPr>
      <p:grpSpPr>
        <a:xfrm>
          <a:off x="0" y="0"/>
          <a:ext cx="0" cy="0"/>
          <a:chOff x="0" y="0"/>
          <a:chExt cx="0" cy="0"/>
        </a:xfrm>
      </p:grpSpPr>
      <p:sp>
        <p:nvSpPr>
          <p:cNvPr id="1267" name="Google Shape;1267;g3f58586e3e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8" name="Google Shape;1268;g3f58586e3e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Share feedback from the previous session and highlight areas of success and improvement.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feedback from the previous session's survey and present key takeaways.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From your feedback, it seems many of you enjoyed [highlighted aspect]. One suggestion was [area for improvement]. We’ll work on that today.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"Does anyone have additional feedback or suggestions?"</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3" name="Shape 1273"/>
        <p:cNvGrpSpPr/>
        <p:nvPr/>
      </p:nvGrpSpPr>
      <p:grpSpPr>
        <a:xfrm>
          <a:off x="0" y="0"/>
          <a:ext cx="0" cy="0"/>
          <a:chOff x="0" y="0"/>
          <a:chExt cx="0" cy="0"/>
        </a:xfrm>
      </p:grpSpPr>
      <p:sp>
        <p:nvSpPr>
          <p:cNvPr id="1274" name="Google Shape;1274;g3f58586e3ef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5" name="Google Shape;1275;g3f58586e3ef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g3224e4f4359_0_6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3" name="Google Shape;1283;g3224e4f4359_0_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g3224e4f4359_0_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9" name="Google Shape;1289;g3224e4f4359_0_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Encourage students to share their prior knowledge about binary trees and binary search trees to activate prior learning and foster engagement.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Facilitate an open discussion in the chat to gather input from students.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Acknowledge and build on student contributions to create a collaborative learning environment.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Before we dive into today’s lesson, let’s take a moment to reflect on what you already know about binary trees or binary search trees.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Type your thoughts in the chat. You can share any definitions, examples, or even questions you have about these topics.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Don’t worry if you’re not sure—this is just to get a sense of what we’re starting with and to help guide today’s discussion.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Acknowledge responses: "Great point, [Student Name]! That’s exactly how binary search trees are structured."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Build on contributions: "Interesting! [Student Name] mentioned tree traversal. Can anyone expand on how we might traverse a binary tree?"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Address misconceptions: "I see a few people mentioning that binary trees can have more than two children—remember, binary trees are limited to two children per node."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quieter students: "If you’re not sure, take a guess! This is a judgment-free zone."</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g3224e4f4359_0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4" name="Google Shape;1294;g3224e4f4359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Define binary trees and explain their structure.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Introduce the concept of binary trees and explain key terminology (root, leaves, subtrees).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 binary tree is a hierarchical data structure where each node has at most two children: the left child and the right child.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top node is called the root, and nodes without children are called leaves. A subtree consists of a node and all its descendants.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"Looking at this structure, why do you think having two children per node might be useful for organizing data?"</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g3224e4f4359_0_6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0" name="Google Shape;1300;g3224e4f4359_0_6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Engage students in identifying real-world use cases for binary trees to help them connect the concept to practical applications.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Facilitate an open discussion in the chat, encouraging students to brainstorm and share examples.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Build on their contributions to emphasize the versatility of binary trees.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think about how binary trees are used in real life. Can you come up with any examples where a binary tree structure might be useful?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Feel free to type your ideas in the chat. Think about scenarios where data is organized hierarchically or where efficient searching and sorting are important.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example, binary trees are often used in decision-making processes or in databases for quick searches.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Acknowledge responses: "Great example, [Student Name]! Yes, file systems often use tree structures, though they’re not always binary."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Add context: "Search engines and databases rely heavily on binary search trees to quickly find and sort information."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Expand: "Other examples might include AI decision trees, where binary trees model different decision paths, or network routing, where they optimize data traversal paths."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Challenge: "What happens if the binary tree is unbalanced in these real-world applications? How might that affect efficiency?"</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g3224e4f4359_0_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5" name="Google Shape;1305;g3224e4f4359_0_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Explain the properties and advantages of binary search trees.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Highlight the ordered structure of BSTs and their applications.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 binary search tree is a special type of binary tree where the left subtree contains values less than the parent node, and the right subtree contains values greater than the parent.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ordered structure allows efficient search, insertion, and deletion operations with an average time complexity of O(log 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"Can you think of examples where a BST might be more useful than a regular binary tree?"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g3224e4f4359_0_6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1" name="Google Shape;1311;g3224e4f4359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Assess student understanding of how the ordering property in a Binary Search Tree (BST) optimizes search operations.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Read the question aloud to ensure clarity and engage students in thinking critically.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Allow students time to consider the options and respond in the chat or through a poll.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test our understanding of how the ordering property in a BST helps with search operations.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question is: How does the ordering in a BST help with search operations?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Take a moment to think through the choices and let me know which answer you think is correct—A, B, C, or 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Remember, in a BST, values in the left subtree are smaller than the root, and values in the right subtree are larger, which is crucial for efficient searching.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Encourage participation: "Type your answers in the chat or submit your response in the poll. Let’s see what everyone thinks!"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Address misconceptions: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If students choose </a:t>
            </a:r>
            <a:r>
              <a:rPr b="1" lang="en">
                <a:solidFill>
                  <a:schemeClr val="dk1"/>
                </a:solidFill>
              </a:rPr>
              <a:t>A</a:t>
            </a:r>
            <a:r>
              <a:rPr lang="en">
                <a:solidFill>
                  <a:schemeClr val="dk1"/>
                </a:solidFill>
              </a:rPr>
              <a:t>: "Not quite—searching only the left subtree depends on the value being searched. What happens if the value is greater than the root?"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If students choose </a:t>
            </a:r>
            <a:r>
              <a:rPr b="1" lang="en">
                <a:solidFill>
                  <a:schemeClr val="dk1"/>
                </a:solidFill>
              </a:rPr>
              <a:t>B</a:t>
            </a:r>
            <a:r>
              <a:rPr lang="en">
                <a:solidFill>
                  <a:schemeClr val="dk1"/>
                </a:solidFill>
              </a:rPr>
              <a:t>: "Good thought, but while a BST can store values in a way that makes them appear sorted, it’s the left and right child relationships that matter for search efficiency."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If students choose </a:t>
            </a:r>
            <a:r>
              <a:rPr b="1" lang="en">
                <a:solidFill>
                  <a:schemeClr val="dk1"/>
                </a:solidFill>
              </a:rPr>
              <a:t>D</a:t>
            </a:r>
            <a:r>
              <a:rPr lang="en">
                <a:solidFill>
                  <a:schemeClr val="dk1"/>
                </a:solidFill>
              </a:rPr>
              <a:t>: "This would be helpful, but BSTs don’t guarantee balance automatically—that’s a feature of AVL or red-black trees."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Reinforce correct answer: "The correct answer is </a:t>
            </a:r>
            <a:r>
              <a:rPr b="1" lang="en">
                <a:solidFill>
                  <a:schemeClr val="dk1"/>
                </a:solidFill>
              </a:rPr>
              <a:t>C</a:t>
            </a:r>
            <a:r>
              <a:rPr lang="en">
                <a:solidFill>
                  <a:schemeClr val="dk1"/>
                </a:solidFill>
              </a:rPr>
              <a:t>. The ordering in a BST allows you to decide whether to go left or right based on the value you’re searching for, reducing the number of nodes you need to check. This property is what makes search operations in a BST efficient."</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g3224e4f4359_0_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7" name="Google Shape;1317;g3224e4f4359_0_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Assess students' understanding of why binary search trees (BSTs) are preferred over general binary trees for certain operations.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Read the question aloud to ensure students clearly understand the prompt.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Guide students in considering each option critically before selecting an answer.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think about why you might choose a binary search tree over a general binary tree.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question asks: Why might you choose a BST over a general binary tree? Think about the properties of BSTs and what makes them unique.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Take a moment to review the options and share your answer in the chat or poll—A, B, C, or 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Encourage participation: "Feel free to explain your reasoning in the chat. If you’re unsure, take your best guess—we’ll break it down together."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Address misconceptions: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If students choose </a:t>
            </a:r>
            <a:r>
              <a:rPr b="1" lang="en">
                <a:solidFill>
                  <a:schemeClr val="dk1"/>
                </a:solidFill>
              </a:rPr>
              <a:t>A</a:t>
            </a:r>
            <a:r>
              <a:rPr lang="en">
                <a:solidFill>
                  <a:schemeClr val="dk1"/>
                </a:solidFill>
              </a:rPr>
              <a:t>: "Not quite. While memory usage might vary depending on the implementation, the key advantage of a BST lies in its structure and efficiency."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If students choose </a:t>
            </a:r>
            <a:r>
              <a:rPr b="1" lang="en">
                <a:solidFill>
                  <a:schemeClr val="dk1"/>
                </a:solidFill>
              </a:rPr>
              <a:t>C</a:t>
            </a:r>
            <a:r>
              <a:rPr lang="en">
                <a:solidFill>
                  <a:schemeClr val="dk1"/>
                </a:solidFill>
              </a:rPr>
              <a:t>: "Good thought, but BSTs don’t automatically balance themselves. That’s a feature of balanced binary search trees like AVL or red-black trees."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If students choose </a:t>
            </a:r>
            <a:r>
              <a:rPr b="1" lang="en">
                <a:solidFill>
                  <a:schemeClr val="dk1"/>
                </a:solidFill>
              </a:rPr>
              <a:t>D</a:t>
            </a:r>
            <a:r>
              <a:rPr lang="en">
                <a:solidFill>
                  <a:schemeClr val="dk1"/>
                </a:solidFill>
              </a:rPr>
              <a:t>: "This isn’t correct—a BST and a general binary tree can hold the same number of nodes. What makes a BST different is how the nodes are organized."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Reinforce correct answer: "The correct answer is </a:t>
            </a:r>
            <a:r>
              <a:rPr b="1" lang="en">
                <a:solidFill>
                  <a:schemeClr val="dk1"/>
                </a:solidFill>
              </a:rPr>
              <a:t>B</a:t>
            </a:r>
            <a:r>
              <a:rPr lang="en">
                <a:solidFill>
                  <a:schemeClr val="dk1"/>
                </a:solidFill>
              </a:rPr>
              <a:t>. A BST maintains an ordered structure, allowing for efficient search, insertion, and deletion operations. This property is why BSTs are so powerful for tasks like database indexing and searching."</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g3224e4f4359_0_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3" name="Google Shape;1323;g3224e4f4359_0_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Introduce the implementation of a binary tree node in Python.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Walk students through the class definition and example code.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This is how we define a TreeNode in Python. Each node stores a value and references to its left and right children.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Here’s an example where we create a root node with a value of 10 and add left and right children with values 5 and 15.</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"Looking at this class, how would you extend it to include additional metadata, like a parent pointer?"</a:t>
            </a:r>
            <a:endParaRPr>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Sample code to demo:</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class TreeNode:</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def __init__(self, key):</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self.left = None</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self.right = None</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self.val = key</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class ListNode:</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def __init__(self, key):</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self.val = key</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self.next = None</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Creating a root node</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root = TreeNode(10)</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Creating children nodes</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root.left = TreeNode(5)</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root.right = TreeNode(15)</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g3224e4f4359_0_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4" name="Google Shape;1344;g3224e4f4359_0_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Demonstrate how to insert nodes into a BST while maintaining its properties.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Walk through the pseudocode and implementation for node insertion.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Explain the decision-making process for placing the new node.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When inserting a new node, we compare its value to the current node’s value. If it’s smaller, we move to the left child; if it’s larger, we move to the right child.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ensures the BST properties are maintained. The new node is inserted as a leaf node when we find the correct position.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"Why do you think BSTs don’t allow duplicate values? How might that affect our insertion logic?"</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5" name="Shape 1365"/>
        <p:cNvGrpSpPr/>
        <p:nvPr/>
      </p:nvGrpSpPr>
      <p:grpSpPr>
        <a:xfrm>
          <a:off x="0" y="0"/>
          <a:ext cx="0" cy="0"/>
          <a:chOff x="0" y="0"/>
          <a:chExt cx="0" cy="0"/>
        </a:xfrm>
      </p:grpSpPr>
      <p:sp>
        <p:nvSpPr>
          <p:cNvPr id="1366" name="Google Shape;1366;g3224e4f4359_0_7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7" name="Google Shape;1367;g3224e4f4359_0_7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Explain the step-by-step process of inserting a new node into a Binary Search Tree (BST) using pseudocode.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Walk students through each step of the pseudocode and explain how the BST properties are maintained during node insertion.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Use examples to illustrate the process.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Here’s the pseudocode for inserting a new node into a Binary Search Tree. Let’s break it down step by step.</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Step 1: Start at the root of the tree. This is where the traversal begins.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Step 2: Compare the value to be inserted with the value of the current node. This comparison determines whether we go left or right.</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Step 3: If the value is smaller than the current node, we move to the left child. If it’s greater, we move to the right child.</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Step 4: Repeat steps 2 and 3 until we find an empty spot where the new node can be placed.</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Step 5: Once we find the correct position, insert the new node as a leaf. This ensures that the BST properties remain intact.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process works recursively or iteratively, and it ensures that the new value is added in the correct position while maintaining the order of the BST.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"What do you think happens if the new value already exists in the tree? How would the algorithm handle that?"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"Let’s try inserting a value into an example tree. Where would you place the value 8 in a BST that starts with root 10 and has children 5 and 15?"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Challenge: "What’s the time complexity of this operation in a balanced BST versus an unbalanced one? Why does it matter?"</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Sample code to demo:</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def insert(root, key):</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if root is None:</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return TreeNode(key)</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else:</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if root.val &lt; key:</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root.right = insert(root.right, key)</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else:</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root.left = insert(root.left, key)</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return root</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1" name="Shape 1371"/>
        <p:cNvGrpSpPr/>
        <p:nvPr/>
      </p:nvGrpSpPr>
      <p:grpSpPr>
        <a:xfrm>
          <a:off x="0" y="0"/>
          <a:ext cx="0" cy="0"/>
          <a:chOff x="0" y="0"/>
          <a:chExt cx="0" cy="0"/>
        </a:xfrm>
      </p:grpSpPr>
      <p:sp>
        <p:nvSpPr>
          <p:cNvPr id="1372" name="Google Shape;1372;g3224e4f4359_0_7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3" name="Google Shape;1373;g3224e4f4359_0_7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Explain how to remove nodes from a BST while preserving its structure.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Describe the three main cases for node deletion and walk through examples.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There are three cases for deleting a node from a BST. If the node has no children, we simply remove it. If it has one child, we replace it with that child.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nodes with two children, we find the smallest value in the right subtree (the in-order successor) to replace the deleted node.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"Why is it important to find the in-order successor when deleting a node with two children? What alternatives could we consider?"</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g3224e4f4359_0_7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4" name="Google Shape;1394;g3224e4f4359_0_7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Introduce the three main scenarios for deleting a node in a Binary Search Tree (BST) and set the stage for understanding how each case is handled.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Clearly explain each deletion case and its implications for the BST structure.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Use examples to illustrate the differences between the cases.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When deleting a node from a Binary Search Tree, there are three main cases to consider, and each has its own approach.</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b="1" lang="en">
                <a:solidFill>
                  <a:schemeClr val="dk1"/>
                </a:solidFill>
              </a:rPr>
              <a:t>Node has no children (leaf node):</a:t>
            </a:r>
            <a:r>
              <a:rPr lang="en">
                <a:solidFill>
                  <a:schemeClr val="dk1"/>
                </a:solidFill>
              </a:rPr>
              <a:t> This is the simplest case. We can safely remove the node since it doesn’t affect any other part of the tree.</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b="1" lang="en">
                <a:solidFill>
                  <a:schemeClr val="dk1"/>
                </a:solidFill>
              </a:rPr>
              <a:t>Node has one child:</a:t>
            </a:r>
            <a:r>
              <a:rPr lang="en">
                <a:solidFill>
                  <a:schemeClr val="dk1"/>
                </a:solidFill>
              </a:rPr>
              <a:t> In this case, we replace the node with its single child, ensuring the BST remains intact.</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b="1" lang="en">
                <a:solidFill>
                  <a:schemeClr val="dk1"/>
                </a:solidFill>
              </a:rPr>
              <a:t>Node has two children:</a:t>
            </a:r>
            <a:r>
              <a:rPr lang="en">
                <a:solidFill>
                  <a:schemeClr val="dk1"/>
                </a:solidFill>
              </a:rPr>
              <a:t> This is the most complex case. To maintain the BST structure, we replace the node with its in-order successor (the smallest value in the right subtree) or in-order predecessor (the largest value in the left subtree).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These cases ensure that the properties of a BST are preserved, regardless of which node is being deleted.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"Why do you think replacing a node with two children requires finding the in-order successor or predecessor? What would happen if we didn’t do this?"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"Think about how these cases apply to an example BST. Where would you start when deleting a specific node?"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Challenge: "Which of these cases do you think is the most common in practice? Why?"</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g3224e4f4359_0_7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0" name="Google Shape;1400;g3224e4f4359_0_7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Explain how to handle the deletion of a node that has no children (a leaf node) in a Binary Search Tree (BST).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Use the visual diagram to illustrate the process of deleting a leaf node.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Explain why this case is straightforward and its impact on the tree structure.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This is the simplest case of node deletion: removing a node with no children, also known as a leaf node.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 this example, we want to delete the node with the value 20. Since it has no children, we simply remove it by assigning its parent’s reference to </a:t>
            </a:r>
            <a:r>
              <a:rPr lang="en">
                <a:solidFill>
                  <a:srgbClr val="188038"/>
                </a:solidFill>
                <a:latin typeface="Roboto Mono"/>
                <a:ea typeface="Roboto Mono"/>
                <a:cs typeface="Roboto Mono"/>
                <a:sym typeface="Roboto Mono"/>
              </a:rPr>
              <a:t>null</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Notice how the structure of the tree is preserved, and all other nodes remain unaffected.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case is straightforward because there’s no need to reassign or reorganize other nodes in the tree.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"Why do you think deleting a leaf node is simpler than deleting a node with one or two children?"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"Let’s look at another node in this tree—can you identify another leaf node? How would we delete it?"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Challenge: "What would happen if we were to accidentally leave a reference to the deleted node? How might that affect the tree?"</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4" name="Shape 1404"/>
        <p:cNvGrpSpPr/>
        <p:nvPr/>
      </p:nvGrpSpPr>
      <p:grpSpPr>
        <a:xfrm>
          <a:off x="0" y="0"/>
          <a:ext cx="0" cy="0"/>
          <a:chOff x="0" y="0"/>
          <a:chExt cx="0" cy="0"/>
        </a:xfrm>
      </p:grpSpPr>
      <p:sp>
        <p:nvSpPr>
          <p:cNvPr id="1405" name="Google Shape;1405;g3224e4f4359_0_7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6" name="Google Shape;1406;g3224e4f4359_0_7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Explain how to handle the deletion of a node with one child in a Binary Search Tree (BST).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Use the visual diagram to walk through the steps of deleting a node with one child.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Highlight how the parent node is reconnected to the child of the deleted node.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In this case, we’re deleting a node that has one child. This is a little more complex than deleting a leaf node but still manageable.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Let’s take a look at the example. Here, we’re deleting the node with the value 7, which has a single child, 8.</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Step 1: We connect the parent of the node being deleted (in this case, 6) directly to the child of the node (8).</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Step 2: The node with the value 7 is now effectively a leaf node, so we can remove it from the tree.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ensures that the BST structure remains intact, and we maintain the ordering property.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"Why do you think it’s important to directly link the parent node to the child of the deleted node? What could go wrong if we didn’t do this?"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"Let’s identify another node in this tree that has one child. What would happen if we deleted it using the same steps?"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Challenge: "What do you think happens if the node being deleted is the root and has only one child? How might this case differ?"</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0" name="Shape 1410"/>
        <p:cNvGrpSpPr/>
        <p:nvPr/>
      </p:nvGrpSpPr>
      <p:grpSpPr>
        <a:xfrm>
          <a:off x="0" y="0"/>
          <a:ext cx="0" cy="0"/>
          <a:chOff x="0" y="0"/>
          <a:chExt cx="0" cy="0"/>
        </a:xfrm>
      </p:grpSpPr>
      <p:sp>
        <p:nvSpPr>
          <p:cNvPr id="1411" name="Google Shape;1411;g3224e4f4359_0_7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2" name="Google Shape;1412;g3224e4f4359_0_7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Explain the process of deleting a node with two children in a Binary Search Tree (BST) while maintaining the tree’s structure and properties.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Use the visual diagram to walk students through the steps of deleting a node with two children.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Explain the concept of the in-order successor and why it is used.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When deleting a node with two children, the process is a bit more complex because we need to ensure the tree remains structured and satisfies the BST properties.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 this example, we are deleting the node with the value 50, which has two children: 30 and 70.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Step 1: Find the in-order successor of the node being deleted. This is the smallest value in the right subtree. Here, the in-order successor is 60.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Step 2: Replace the value of the node to be deleted (50) with the value of the in-order successor (60).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Step 3: Delete the in-order successor node (60) from its original position. Since the in-order successor node will have at most one child, we can delete it using the method we discussed in Case 1 or Case 2.</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After these steps, the tree remains a valid BST with the same ordering properties.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"Why do you think we use the in-order successor when deleting a node with two children? Could we use another value instead?"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"Let’s identify another node in this tree with two children. How would you approach deleting it?"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Challenge: "What happens to the tree’s structure if we accidentally delete the wrong node during this process? Why is the in-order successor or predecessor critical?"</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6" name="Shape 1416"/>
        <p:cNvGrpSpPr/>
        <p:nvPr/>
      </p:nvGrpSpPr>
      <p:grpSpPr>
        <a:xfrm>
          <a:off x="0" y="0"/>
          <a:ext cx="0" cy="0"/>
          <a:chOff x="0" y="0"/>
          <a:chExt cx="0" cy="0"/>
        </a:xfrm>
      </p:grpSpPr>
      <p:sp>
        <p:nvSpPr>
          <p:cNvPr id="1417" name="Google Shape;1417;g3224e4f4359_0_7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8" name="Google Shape;1418;g3224e4f4359_0_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Test and reinforce students’ understanding of why the minimum value node in the right subtree is critical when deleting a node with two children in a Binary Search Tree (BST).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Read the question aloud to ensure clarity and encourage students to think critically.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Facilitate participation by prompting students to share their answers in the chat or poll.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When deleting a node with two children, we need to replace it with the minimum value node from the right subtree. But why is this step so important?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Look at the options and consider the role of the in-order successor in maintaining the structure and properties of the BST.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Take a moment to review the choices. Submit your response—A, B, C, or D—and let’s discuss why the correct answer is the best fit.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Acknowledge responses: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If students choose </a:t>
            </a:r>
            <a:r>
              <a:rPr b="1" lang="en">
                <a:solidFill>
                  <a:schemeClr val="dk1"/>
                </a:solidFill>
              </a:rPr>
              <a:t>A</a:t>
            </a:r>
            <a:r>
              <a:rPr lang="en">
                <a:solidFill>
                  <a:schemeClr val="dk1"/>
                </a:solidFill>
              </a:rPr>
              <a:t>: "Not quite. The in-order successor doesn’t guarantee balance—it simply preserves the BST properties."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If students choose </a:t>
            </a:r>
            <a:r>
              <a:rPr b="1" lang="en">
                <a:solidFill>
                  <a:schemeClr val="dk1"/>
                </a:solidFill>
              </a:rPr>
              <a:t>B</a:t>
            </a:r>
            <a:r>
              <a:rPr lang="en">
                <a:solidFill>
                  <a:schemeClr val="dk1"/>
                </a:solidFill>
              </a:rPr>
              <a:t>: "Interesting thought! However, we’re specifically looking for the smallest node greater than the deleted node, not the largest."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If students choose </a:t>
            </a:r>
            <a:r>
              <a:rPr b="1" lang="en">
                <a:solidFill>
                  <a:schemeClr val="dk1"/>
                </a:solidFill>
              </a:rPr>
              <a:t>D</a:t>
            </a:r>
            <a:r>
              <a:rPr lang="en">
                <a:solidFill>
                  <a:schemeClr val="dk1"/>
                </a:solidFill>
              </a:rPr>
              <a:t>: "Close, but the purpose isn’t simplification—it’s about maintaining the BST’s order."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Reinforce correct answer: "The correct answer is </a:t>
            </a:r>
            <a:r>
              <a:rPr b="1" lang="en">
                <a:solidFill>
                  <a:schemeClr val="dk1"/>
                </a:solidFill>
              </a:rPr>
              <a:t>C</a:t>
            </a:r>
            <a:r>
              <a:rPr lang="en">
                <a:solidFill>
                  <a:schemeClr val="dk1"/>
                </a:solidFill>
              </a:rPr>
              <a:t>. By replacing the deleted node with the smallest value greater than it, we ensure that the BST properties are preserved. This is why the in-order successor is chosen—it guarantees that all nodes in the left subtree are smaller and all nodes in the right subtree are larger."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Ask: "Can you think of any situations where finding the in-order predecessor (the largest value in the left subtree) might be used instead?"</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2" name="Shape 1422"/>
        <p:cNvGrpSpPr/>
        <p:nvPr/>
      </p:nvGrpSpPr>
      <p:grpSpPr>
        <a:xfrm>
          <a:off x="0" y="0"/>
          <a:ext cx="0" cy="0"/>
          <a:chOff x="0" y="0"/>
          <a:chExt cx="0" cy="0"/>
        </a:xfrm>
      </p:grpSpPr>
      <p:sp>
        <p:nvSpPr>
          <p:cNvPr id="1423" name="Google Shape;1423;g3f58586e3ef_0_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4" name="Google Shape;1424;g3f58586e3ef_0_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g3287309889e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2" name="Google Shape;1432;g3287309889e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Provide a short break to refresh and re-energize.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Announce the break and remind students to return on time.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Play the countdown timer video (be sure to share sound).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take 5 minutes to step away from the screen. Be sure to return promptly.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6" name="Shape 1436"/>
        <p:cNvGrpSpPr/>
        <p:nvPr/>
      </p:nvGrpSpPr>
      <p:grpSpPr>
        <a:xfrm>
          <a:off x="0" y="0"/>
          <a:ext cx="0" cy="0"/>
          <a:chOff x="0" y="0"/>
          <a:chExt cx="0" cy="0"/>
        </a:xfrm>
      </p:grpSpPr>
      <p:sp>
        <p:nvSpPr>
          <p:cNvPr id="1437" name="Google Shape;1437;g3287309889e_0_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8" name="Google Shape;1438;g3287309889e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2" name="Shape 1442"/>
        <p:cNvGrpSpPr/>
        <p:nvPr/>
      </p:nvGrpSpPr>
      <p:grpSpPr>
        <a:xfrm>
          <a:off x="0" y="0"/>
          <a:ext cx="0" cy="0"/>
          <a:chOff x="0" y="0"/>
          <a:chExt cx="0" cy="0"/>
        </a:xfrm>
      </p:grpSpPr>
      <p:sp>
        <p:nvSpPr>
          <p:cNvPr id="1443" name="Google Shape;1443;g3287309889e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4" name="Google Shape;1444;g3287309889e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9" name="Shape 1449"/>
        <p:cNvGrpSpPr/>
        <p:nvPr/>
      </p:nvGrpSpPr>
      <p:grpSpPr>
        <a:xfrm>
          <a:off x="0" y="0"/>
          <a:ext cx="0" cy="0"/>
          <a:chOff x="0" y="0"/>
          <a:chExt cx="0" cy="0"/>
        </a:xfrm>
      </p:grpSpPr>
      <p:sp>
        <p:nvSpPr>
          <p:cNvPr id="1450" name="Google Shape;1450;g3287309889e_0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1" name="Google Shape;1451;g3287309889e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5" name="Shape 1455"/>
        <p:cNvGrpSpPr/>
        <p:nvPr/>
      </p:nvGrpSpPr>
      <p:grpSpPr>
        <a:xfrm>
          <a:off x="0" y="0"/>
          <a:ext cx="0" cy="0"/>
          <a:chOff x="0" y="0"/>
          <a:chExt cx="0" cy="0"/>
        </a:xfrm>
      </p:grpSpPr>
      <p:sp>
        <p:nvSpPr>
          <p:cNvPr id="1456" name="Google Shape;1456;g3287309889e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7" name="Google Shape;1457;g3287309889e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End the session on a positive note.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share their reflections in the chat.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celebrate your wins. Share one good thing you learned or accomplished today!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Read a few responses aloud and celebrate with enthusiasm.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0" name="Shape 1460"/>
        <p:cNvGrpSpPr/>
        <p:nvPr/>
      </p:nvGrpSpPr>
      <p:grpSpPr>
        <a:xfrm>
          <a:off x="0" y="0"/>
          <a:ext cx="0" cy="0"/>
          <a:chOff x="0" y="0"/>
          <a:chExt cx="0" cy="0"/>
        </a:xfrm>
      </p:grpSpPr>
      <p:sp>
        <p:nvSpPr>
          <p:cNvPr id="1461" name="Google Shape;1461;g3287309889e_0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2" name="Google Shape;1462;g3287309889e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Gather feedback to improve future sessions.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Share the survey link and emphasize its importance.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Your feedback helps us make these sessions even better. Please take a moment to complete the survey.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Thank students for their input and explain how feedback has been used in the past.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8" name="Shape 1468"/>
        <p:cNvGrpSpPr/>
        <p:nvPr/>
      </p:nvGrpSpPr>
      <p:grpSpPr>
        <a:xfrm>
          <a:off x="0" y="0"/>
          <a:ext cx="0" cy="0"/>
          <a:chOff x="0" y="0"/>
          <a:chExt cx="0" cy="0"/>
        </a:xfrm>
      </p:grpSpPr>
      <p:sp>
        <p:nvSpPr>
          <p:cNvPr id="1469" name="Google Shape;1469;SLIDES_API1232735188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0" name="Google Shape;1470;SLIDES_API1232735188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Reinforce key tasks and deadlines.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next steps and encourage continued engagement.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Don’t forget to complete the problem sets and take the HackerRank assessment by Sunday!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students to ask any lingering questions before signing off.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5.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35.png"/><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3.png"/><Relationship Id="rId4"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4.png"/><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19.png"/><Relationship Id="rId4" Type="http://schemas.openxmlformats.org/officeDocument/2006/relationships/image" Target="../media/image48.png"/><Relationship Id="rId5"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 Id="rId3" Type="http://schemas.openxmlformats.org/officeDocument/2006/relationships/image" Target="../media/image25.png"/><Relationship Id="rId4" Type="http://schemas.openxmlformats.org/officeDocument/2006/relationships/image" Target="../media/image22.png"/><Relationship Id="rId5"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9.png"/><Relationship Id="rId4" Type="http://schemas.openxmlformats.org/officeDocument/2006/relationships/image" Target="../media/image23.png"/><Relationship Id="rId5"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2.png"/><Relationship Id="rId4" Type="http://schemas.openxmlformats.org/officeDocument/2006/relationships/image" Target="../media/image26.png"/><Relationship Id="rId5"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2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9.png"/><Relationship Id="rId4" Type="http://schemas.openxmlformats.org/officeDocument/2006/relationships/image" Target="../media/image28.png"/><Relationship Id="rId5"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 Id="rId3" Type="http://schemas.openxmlformats.org/officeDocument/2006/relationships/image" Target="../media/image19.png"/><Relationship Id="rId4" Type="http://schemas.openxmlformats.org/officeDocument/2006/relationships/image" Target="../media/image29.png"/><Relationship Id="rId5"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7.png"/><Relationship Id="rId4" Type="http://schemas.openxmlformats.org/officeDocument/2006/relationships/image" Target="../media/image3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7.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19.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3.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37.png"/><Relationship Id="rId6" Type="http://schemas.openxmlformats.org/officeDocument/2006/relationships/image" Target="../media/image38.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9.png"/><Relationship Id="rId4" Type="http://schemas.openxmlformats.org/officeDocument/2006/relationships/image" Target="../media/image28.png"/><Relationship Id="rId5" Type="http://schemas.openxmlformats.org/officeDocument/2006/relationships/image" Target="../media/image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 Id="rId3" Type="http://schemas.openxmlformats.org/officeDocument/2006/relationships/image" Target="../media/image5.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5.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0.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0.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3.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35.png"/><Relationship Id="rId4" Type="http://schemas.openxmlformats.org/officeDocument/2006/relationships/image" Target="../media/image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3.png"/><Relationship Id="rId4" Type="http://schemas.openxmlformats.org/officeDocument/2006/relationships/image" Target="../media/image8.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3.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4.png"/><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2.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 Id="rId3" Type="http://schemas.openxmlformats.org/officeDocument/2006/relationships/image" Target="../media/image19.png"/><Relationship Id="rId4" Type="http://schemas.openxmlformats.org/officeDocument/2006/relationships/image" Target="../media/image48.png"/><Relationship Id="rId5" Type="http://schemas.openxmlformats.org/officeDocument/2006/relationships/image" Target="../media/image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4.png"/><Relationship Id="rId3" Type="http://schemas.openxmlformats.org/officeDocument/2006/relationships/image" Target="../media/image25.png"/><Relationship Id="rId4" Type="http://schemas.openxmlformats.org/officeDocument/2006/relationships/image" Target="../media/image22.png"/><Relationship Id="rId5" Type="http://schemas.openxmlformats.org/officeDocument/2006/relationships/image" Target="../media/image3.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 Id="rId3" Type="http://schemas.openxmlformats.org/officeDocument/2006/relationships/image" Target="../media/image19.png"/><Relationship Id="rId4" Type="http://schemas.openxmlformats.org/officeDocument/2006/relationships/image" Target="../media/image23.png"/><Relationship Id="rId5" Type="http://schemas.openxmlformats.org/officeDocument/2006/relationships/image" Target="../media/image3.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 Id="rId3" Type="http://schemas.openxmlformats.org/officeDocument/2006/relationships/image" Target="../media/image2.png"/><Relationship Id="rId4" Type="http://schemas.openxmlformats.org/officeDocument/2006/relationships/image" Target="../media/image26.png"/><Relationship Id="rId5" Type="http://schemas.openxmlformats.org/officeDocument/2006/relationships/image" Target="../media/image3.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26.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 Id="rId3" Type="http://schemas.openxmlformats.org/officeDocument/2006/relationships/image" Target="../media/image19.png"/><Relationship Id="rId4" Type="http://schemas.openxmlformats.org/officeDocument/2006/relationships/image" Target="../media/image28.png"/><Relationship Id="rId5" Type="http://schemas.openxmlformats.org/officeDocument/2006/relationships/image" Target="../media/image3.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 Id="rId3" Type="http://schemas.openxmlformats.org/officeDocument/2006/relationships/image" Target="../media/image19.png"/><Relationship Id="rId4" Type="http://schemas.openxmlformats.org/officeDocument/2006/relationships/image" Target="../media/image3.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4.png"/><Relationship Id="rId3" Type="http://schemas.openxmlformats.org/officeDocument/2006/relationships/image" Target="../media/image19.png"/><Relationship Id="rId4" Type="http://schemas.openxmlformats.org/officeDocument/2006/relationships/image" Target="../media/image29.png"/><Relationship Id="rId5" Type="http://schemas.openxmlformats.org/officeDocument/2006/relationships/image" Target="../media/image3.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27.png"/><Relationship Id="rId4" Type="http://schemas.openxmlformats.org/officeDocument/2006/relationships/image" Target="../media/image32.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7.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3.png"/><Relationship Id="rId3" Type="http://schemas.openxmlformats.org/officeDocument/2006/relationships/image" Target="../media/image19.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3.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37.png"/><Relationship Id="rId6" Type="http://schemas.openxmlformats.org/officeDocument/2006/relationships/image" Target="../media/image38.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 Id="rId3" Type="http://schemas.openxmlformats.org/officeDocument/2006/relationships/image" Target="../media/image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5.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4.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0.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4.png"/><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3.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35.png"/><Relationship Id="rId4" Type="http://schemas.openxmlformats.org/officeDocument/2006/relationships/image" Target="../media/image3.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3.png"/><Relationship Id="rId4" Type="http://schemas.openxmlformats.org/officeDocument/2006/relationships/image" Target="../media/image8.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3.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3.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3.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107.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110.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4.png"/><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2.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2.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png"/><Relationship Id="rId3" Type="http://schemas.openxmlformats.org/officeDocument/2006/relationships/image" Target="../media/image19.png"/><Relationship Id="rId4" Type="http://schemas.openxmlformats.org/officeDocument/2006/relationships/image" Target="../media/image48.png"/><Relationship Id="rId5" Type="http://schemas.openxmlformats.org/officeDocument/2006/relationships/image" Target="../media/image3.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4.png"/><Relationship Id="rId3" Type="http://schemas.openxmlformats.org/officeDocument/2006/relationships/image" Target="../media/image25.png"/><Relationship Id="rId4" Type="http://schemas.openxmlformats.org/officeDocument/2006/relationships/image" Target="../media/image22.png"/><Relationship Id="rId5" Type="http://schemas.openxmlformats.org/officeDocument/2006/relationships/image" Target="../media/image3.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 Id="rId3" Type="http://schemas.openxmlformats.org/officeDocument/2006/relationships/image" Target="../media/image19.png"/><Relationship Id="rId4" Type="http://schemas.openxmlformats.org/officeDocument/2006/relationships/image" Target="../media/image23.png"/><Relationship Id="rId5" Type="http://schemas.openxmlformats.org/officeDocument/2006/relationships/image" Target="../media/image3.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4.png"/><Relationship Id="rId3" Type="http://schemas.openxmlformats.org/officeDocument/2006/relationships/image" Target="../media/image2.png"/><Relationship Id="rId4" Type="http://schemas.openxmlformats.org/officeDocument/2006/relationships/image" Target="../media/image26.png"/><Relationship Id="rId5" Type="http://schemas.openxmlformats.org/officeDocument/2006/relationships/image" Target="../media/image3.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4.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26.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 Id="rId3" Type="http://schemas.openxmlformats.org/officeDocument/2006/relationships/image" Target="../media/image19.png"/><Relationship Id="rId4" Type="http://schemas.openxmlformats.org/officeDocument/2006/relationships/image" Target="../media/image28.png"/><Relationship Id="rId5" Type="http://schemas.openxmlformats.org/officeDocument/2006/relationships/image" Target="../media/image3.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4.png"/><Relationship Id="rId3" Type="http://schemas.openxmlformats.org/officeDocument/2006/relationships/image" Target="../media/image19.png"/><Relationship Id="rId4" Type="http://schemas.openxmlformats.org/officeDocument/2006/relationships/image" Target="../media/image29.png"/><Relationship Id="rId5" Type="http://schemas.openxmlformats.org/officeDocument/2006/relationships/image" Target="../media/image3.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97.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3.png"/><Relationship Id="rId3" Type="http://schemas.openxmlformats.org/officeDocument/2006/relationships/image" Target="../media/image19.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0.png"/><Relationship Id="rId3" Type="http://schemas.openxmlformats.org/officeDocument/2006/relationships/image" Target="../media/image126.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4.png"/><Relationship Id="rId3" Type="http://schemas.openxmlformats.org/officeDocument/2006/relationships/image" Target="../media/image19.png"/><Relationship Id="rId4" Type="http://schemas.openxmlformats.org/officeDocument/2006/relationships/image" Target="../media/image29.png"/><Relationship Id="rId5" Type="http://schemas.openxmlformats.org/officeDocument/2006/relationships/image" Target="../media/image3.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5.png"/><Relationship Id="rId3" Type="http://schemas.openxmlformats.org/officeDocument/2006/relationships/image" Target="../media/image5.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5.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3.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0.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3.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2.png"/><Relationship Id="rId3" Type="http://schemas.openxmlformats.org/officeDocument/2006/relationships/image" Target="../media/image145.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5.png"/><Relationship Id="rId3" Type="http://schemas.openxmlformats.org/officeDocument/2006/relationships/image" Target="../media/image5.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85.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0.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4.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0.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4.png"/><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3.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 Id="rId3" Type="http://schemas.openxmlformats.org/officeDocument/2006/relationships/image" Target="../media/image35.png"/><Relationship Id="rId4" Type="http://schemas.openxmlformats.org/officeDocument/2006/relationships/image" Target="../media/image3.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 Id="rId3" Type="http://schemas.openxmlformats.org/officeDocument/2006/relationships/image" Target="../media/image3.png"/><Relationship Id="rId4" Type="http://schemas.openxmlformats.org/officeDocument/2006/relationships/image" Target="../media/image8.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 Id="rId3" Type="http://schemas.openxmlformats.org/officeDocument/2006/relationships/image" Target="../media/image3.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 Id="rId3" Type="http://schemas.openxmlformats.org/officeDocument/2006/relationships/image" Target="../media/image3.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3.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4.png"/><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2.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5.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2.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6.png"/><Relationship Id="rId3" Type="http://schemas.openxmlformats.org/officeDocument/2006/relationships/image" Target="../media/image19.png"/><Relationship Id="rId4" Type="http://schemas.openxmlformats.org/officeDocument/2006/relationships/image" Target="../media/image48.png"/><Relationship Id="rId5" Type="http://schemas.openxmlformats.org/officeDocument/2006/relationships/image" Target="../media/image3.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4.png"/><Relationship Id="rId3" Type="http://schemas.openxmlformats.org/officeDocument/2006/relationships/image" Target="../media/image25.png"/><Relationship Id="rId4" Type="http://schemas.openxmlformats.org/officeDocument/2006/relationships/image" Target="../media/image22.png"/><Relationship Id="rId5" Type="http://schemas.openxmlformats.org/officeDocument/2006/relationships/image" Target="../media/image3.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5.png"/><Relationship Id="rId3" Type="http://schemas.openxmlformats.org/officeDocument/2006/relationships/image" Target="../media/image19.png"/><Relationship Id="rId4" Type="http://schemas.openxmlformats.org/officeDocument/2006/relationships/image" Target="../media/image23.png"/><Relationship Id="rId5" Type="http://schemas.openxmlformats.org/officeDocument/2006/relationships/image" Target="../media/image3.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4.png"/><Relationship Id="rId3" Type="http://schemas.openxmlformats.org/officeDocument/2006/relationships/image" Target="../media/image2.png"/><Relationship Id="rId4" Type="http://schemas.openxmlformats.org/officeDocument/2006/relationships/image" Target="../media/image26.png"/><Relationship Id="rId5" Type="http://schemas.openxmlformats.org/officeDocument/2006/relationships/image" Target="../media/image3.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4.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26.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5.png"/><Relationship Id="rId3" Type="http://schemas.openxmlformats.org/officeDocument/2006/relationships/image" Target="../media/image19.png"/><Relationship Id="rId4" Type="http://schemas.openxmlformats.org/officeDocument/2006/relationships/image" Target="../media/image28.png"/><Relationship Id="rId5" Type="http://schemas.openxmlformats.org/officeDocument/2006/relationships/image" Target="../media/image3.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4.png"/><Relationship Id="rId3" Type="http://schemas.openxmlformats.org/officeDocument/2006/relationships/image" Target="../media/image19.png"/><Relationship Id="rId4" Type="http://schemas.openxmlformats.org/officeDocument/2006/relationships/image" Target="../media/image29.png"/><Relationship Id="rId5" Type="http://schemas.openxmlformats.org/officeDocument/2006/relationships/image" Target="../media/image3.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27.png"/><Relationship Id="rId4" Type="http://schemas.openxmlformats.org/officeDocument/2006/relationships/image" Target="../media/image32.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97.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3.png"/><Relationship Id="rId3" Type="http://schemas.openxmlformats.org/officeDocument/2006/relationships/image" Target="../media/image19.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5.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13.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37.png"/><Relationship Id="rId6" Type="http://schemas.openxmlformats.org/officeDocument/2006/relationships/image" Target="../media/image38.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5.png"/><Relationship Id="rId3" Type="http://schemas.openxmlformats.org/officeDocument/2006/relationships/image" Target="../media/image19.png"/><Relationship Id="rId4" Type="http://schemas.openxmlformats.org/officeDocument/2006/relationships/image" Target="../media/image3.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5.png"/><Relationship Id="rId3" Type="http://schemas.openxmlformats.org/officeDocument/2006/relationships/image" Target="../media/image5.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85.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0.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4.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0.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4.png"/><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3.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png"/><Relationship Id="rId3" Type="http://schemas.openxmlformats.org/officeDocument/2006/relationships/image" Target="../media/image35.png"/><Relationship Id="rId4" Type="http://schemas.openxmlformats.org/officeDocument/2006/relationships/image" Target="../media/image3.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png"/><Relationship Id="rId3" Type="http://schemas.openxmlformats.org/officeDocument/2006/relationships/image" Target="../media/image3.png"/><Relationship Id="rId4" Type="http://schemas.openxmlformats.org/officeDocument/2006/relationships/image" Target="../media/image8.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png"/><Relationship Id="rId3" Type="http://schemas.openxmlformats.org/officeDocument/2006/relationships/image" Target="../media/image3.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png"/><Relationship Id="rId3" Type="http://schemas.openxmlformats.org/officeDocument/2006/relationships/image" Target="../media/image3.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png"/><Relationship Id="rId3" Type="http://schemas.openxmlformats.org/officeDocument/2006/relationships/image" Target="../media/image3.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4.png"/><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2.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5.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2.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6.png"/><Relationship Id="rId3" Type="http://schemas.openxmlformats.org/officeDocument/2006/relationships/image" Target="../media/image19.png"/><Relationship Id="rId4" Type="http://schemas.openxmlformats.org/officeDocument/2006/relationships/image" Target="../media/image48.png"/><Relationship Id="rId5" Type="http://schemas.openxmlformats.org/officeDocument/2006/relationships/image" Target="../media/image3.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4.png"/><Relationship Id="rId3" Type="http://schemas.openxmlformats.org/officeDocument/2006/relationships/image" Target="../media/image25.png"/><Relationship Id="rId4" Type="http://schemas.openxmlformats.org/officeDocument/2006/relationships/image" Target="../media/image22.png"/><Relationship Id="rId5" Type="http://schemas.openxmlformats.org/officeDocument/2006/relationships/image" Target="../media/image3.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5.png"/><Relationship Id="rId3" Type="http://schemas.openxmlformats.org/officeDocument/2006/relationships/image" Target="../media/image19.png"/><Relationship Id="rId4" Type="http://schemas.openxmlformats.org/officeDocument/2006/relationships/image" Target="../media/image23.png"/><Relationship Id="rId5" Type="http://schemas.openxmlformats.org/officeDocument/2006/relationships/image" Target="../media/image3.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4.png"/><Relationship Id="rId3" Type="http://schemas.openxmlformats.org/officeDocument/2006/relationships/image" Target="../media/image2.png"/><Relationship Id="rId4" Type="http://schemas.openxmlformats.org/officeDocument/2006/relationships/image" Target="../media/image26.png"/><Relationship Id="rId5" Type="http://schemas.openxmlformats.org/officeDocument/2006/relationships/image" Target="../media/image3.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4.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26.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5.png"/><Relationship Id="rId3" Type="http://schemas.openxmlformats.org/officeDocument/2006/relationships/image" Target="../media/image19.png"/><Relationship Id="rId4" Type="http://schemas.openxmlformats.org/officeDocument/2006/relationships/image" Target="../media/image28.png"/><Relationship Id="rId5" Type="http://schemas.openxmlformats.org/officeDocument/2006/relationships/image" Target="../media/image3.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4.png"/><Relationship Id="rId3" Type="http://schemas.openxmlformats.org/officeDocument/2006/relationships/image" Target="../media/image19.png"/><Relationship Id="rId4" Type="http://schemas.openxmlformats.org/officeDocument/2006/relationships/image" Target="../media/image29.png"/><Relationship Id="rId5" Type="http://schemas.openxmlformats.org/officeDocument/2006/relationships/image" Target="../media/image3.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 Id="rId3" Type="http://schemas.openxmlformats.org/officeDocument/2006/relationships/image" Target="../media/image27.png"/><Relationship Id="rId4" Type="http://schemas.openxmlformats.org/officeDocument/2006/relationships/image" Target="../media/image32.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97.pn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3.png"/><Relationship Id="rId3" Type="http://schemas.openxmlformats.org/officeDocument/2006/relationships/image" Target="../media/image19.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5.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13.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37.png"/><Relationship Id="rId6" Type="http://schemas.openxmlformats.org/officeDocument/2006/relationships/image" Target="../media/image38.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5.png"/><Relationship Id="rId3" Type="http://schemas.openxmlformats.org/officeDocument/2006/relationships/image" Target="../media/image19.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53" name="Shape 53"/>
        <p:cNvGrpSpPr/>
        <p:nvPr/>
      </p:nvGrpSpPr>
      <p:grpSpPr>
        <a:xfrm>
          <a:off x="0" y="0"/>
          <a:ext cx="0" cy="0"/>
          <a:chOff x="0" y="0"/>
          <a:chExt cx="0" cy="0"/>
        </a:xfrm>
      </p:grpSpPr>
      <p:pic>
        <p:nvPicPr>
          <p:cNvPr id="54" name="Google Shape;54;p1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5" name="Google Shape;55;p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56" name="Shape 56"/>
        <p:cNvGrpSpPr/>
        <p:nvPr/>
      </p:nvGrpSpPr>
      <p:grpSpPr>
        <a:xfrm>
          <a:off x="0" y="0"/>
          <a:ext cx="0" cy="0"/>
          <a:chOff x="0" y="0"/>
          <a:chExt cx="0" cy="0"/>
        </a:xfrm>
      </p:grpSpPr>
      <p:pic>
        <p:nvPicPr>
          <p:cNvPr id="57" name="Google Shape;57;p15"/>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58" name="Google Shape;58;p15"/>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59" name="Google Shape;59;p1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5"/>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61" name="Shape 61"/>
        <p:cNvGrpSpPr/>
        <p:nvPr/>
      </p:nvGrpSpPr>
      <p:grpSpPr>
        <a:xfrm>
          <a:off x="0" y="0"/>
          <a:ext cx="0" cy="0"/>
          <a:chOff x="0" y="0"/>
          <a:chExt cx="0" cy="0"/>
        </a:xfrm>
      </p:grpSpPr>
      <p:pic>
        <p:nvPicPr>
          <p:cNvPr descr="Divider4.png" id="62" name="Google Shape;62;p16"/>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63" name="Google Shape;63;p16"/>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64" name="Google Shape;64;p16"/>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65" name="Google Shape;65;p16"/>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66" name="Google Shape;66;p16"/>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67" name="Google Shape;67;p16"/>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68" name="Shape 68"/>
        <p:cNvGrpSpPr/>
        <p:nvPr/>
      </p:nvGrpSpPr>
      <p:grpSpPr>
        <a:xfrm>
          <a:off x="0" y="0"/>
          <a:ext cx="0" cy="0"/>
          <a:chOff x="0" y="0"/>
          <a:chExt cx="0" cy="0"/>
        </a:xfrm>
      </p:grpSpPr>
      <p:sp>
        <p:nvSpPr>
          <p:cNvPr id="69" name="Google Shape;69;p17"/>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70" name="Google Shape;70;p17"/>
          <p:cNvGrpSpPr/>
          <p:nvPr/>
        </p:nvGrpSpPr>
        <p:grpSpPr>
          <a:xfrm rot="5400000">
            <a:off x="5719749" y="1629787"/>
            <a:ext cx="4964577" cy="1883925"/>
            <a:chOff x="4152224" y="1218499"/>
            <a:chExt cx="4964577" cy="1883925"/>
          </a:xfrm>
        </p:grpSpPr>
        <p:pic>
          <p:nvPicPr>
            <p:cNvPr id="71" name="Google Shape;71;p17"/>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72" name="Google Shape;72;p17"/>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73" name="Google Shape;73;p1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4" name="Google Shape;74;p1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75" name="Shape 75"/>
        <p:cNvGrpSpPr/>
        <p:nvPr/>
      </p:nvGrpSpPr>
      <p:grpSpPr>
        <a:xfrm>
          <a:off x="0" y="0"/>
          <a:ext cx="0" cy="0"/>
          <a:chOff x="0" y="0"/>
          <a:chExt cx="0" cy="0"/>
        </a:xfrm>
      </p:grpSpPr>
      <p:pic>
        <p:nvPicPr>
          <p:cNvPr id="76" name="Google Shape;76;p18"/>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77" name="Google Shape;77;p18"/>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78" name="Google Shape;78;p1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79" name="Google Shape;79;p1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0" name="Google Shape;80;p1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1" name="Google Shape;81;p1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2" name="Google Shape;82;p18"/>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83" name="Google Shape;83;p18"/>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84" name="Shape 84"/>
        <p:cNvGrpSpPr/>
        <p:nvPr/>
      </p:nvGrpSpPr>
      <p:grpSpPr>
        <a:xfrm>
          <a:off x="0" y="0"/>
          <a:ext cx="0" cy="0"/>
          <a:chOff x="0" y="0"/>
          <a:chExt cx="0" cy="0"/>
        </a:xfrm>
      </p:grpSpPr>
      <p:pic>
        <p:nvPicPr>
          <p:cNvPr id="85" name="Google Shape;85;p19"/>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6" name="Google Shape;86;p19"/>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87" name="Google Shape;87;p19"/>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88" name="Google Shape;88;p19"/>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89" name="Google Shape;89;p1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0" name="Google Shape;90;p1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92" name="Shape 92"/>
        <p:cNvGrpSpPr/>
        <p:nvPr/>
      </p:nvGrpSpPr>
      <p:grpSpPr>
        <a:xfrm>
          <a:off x="0" y="0"/>
          <a:ext cx="0" cy="0"/>
          <a:chOff x="0" y="0"/>
          <a:chExt cx="0" cy="0"/>
        </a:xfrm>
      </p:grpSpPr>
      <p:pic>
        <p:nvPicPr>
          <p:cNvPr id="93" name="Google Shape;93;p2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94" name="Google Shape;94;p2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95" name="Google Shape;95;p20"/>
          <p:cNvGrpSpPr/>
          <p:nvPr/>
        </p:nvGrpSpPr>
        <p:grpSpPr>
          <a:xfrm>
            <a:off x="5709066" y="201260"/>
            <a:ext cx="2296623" cy="4424889"/>
            <a:chOff x="5598780" y="137712"/>
            <a:chExt cx="2577001" cy="4664652"/>
          </a:xfrm>
        </p:grpSpPr>
        <p:pic>
          <p:nvPicPr>
            <p:cNvPr id="96" name="Google Shape;96;p20"/>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97" name="Google Shape;97;p20"/>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2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9" name="Google Shape;99;p2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0" name="Google Shape;100;p2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20"/>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102" name="Shape 102"/>
        <p:cNvGrpSpPr/>
        <p:nvPr/>
      </p:nvGrpSpPr>
      <p:grpSpPr>
        <a:xfrm>
          <a:off x="0" y="0"/>
          <a:ext cx="0" cy="0"/>
          <a:chOff x="0" y="0"/>
          <a:chExt cx="0" cy="0"/>
        </a:xfrm>
      </p:grpSpPr>
      <p:pic>
        <p:nvPicPr>
          <p:cNvPr id="103" name="Google Shape;103;p21"/>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4" name="Google Shape;104;p21"/>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5" name="Google Shape;105;p21"/>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6" name="Google Shape;106;p2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7" name="Google Shape;107;p2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21"/>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21"/>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110" name="Shape 110"/>
        <p:cNvGrpSpPr/>
        <p:nvPr/>
      </p:nvGrpSpPr>
      <p:grpSpPr>
        <a:xfrm>
          <a:off x="0" y="0"/>
          <a:ext cx="0" cy="0"/>
          <a:chOff x="0" y="0"/>
          <a:chExt cx="0" cy="0"/>
        </a:xfrm>
      </p:grpSpPr>
      <p:pic>
        <p:nvPicPr>
          <p:cNvPr id="111" name="Google Shape;111;p22"/>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112" name="Google Shape;112;p22"/>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13" name="Google Shape;113;p22"/>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4" name="Google Shape;114;p2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15" name="Google Shape;115;p2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116" name="Google Shape;116;p22"/>
          <p:cNvGrpSpPr/>
          <p:nvPr/>
        </p:nvGrpSpPr>
        <p:grpSpPr>
          <a:xfrm>
            <a:off x="4344100" y="398125"/>
            <a:ext cx="4546500" cy="4222800"/>
            <a:chOff x="4344100" y="398125"/>
            <a:chExt cx="4546500" cy="4222800"/>
          </a:xfrm>
        </p:grpSpPr>
        <p:sp>
          <p:nvSpPr>
            <p:cNvPr id="117" name="Google Shape;117;p22"/>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 name="Google Shape;118;p22"/>
            <p:cNvGrpSpPr/>
            <p:nvPr/>
          </p:nvGrpSpPr>
          <p:grpSpPr>
            <a:xfrm>
              <a:off x="4445450" y="524200"/>
              <a:ext cx="399495" cy="101100"/>
              <a:chOff x="4445450" y="524200"/>
              <a:chExt cx="399495" cy="101100"/>
            </a:xfrm>
          </p:grpSpPr>
          <p:sp>
            <p:nvSpPr>
              <p:cNvPr id="119" name="Google Shape;119;p22"/>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2"/>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2"/>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22"/>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123" name="Shape 123"/>
        <p:cNvGrpSpPr/>
        <p:nvPr/>
      </p:nvGrpSpPr>
      <p:grpSpPr>
        <a:xfrm>
          <a:off x="0" y="0"/>
          <a:ext cx="0" cy="0"/>
          <a:chOff x="0" y="0"/>
          <a:chExt cx="0" cy="0"/>
        </a:xfrm>
      </p:grpSpPr>
      <p:pic>
        <p:nvPicPr>
          <p:cNvPr id="124" name="Google Shape;124;p23"/>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25" name="Google Shape;125;p23"/>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26" name="Google Shape;126;p23"/>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27" name="Google Shape;127;p2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28" name="Google Shape;128;p2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129" name="Shape 129"/>
        <p:cNvGrpSpPr/>
        <p:nvPr/>
      </p:nvGrpSpPr>
      <p:grpSpPr>
        <a:xfrm>
          <a:off x="0" y="0"/>
          <a:ext cx="0" cy="0"/>
          <a:chOff x="0" y="0"/>
          <a:chExt cx="0" cy="0"/>
        </a:xfrm>
      </p:grpSpPr>
      <p:pic>
        <p:nvPicPr>
          <p:cNvPr id="130" name="Google Shape;130;p24"/>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131" name="Google Shape;131;p24"/>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4"/>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133" name="Google Shape;133;p24"/>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34" name="Google Shape;134;p2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24"/>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36" name="Google Shape;136;p24"/>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37" name="Google Shape;137;p24"/>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138" name="Shape 138"/>
        <p:cNvGrpSpPr/>
        <p:nvPr/>
      </p:nvGrpSpPr>
      <p:grpSpPr>
        <a:xfrm>
          <a:off x="0" y="0"/>
          <a:ext cx="0" cy="0"/>
          <a:chOff x="0" y="0"/>
          <a:chExt cx="0" cy="0"/>
        </a:xfrm>
      </p:grpSpPr>
      <p:pic>
        <p:nvPicPr>
          <p:cNvPr id="139" name="Google Shape;139;p25"/>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140" name="Google Shape;140;p25"/>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141" name="Google Shape;141;p25"/>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42" name="Google Shape;142;p2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43" name="Google Shape;143;p2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145" name="Google Shape;145;p2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46" name="Google Shape;146;p2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47" name="Google Shape;147;p25"/>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148" name="Shape 148"/>
        <p:cNvGrpSpPr/>
        <p:nvPr/>
      </p:nvGrpSpPr>
      <p:grpSpPr>
        <a:xfrm>
          <a:off x="0" y="0"/>
          <a:ext cx="0" cy="0"/>
          <a:chOff x="0" y="0"/>
          <a:chExt cx="0" cy="0"/>
        </a:xfrm>
      </p:grpSpPr>
      <p:pic>
        <p:nvPicPr>
          <p:cNvPr id="149" name="Google Shape;149;p2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50" name="Google Shape;150;p26"/>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151" name="Google Shape;151;p26"/>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52" name="Google Shape;152;p2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53" name="Google Shape;153;p2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54" name="Google Shape;154;p26"/>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155" name="Google Shape;155;p2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156" name="Google Shape;156;p26"/>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157" name="Shape 157"/>
        <p:cNvGrpSpPr/>
        <p:nvPr/>
      </p:nvGrpSpPr>
      <p:grpSpPr>
        <a:xfrm>
          <a:off x="0" y="0"/>
          <a:ext cx="0" cy="0"/>
          <a:chOff x="0" y="0"/>
          <a:chExt cx="0" cy="0"/>
        </a:xfrm>
      </p:grpSpPr>
      <p:pic>
        <p:nvPicPr>
          <p:cNvPr id="158" name="Google Shape;158;p27"/>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159" name="Google Shape;159;p27"/>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60" name="Google Shape;160;p27"/>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61" name="Google Shape;161;p27"/>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62" name="Google Shape;162;p2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63" name="Google Shape;163;p2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165" name="Google Shape;165;p2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66" name="Google Shape;166;p2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167" name="Shape 167"/>
        <p:cNvGrpSpPr/>
        <p:nvPr/>
      </p:nvGrpSpPr>
      <p:grpSpPr>
        <a:xfrm>
          <a:off x="0" y="0"/>
          <a:ext cx="0" cy="0"/>
          <a:chOff x="0" y="0"/>
          <a:chExt cx="0" cy="0"/>
        </a:xfrm>
      </p:grpSpPr>
      <p:pic>
        <p:nvPicPr>
          <p:cNvPr id="168" name="Google Shape;168;p28"/>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69" name="Google Shape;169;p28"/>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170" name="Google Shape;170;p28"/>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71" name="Google Shape;171;p28"/>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72" name="Google Shape;172;p2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73" name="Google Shape;173;p2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2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175" name="Google Shape;175;p2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76" name="Google Shape;176;p2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177" name="Shape 177"/>
        <p:cNvGrpSpPr/>
        <p:nvPr/>
      </p:nvGrpSpPr>
      <p:grpSpPr>
        <a:xfrm>
          <a:off x="0" y="0"/>
          <a:ext cx="0" cy="0"/>
          <a:chOff x="0" y="0"/>
          <a:chExt cx="0" cy="0"/>
        </a:xfrm>
      </p:grpSpPr>
      <p:pic>
        <p:nvPicPr>
          <p:cNvPr id="178" name="Google Shape;178;p29"/>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179" name="Google Shape;179;p2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80" name="Google Shape;180;p2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81" name="Google Shape;181;p29"/>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82" name="Google Shape;182;p2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83" name="Google Shape;183;p2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185" name="Google Shape;185;p2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86" name="Google Shape;186;p29"/>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87" name="Google Shape;187;p29"/>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188" name="Google Shape;188;p29"/>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189" name="Shape 189"/>
        <p:cNvGrpSpPr/>
        <p:nvPr/>
      </p:nvGrpSpPr>
      <p:grpSpPr>
        <a:xfrm>
          <a:off x="0" y="0"/>
          <a:ext cx="0" cy="0"/>
          <a:chOff x="0" y="0"/>
          <a:chExt cx="0" cy="0"/>
        </a:xfrm>
      </p:grpSpPr>
      <p:pic>
        <p:nvPicPr>
          <p:cNvPr id="190" name="Google Shape;190;p30"/>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191" name="Google Shape;191;p3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192" name="Google Shape;192;p3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93" name="Google Shape;193;p30"/>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94" name="Google Shape;194;p3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95" name="Google Shape;195;p3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96" name="Google Shape;196;p3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197" name="Google Shape;197;p3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98" name="Google Shape;198;p3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199" name="Shape 199"/>
        <p:cNvGrpSpPr/>
        <p:nvPr/>
      </p:nvGrpSpPr>
      <p:grpSpPr>
        <a:xfrm>
          <a:off x="0" y="0"/>
          <a:ext cx="0" cy="0"/>
          <a:chOff x="0" y="0"/>
          <a:chExt cx="0" cy="0"/>
        </a:xfrm>
      </p:grpSpPr>
      <p:pic>
        <p:nvPicPr>
          <p:cNvPr id="200" name="Google Shape;200;p31"/>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201" name="Google Shape;201;p31"/>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202" name="Google Shape;202;p31"/>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03" name="Google Shape;203;p3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04" name="Google Shape;204;p3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05" name="Google Shape;205;p31"/>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1"/>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207" name="Google Shape;207;p31"/>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08" name="Google Shape;208;p31"/>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209" name="Google Shape;209;p31"/>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210" name="Shape 210"/>
        <p:cNvGrpSpPr/>
        <p:nvPr/>
      </p:nvGrpSpPr>
      <p:grpSpPr>
        <a:xfrm>
          <a:off x="0" y="0"/>
          <a:ext cx="0" cy="0"/>
          <a:chOff x="0" y="0"/>
          <a:chExt cx="0" cy="0"/>
        </a:xfrm>
      </p:grpSpPr>
      <p:pic>
        <p:nvPicPr>
          <p:cNvPr id="211" name="Google Shape;211;p3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12" name="Google Shape;212;p32"/>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213" name="Google Shape;213;p32"/>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14" name="Google Shape;214;p32"/>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15" name="Google Shape;215;p3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16" name="Google Shape;216;p3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17" name="Google Shape;217;p32"/>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218" name="Google Shape;218;p3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19" name="Google Shape;219;p3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220" name="Shape 220"/>
        <p:cNvGrpSpPr/>
        <p:nvPr/>
      </p:nvGrpSpPr>
      <p:grpSpPr>
        <a:xfrm>
          <a:off x="0" y="0"/>
          <a:ext cx="0" cy="0"/>
          <a:chOff x="0" y="0"/>
          <a:chExt cx="0" cy="0"/>
        </a:xfrm>
      </p:grpSpPr>
      <p:pic>
        <p:nvPicPr>
          <p:cNvPr id="221" name="Google Shape;221;p33"/>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222" name="Google Shape;222;p3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223" name="Google Shape;223;p3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24" name="Google Shape;224;p33"/>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25" name="Google Shape;225;p3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26" name="Google Shape;226;p3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27" name="Google Shape;227;p33"/>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228" name="Google Shape;228;p3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29" name="Google Shape;229;p3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230" name="Shape 230"/>
        <p:cNvGrpSpPr/>
        <p:nvPr/>
      </p:nvGrpSpPr>
      <p:grpSpPr>
        <a:xfrm>
          <a:off x="0" y="0"/>
          <a:ext cx="0" cy="0"/>
          <a:chOff x="0" y="0"/>
          <a:chExt cx="0" cy="0"/>
        </a:xfrm>
      </p:grpSpPr>
      <p:pic>
        <p:nvPicPr>
          <p:cNvPr id="231" name="Google Shape;231;p3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32" name="Google Shape;232;p3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33" name="Google Shape;233;p34"/>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234" name="Google Shape;234;p34"/>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235" name="Google Shape;235;p34"/>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236" name="Google Shape;236;p34"/>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237" name="Shape 237"/>
        <p:cNvGrpSpPr/>
        <p:nvPr/>
      </p:nvGrpSpPr>
      <p:grpSpPr>
        <a:xfrm>
          <a:off x="0" y="0"/>
          <a:ext cx="0" cy="0"/>
          <a:chOff x="0" y="0"/>
          <a:chExt cx="0" cy="0"/>
        </a:xfrm>
      </p:grpSpPr>
      <p:pic>
        <p:nvPicPr>
          <p:cNvPr descr="Divider1.png" id="238" name="Google Shape;238;p35"/>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239" name="Google Shape;239;p35"/>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0" name="Google Shape;240;p3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241" name="Shape 241"/>
        <p:cNvGrpSpPr/>
        <p:nvPr/>
      </p:nvGrpSpPr>
      <p:grpSpPr>
        <a:xfrm>
          <a:off x="0" y="0"/>
          <a:ext cx="0" cy="0"/>
          <a:chOff x="0" y="0"/>
          <a:chExt cx="0" cy="0"/>
        </a:xfrm>
      </p:grpSpPr>
      <p:pic>
        <p:nvPicPr>
          <p:cNvPr id="242" name="Google Shape;242;p36"/>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243" name="Google Shape;243;p36"/>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244" name="Google Shape;244;p36"/>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6"/>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246" name="Shape 246"/>
        <p:cNvGrpSpPr/>
        <p:nvPr/>
      </p:nvGrpSpPr>
      <p:grpSpPr>
        <a:xfrm>
          <a:off x="0" y="0"/>
          <a:ext cx="0" cy="0"/>
          <a:chOff x="0" y="0"/>
          <a:chExt cx="0" cy="0"/>
        </a:xfrm>
      </p:grpSpPr>
      <p:pic>
        <p:nvPicPr>
          <p:cNvPr id="247" name="Google Shape;247;p37"/>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48" name="Shape 248"/>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249" name="Shape 249"/>
        <p:cNvGrpSpPr/>
        <p:nvPr/>
      </p:nvGrpSpPr>
      <p:grpSpPr>
        <a:xfrm>
          <a:off x="0" y="0"/>
          <a:ext cx="0" cy="0"/>
          <a:chOff x="0" y="0"/>
          <a:chExt cx="0" cy="0"/>
        </a:xfrm>
      </p:grpSpPr>
      <p:grpSp>
        <p:nvGrpSpPr>
          <p:cNvPr id="250" name="Google Shape;250;p39"/>
          <p:cNvGrpSpPr/>
          <p:nvPr/>
        </p:nvGrpSpPr>
        <p:grpSpPr>
          <a:xfrm>
            <a:off x="6262100" y="-3850"/>
            <a:ext cx="2886900" cy="485125"/>
            <a:chOff x="6262100" y="-3850"/>
            <a:chExt cx="2886900" cy="485125"/>
          </a:xfrm>
        </p:grpSpPr>
        <p:pic>
          <p:nvPicPr>
            <p:cNvPr descr="1.png" id="251" name="Google Shape;251;p39"/>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252" name="Google Shape;252;p39"/>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253" name="Google Shape;253;p39"/>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254" name="Google Shape;254;p39"/>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255" name="Google Shape;255;p3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56" name="Google Shape;256;p3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57" name="Google Shape;257;p39"/>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258" name="Google Shape;258;p39"/>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259" name="Google Shape;259;p39"/>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260" name="Google Shape;260;p39"/>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261" name="Google Shape;261;p39"/>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262" name="Google Shape;262;p39"/>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263" name="Google Shape;263;p39"/>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1">
  <p:cSld name="CUSTOM_6_3">
    <p:spTree>
      <p:nvGrpSpPr>
        <p:cNvPr id="264" name="Shape 264"/>
        <p:cNvGrpSpPr/>
        <p:nvPr/>
      </p:nvGrpSpPr>
      <p:grpSpPr>
        <a:xfrm>
          <a:off x="0" y="0"/>
          <a:ext cx="0" cy="0"/>
          <a:chOff x="0" y="0"/>
          <a:chExt cx="0" cy="0"/>
        </a:xfrm>
      </p:grpSpPr>
      <p:pic>
        <p:nvPicPr>
          <p:cNvPr id="265" name="Google Shape;265;p40"/>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66" name="Google Shape;266;p4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267" name="Google Shape;267;p4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68" name="Google Shape;268;p4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269" name="Google Shape;269;p40"/>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270" name="Google Shape;270;p40"/>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271" name="Google Shape;271;p40"/>
          <p:cNvSpPr txBox="1"/>
          <p:nvPr>
            <p:ph idx="1"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1">
  <p:cSld name="CUSTOM_6_2_1_1_1_2_1">
    <p:spTree>
      <p:nvGrpSpPr>
        <p:cNvPr id="272" name="Shape 272"/>
        <p:cNvGrpSpPr/>
        <p:nvPr/>
      </p:nvGrpSpPr>
      <p:grpSpPr>
        <a:xfrm>
          <a:off x="0" y="0"/>
          <a:ext cx="0" cy="0"/>
          <a:chOff x="0" y="0"/>
          <a:chExt cx="0" cy="0"/>
        </a:xfrm>
      </p:grpSpPr>
      <p:pic>
        <p:nvPicPr>
          <p:cNvPr id="273" name="Google Shape;273;p41"/>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74" name="Google Shape;274;p41"/>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275" name="Google Shape;275;p41"/>
          <p:cNvPicPr preferRelativeResize="0"/>
          <p:nvPr/>
        </p:nvPicPr>
        <p:blipFill>
          <a:blip r:embed="rId4">
            <a:alphaModFix/>
          </a:blip>
          <a:stretch>
            <a:fillRect/>
          </a:stretch>
        </p:blipFill>
        <p:spPr>
          <a:xfrm>
            <a:off x="452400" y="439975"/>
            <a:ext cx="654950" cy="654950"/>
          </a:xfrm>
          <a:prstGeom prst="rect">
            <a:avLst/>
          </a:prstGeom>
          <a:noFill/>
          <a:ln>
            <a:noFill/>
          </a:ln>
        </p:spPr>
      </p:pic>
      <p:pic>
        <p:nvPicPr>
          <p:cNvPr id="276" name="Google Shape;276;p4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77" name="Google Shape;277;p4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78" name="Google Shape;278;p41"/>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279" name="Google Shape;279;p4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80" name="Google Shape;280;p41"/>
          <p:cNvSpPr txBox="1"/>
          <p:nvPr>
            <p:ph idx="1"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284" name="Shape 284"/>
        <p:cNvGrpSpPr/>
        <p:nvPr/>
      </p:nvGrpSpPr>
      <p:grpSpPr>
        <a:xfrm>
          <a:off x="0" y="0"/>
          <a:ext cx="0" cy="0"/>
          <a:chOff x="0" y="0"/>
          <a:chExt cx="0" cy="0"/>
        </a:xfrm>
      </p:grpSpPr>
      <p:pic>
        <p:nvPicPr>
          <p:cNvPr id="285" name="Google Shape;285;p43"/>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86" name="Google Shape;286;p4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287" name="Shape 287"/>
        <p:cNvGrpSpPr/>
        <p:nvPr/>
      </p:nvGrpSpPr>
      <p:grpSpPr>
        <a:xfrm>
          <a:off x="0" y="0"/>
          <a:ext cx="0" cy="0"/>
          <a:chOff x="0" y="0"/>
          <a:chExt cx="0" cy="0"/>
        </a:xfrm>
      </p:grpSpPr>
      <p:pic>
        <p:nvPicPr>
          <p:cNvPr id="288" name="Google Shape;288;p44"/>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289" name="Google Shape;289;p44"/>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290" name="Google Shape;290;p4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91" name="Google Shape;291;p44"/>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292" name="Shape 292"/>
        <p:cNvGrpSpPr/>
        <p:nvPr/>
      </p:nvGrpSpPr>
      <p:grpSpPr>
        <a:xfrm>
          <a:off x="0" y="0"/>
          <a:ext cx="0" cy="0"/>
          <a:chOff x="0" y="0"/>
          <a:chExt cx="0" cy="0"/>
        </a:xfrm>
      </p:grpSpPr>
      <p:pic>
        <p:nvPicPr>
          <p:cNvPr descr="Divider4.png" id="293" name="Google Shape;293;p45"/>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294" name="Google Shape;294;p45"/>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295" name="Google Shape;295;p45"/>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296" name="Google Shape;296;p45"/>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297" name="Google Shape;297;p45"/>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298" name="Google Shape;298;p45"/>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299" name="Shape 299"/>
        <p:cNvGrpSpPr/>
        <p:nvPr/>
      </p:nvGrpSpPr>
      <p:grpSpPr>
        <a:xfrm>
          <a:off x="0" y="0"/>
          <a:ext cx="0" cy="0"/>
          <a:chOff x="0" y="0"/>
          <a:chExt cx="0" cy="0"/>
        </a:xfrm>
      </p:grpSpPr>
      <p:grpSp>
        <p:nvGrpSpPr>
          <p:cNvPr id="300" name="Google Shape;300;p46"/>
          <p:cNvGrpSpPr/>
          <p:nvPr/>
        </p:nvGrpSpPr>
        <p:grpSpPr>
          <a:xfrm rot="5400000">
            <a:off x="5719749" y="1629787"/>
            <a:ext cx="4964577" cy="1883925"/>
            <a:chOff x="4152224" y="1218499"/>
            <a:chExt cx="4964577" cy="1883925"/>
          </a:xfrm>
        </p:grpSpPr>
        <p:pic>
          <p:nvPicPr>
            <p:cNvPr id="301" name="Google Shape;301;p46"/>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302" name="Google Shape;302;p46"/>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303" name="Google Shape;303;p4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04" name="Google Shape;304;p4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05" name="Google Shape;305;p46"/>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rgbClr val="000000"/>
              </a:buClr>
              <a:buSzPts val="1100"/>
              <a:buFont typeface="Arial"/>
              <a:buNone/>
            </a:pPr>
            <a:r>
              <a:rPr b="1" lang="en" sz="2400">
                <a:solidFill>
                  <a:srgbClr val="000000"/>
                </a:solidFill>
                <a:latin typeface="Space Mono"/>
                <a:ea typeface="Space Mono"/>
                <a:cs typeface="Space Mono"/>
                <a:sym typeface="Space Mono"/>
              </a:rPr>
              <a:t>Agenda</a:t>
            </a:r>
            <a:endParaRPr b="1" sz="2400">
              <a:solidFill>
                <a:srgbClr val="05103E"/>
              </a:solidFill>
              <a:latin typeface="Space Mono"/>
              <a:ea typeface="Space Mono"/>
              <a:cs typeface="Space Mono"/>
              <a:sym typeface="Space Mono"/>
            </a:endParaRPr>
          </a:p>
        </p:txBody>
      </p:sp>
      <p:pic>
        <p:nvPicPr>
          <p:cNvPr id="306" name="Google Shape;306;p46"/>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307" name="Shape 307"/>
        <p:cNvGrpSpPr/>
        <p:nvPr/>
      </p:nvGrpSpPr>
      <p:grpSpPr>
        <a:xfrm>
          <a:off x="0" y="0"/>
          <a:ext cx="0" cy="0"/>
          <a:chOff x="0" y="0"/>
          <a:chExt cx="0" cy="0"/>
        </a:xfrm>
      </p:grpSpPr>
      <p:pic>
        <p:nvPicPr>
          <p:cNvPr id="308" name="Google Shape;308;p47"/>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309" name="Google Shape;309;p47"/>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310" name="Google Shape;310;p47"/>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11" name="Google Shape;311;p47"/>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12" name="Google Shape;312;p4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13" name="Google Shape;313;p4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314" name="Google Shape;314;p47"/>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315" name="Google Shape;315;p47"/>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316" name="Shape 316"/>
        <p:cNvGrpSpPr/>
        <p:nvPr/>
      </p:nvGrpSpPr>
      <p:grpSpPr>
        <a:xfrm>
          <a:off x="0" y="0"/>
          <a:ext cx="0" cy="0"/>
          <a:chOff x="0" y="0"/>
          <a:chExt cx="0" cy="0"/>
        </a:xfrm>
      </p:grpSpPr>
      <p:pic>
        <p:nvPicPr>
          <p:cNvPr id="317" name="Google Shape;317;p48"/>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318" name="Google Shape;318;p48"/>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319" name="Google Shape;319;p48"/>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320" name="Google Shape;320;p48"/>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321" name="Google Shape;321;p4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22" name="Google Shape;322;p4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23" name="Google Shape;323;p4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324" name="Shape 324"/>
        <p:cNvGrpSpPr/>
        <p:nvPr/>
      </p:nvGrpSpPr>
      <p:grpSpPr>
        <a:xfrm>
          <a:off x="0" y="0"/>
          <a:ext cx="0" cy="0"/>
          <a:chOff x="0" y="0"/>
          <a:chExt cx="0" cy="0"/>
        </a:xfrm>
      </p:grpSpPr>
      <p:pic>
        <p:nvPicPr>
          <p:cNvPr id="325" name="Google Shape;325;p49"/>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26" name="Google Shape;326;p49"/>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327" name="Google Shape;327;p49"/>
          <p:cNvGrpSpPr/>
          <p:nvPr/>
        </p:nvGrpSpPr>
        <p:grpSpPr>
          <a:xfrm>
            <a:off x="5709066" y="201260"/>
            <a:ext cx="2296623" cy="4424889"/>
            <a:chOff x="5598780" y="137712"/>
            <a:chExt cx="2577001" cy="4664652"/>
          </a:xfrm>
        </p:grpSpPr>
        <p:pic>
          <p:nvPicPr>
            <p:cNvPr id="328" name="Google Shape;328;p49"/>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329" name="Google Shape;329;p49"/>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0" name="Google Shape;330;p49"/>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31" name="Google Shape;331;p4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32" name="Google Shape;332;p4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33" name="Google Shape;333;p49"/>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334" name="Shape 334"/>
        <p:cNvGrpSpPr/>
        <p:nvPr/>
      </p:nvGrpSpPr>
      <p:grpSpPr>
        <a:xfrm>
          <a:off x="0" y="0"/>
          <a:ext cx="0" cy="0"/>
          <a:chOff x="0" y="0"/>
          <a:chExt cx="0" cy="0"/>
        </a:xfrm>
      </p:grpSpPr>
      <p:pic>
        <p:nvPicPr>
          <p:cNvPr id="335" name="Google Shape;335;p5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36" name="Google Shape;336;p5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37" name="Google Shape;337;p5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38" name="Google Shape;338;p5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39" name="Google Shape;339;p5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40" name="Google Shape;340;p50"/>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1" name="Google Shape;341;p50"/>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342" name="Shape 342"/>
        <p:cNvGrpSpPr/>
        <p:nvPr/>
      </p:nvGrpSpPr>
      <p:grpSpPr>
        <a:xfrm>
          <a:off x="0" y="0"/>
          <a:ext cx="0" cy="0"/>
          <a:chOff x="0" y="0"/>
          <a:chExt cx="0" cy="0"/>
        </a:xfrm>
      </p:grpSpPr>
      <p:pic>
        <p:nvPicPr>
          <p:cNvPr id="343" name="Google Shape;343;p51"/>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344" name="Google Shape;344;p51"/>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45" name="Google Shape;345;p51"/>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46" name="Google Shape;346;p5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47" name="Google Shape;347;p5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348" name="Google Shape;348;p51"/>
          <p:cNvGrpSpPr/>
          <p:nvPr/>
        </p:nvGrpSpPr>
        <p:grpSpPr>
          <a:xfrm>
            <a:off x="4344100" y="398125"/>
            <a:ext cx="4546500" cy="4222800"/>
            <a:chOff x="4344100" y="398125"/>
            <a:chExt cx="4546500" cy="4222800"/>
          </a:xfrm>
        </p:grpSpPr>
        <p:sp>
          <p:nvSpPr>
            <p:cNvPr id="349" name="Google Shape;349;p51"/>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0" name="Google Shape;350;p51"/>
            <p:cNvGrpSpPr/>
            <p:nvPr/>
          </p:nvGrpSpPr>
          <p:grpSpPr>
            <a:xfrm>
              <a:off x="4445450" y="524200"/>
              <a:ext cx="399495" cy="101100"/>
              <a:chOff x="4445450" y="524200"/>
              <a:chExt cx="399495" cy="101100"/>
            </a:xfrm>
          </p:grpSpPr>
          <p:sp>
            <p:nvSpPr>
              <p:cNvPr id="351" name="Google Shape;351;p51"/>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51"/>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51"/>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4" name="Google Shape;354;p51"/>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355" name="Shape 355"/>
        <p:cNvGrpSpPr/>
        <p:nvPr/>
      </p:nvGrpSpPr>
      <p:grpSpPr>
        <a:xfrm>
          <a:off x="0" y="0"/>
          <a:ext cx="0" cy="0"/>
          <a:chOff x="0" y="0"/>
          <a:chExt cx="0" cy="0"/>
        </a:xfrm>
      </p:grpSpPr>
      <p:pic>
        <p:nvPicPr>
          <p:cNvPr id="356" name="Google Shape;356;p52"/>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57" name="Google Shape;357;p52"/>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58" name="Google Shape;358;p52"/>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59" name="Google Shape;359;p5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60" name="Google Shape;360;p5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361" name="Shape 361"/>
        <p:cNvGrpSpPr/>
        <p:nvPr/>
      </p:nvGrpSpPr>
      <p:grpSpPr>
        <a:xfrm>
          <a:off x="0" y="0"/>
          <a:ext cx="0" cy="0"/>
          <a:chOff x="0" y="0"/>
          <a:chExt cx="0" cy="0"/>
        </a:xfrm>
      </p:grpSpPr>
      <p:pic>
        <p:nvPicPr>
          <p:cNvPr id="362" name="Google Shape;362;p53"/>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363" name="Google Shape;363;p53"/>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53"/>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365" name="Google Shape;365;p5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66" name="Google Shape;366;p5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67" name="Google Shape;367;p53"/>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68" name="Google Shape;368;p53"/>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369" name="Google Shape;369;p53"/>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370" name="Shape 370"/>
        <p:cNvGrpSpPr/>
        <p:nvPr/>
      </p:nvGrpSpPr>
      <p:grpSpPr>
        <a:xfrm>
          <a:off x="0" y="0"/>
          <a:ext cx="0" cy="0"/>
          <a:chOff x="0" y="0"/>
          <a:chExt cx="0" cy="0"/>
        </a:xfrm>
      </p:grpSpPr>
      <p:pic>
        <p:nvPicPr>
          <p:cNvPr id="371" name="Google Shape;371;p54"/>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372" name="Google Shape;372;p54"/>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373" name="Google Shape;373;p54"/>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74" name="Google Shape;374;p5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75" name="Google Shape;375;p5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76" name="Google Shape;376;p5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377" name="Google Shape;377;p5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78" name="Google Shape;378;p5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79" name="Google Shape;379;p54"/>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380" name="Shape 380"/>
        <p:cNvGrpSpPr/>
        <p:nvPr/>
      </p:nvGrpSpPr>
      <p:grpSpPr>
        <a:xfrm>
          <a:off x="0" y="0"/>
          <a:ext cx="0" cy="0"/>
          <a:chOff x="0" y="0"/>
          <a:chExt cx="0" cy="0"/>
        </a:xfrm>
      </p:grpSpPr>
      <p:pic>
        <p:nvPicPr>
          <p:cNvPr id="381" name="Google Shape;381;p55"/>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382" name="Google Shape;382;p55"/>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383" name="Google Shape;383;p55"/>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84" name="Google Shape;384;p5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85" name="Google Shape;385;p5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386" name="Google Shape;386;p55"/>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387" name="Google Shape;387;p5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388" name="Google Shape;388;p55"/>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389" name="Shape 389"/>
        <p:cNvGrpSpPr/>
        <p:nvPr/>
      </p:nvGrpSpPr>
      <p:grpSpPr>
        <a:xfrm>
          <a:off x="0" y="0"/>
          <a:ext cx="0" cy="0"/>
          <a:chOff x="0" y="0"/>
          <a:chExt cx="0" cy="0"/>
        </a:xfrm>
      </p:grpSpPr>
      <p:pic>
        <p:nvPicPr>
          <p:cNvPr id="390" name="Google Shape;390;p56"/>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391" name="Google Shape;391;p56"/>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392" name="Google Shape;392;p56"/>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393" name="Google Shape;393;p56"/>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94" name="Google Shape;394;p5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95" name="Google Shape;395;p5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96" name="Google Shape;396;p5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397" name="Google Shape;397;p5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98" name="Google Shape;398;p5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399" name="Shape 399"/>
        <p:cNvGrpSpPr/>
        <p:nvPr/>
      </p:nvGrpSpPr>
      <p:grpSpPr>
        <a:xfrm>
          <a:off x="0" y="0"/>
          <a:ext cx="0" cy="0"/>
          <a:chOff x="0" y="0"/>
          <a:chExt cx="0" cy="0"/>
        </a:xfrm>
      </p:grpSpPr>
      <p:pic>
        <p:nvPicPr>
          <p:cNvPr id="400" name="Google Shape;400;p57"/>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401" name="Google Shape;401;p57"/>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402" name="Google Shape;402;p57"/>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403" name="Google Shape;403;p57"/>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04" name="Google Shape;404;p5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05" name="Google Shape;405;p5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06" name="Google Shape;406;p5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407" name="Google Shape;407;p5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08" name="Google Shape;408;p5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409" name="Shape 409"/>
        <p:cNvGrpSpPr/>
        <p:nvPr/>
      </p:nvGrpSpPr>
      <p:grpSpPr>
        <a:xfrm>
          <a:off x="0" y="0"/>
          <a:ext cx="0" cy="0"/>
          <a:chOff x="0" y="0"/>
          <a:chExt cx="0" cy="0"/>
        </a:xfrm>
      </p:grpSpPr>
      <p:pic>
        <p:nvPicPr>
          <p:cNvPr id="410" name="Google Shape;410;p58"/>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411" name="Google Shape;411;p58"/>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412" name="Google Shape;412;p58"/>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13" name="Google Shape;413;p58"/>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14" name="Google Shape;414;p5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15" name="Google Shape;415;p5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16" name="Google Shape;416;p5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417" name="Google Shape;417;p5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18" name="Google Shape;418;p58"/>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419" name="Shape 419"/>
        <p:cNvGrpSpPr/>
        <p:nvPr/>
      </p:nvGrpSpPr>
      <p:grpSpPr>
        <a:xfrm>
          <a:off x="0" y="0"/>
          <a:ext cx="0" cy="0"/>
          <a:chOff x="0" y="0"/>
          <a:chExt cx="0" cy="0"/>
        </a:xfrm>
      </p:grpSpPr>
      <p:pic>
        <p:nvPicPr>
          <p:cNvPr id="420" name="Google Shape;420;p59"/>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421" name="Google Shape;421;p59"/>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422" name="Google Shape;422;p5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23" name="Google Shape;423;p59"/>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24" name="Google Shape;424;p5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25" name="Google Shape;425;p5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26" name="Google Shape;426;p5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427" name="Google Shape;427;p5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28" name="Google Shape;428;p5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429" name="Shape 429"/>
        <p:cNvGrpSpPr/>
        <p:nvPr/>
      </p:nvGrpSpPr>
      <p:grpSpPr>
        <a:xfrm>
          <a:off x="0" y="0"/>
          <a:ext cx="0" cy="0"/>
          <a:chOff x="0" y="0"/>
          <a:chExt cx="0" cy="0"/>
        </a:xfrm>
      </p:grpSpPr>
      <p:pic>
        <p:nvPicPr>
          <p:cNvPr id="430" name="Google Shape;430;p60"/>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431" name="Google Shape;431;p60"/>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432" name="Google Shape;432;p60"/>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33" name="Google Shape;433;p6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34" name="Google Shape;434;p6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35" name="Google Shape;435;p60"/>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60"/>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437" name="Google Shape;437;p60"/>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38" name="Google Shape;438;p60"/>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439" name="Google Shape;439;p60"/>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440" name="Shape 440"/>
        <p:cNvGrpSpPr/>
        <p:nvPr/>
      </p:nvGrpSpPr>
      <p:grpSpPr>
        <a:xfrm>
          <a:off x="0" y="0"/>
          <a:ext cx="0" cy="0"/>
          <a:chOff x="0" y="0"/>
          <a:chExt cx="0" cy="0"/>
        </a:xfrm>
      </p:grpSpPr>
      <p:pic>
        <p:nvPicPr>
          <p:cNvPr id="441" name="Google Shape;441;p61"/>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42" name="Google Shape;442;p61"/>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443" name="Google Shape;443;p61"/>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44" name="Google Shape;444;p61"/>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45" name="Google Shape;445;p6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46" name="Google Shape;446;p6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47" name="Google Shape;447;p61"/>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448" name="Google Shape;448;p6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49" name="Google Shape;449;p6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450" name="Shape 450"/>
        <p:cNvGrpSpPr/>
        <p:nvPr/>
      </p:nvGrpSpPr>
      <p:grpSpPr>
        <a:xfrm>
          <a:off x="0" y="0"/>
          <a:ext cx="0" cy="0"/>
          <a:chOff x="0" y="0"/>
          <a:chExt cx="0" cy="0"/>
        </a:xfrm>
      </p:grpSpPr>
      <p:pic>
        <p:nvPicPr>
          <p:cNvPr id="451" name="Google Shape;451;p6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52" name="Google Shape;452;p62"/>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453" name="Google Shape;453;p6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54" name="Google Shape;454;p6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55" name="Google Shape;455;p62"/>
          <p:cNvSpPr txBox="1"/>
          <p:nvPr/>
        </p:nvSpPr>
        <p:spPr>
          <a:xfrm>
            <a:off x="565375" y="333100"/>
            <a:ext cx="5005800" cy="408000"/>
          </a:xfrm>
          <a:prstGeom prst="rect">
            <a:avLst/>
          </a:prstGeom>
          <a:noFill/>
          <a:ln>
            <a:noFill/>
          </a:ln>
        </p:spPr>
        <p:txBody>
          <a:bodyPr anchorCtr="0" anchor="t" bIns="19050" lIns="19050" spcFirstLastPara="1" rIns="19050" wrap="square" tIns="19050">
            <a:sp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456" name="Google Shape;456;p62"/>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457" name="Shape 457"/>
        <p:cNvGrpSpPr/>
        <p:nvPr/>
      </p:nvGrpSpPr>
      <p:grpSpPr>
        <a:xfrm>
          <a:off x="0" y="0"/>
          <a:ext cx="0" cy="0"/>
          <a:chOff x="0" y="0"/>
          <a:chExt cx="0" cy="0"/>
        </a:xfrm>
      </p:grpSpPr>
      <p:pic>
        <p:nvPicPr>
          <p:cNvPr id="458" name="Google Shape;458;p63"/>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459" name="Google Shape;459;p6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460" name="Google Shape;460;p6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61" name="Google Shape;461;p63"/>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62" name="Google Shape;462;p6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63" name="Google Shape;463;p6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64" name="Google Shape;464;p63"/>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465" name="Google Shape;465;p6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66" name="Google Shape;466;p6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467" name="Shape 467"/>
        <p:cNvGrpSpPr/>
        <p:nvPr/>
      </p:nvGrpSpPr>
      <p:grpSpPr>
        <a:xfrm>
          <a:off x="0" y="0"/>
          <a:ext cx="0" cy="0"/>
          <a:chOff x="0" y="0"/>
          <a:chExt cx="0" cy="0"/>
        </a:xfrm>
      </p:grpSpPr>
      <p:pic>
        <p:nvPicPr>
          <p:cNvPr id="468" name="Google Shape;468;p6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469" name="Google Shape;469;p6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70" name="Google Shape;470;p64"/>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471" name="Google Shape;471;p64"/>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472" name="Google Shape;472;p64"/>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473" name="Google Shape;473;p64"/>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474" name="Shape 474"/>
        <p:cNvGrpSpPr/>
        <p:nvPr/>
      </p:nvGrpSpPr>
      <p:grpSpPr>
        <a:xfrm>
          <a:off x="0" y="0"/>
          <a:ext cx="0" cy="0"/>
          <a:chOff x="0" y="0"/>
          <a:chExt cx="0" cy="0"/>
        </a:xfrm>
      </p:grpSpPr>
      <p:pic>
        <p:nvPicPr>
          <p:cNvPr descr="Divider1.png" id="475" name="Google Shape;475;p65"/>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476" name="Google Shape;476;p65"/>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77" name="Google Shape;477;p6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478" name="Shape 478"/>
        <p:cNvGrpSpPr/>
        <p:nvPr/>
      </p:nvGrpSpPr>
      <p:grpSpPr>
        <a:xfrm>
          <a:off x="0" y="0"/>
          <a:ext cx="0" cy="0"/>
          <a:chOff x="0" y="0"/>
          <a:chExt cx="0" cy="0"/>
        </a:xfrm>
      </p:grpSpPr>
      <p:pic>
        <p:nvPicPr>
          <p:cNvPr id="479" name="Google Shape;479;p66"/>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480" name="Google Shape;480;p66"/>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481" name="Google Shape;481;p66"/>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66"/>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483" name="Shape 483"/>
        <p:cNvGrpSpPr/>
        <p:nvPr/>
      </p:nvGrpSpPr>
      <p:grpSpPr>
        <a:xfrm>
          <a:off x="0" y="0"/>
          <a:ext cx="0" cy="0"/>
          <a:chOff x="0" y="0"/>
          <a:chExt cx="0" cy="0"/>
        </a:xfrm>
      </p:grpSpPr>
      <p:pic>
        <p:nvPicPr>
          <p:cNvPr id="484" name="Google Shape;484;p67"/>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485" name="Shape 485"/>
        <p:cNvGrpSpPr/>
        <p:nvPr/>
      </p:nvGrpSpPr>
      <p:grpSpPr>
        <a:xfrm>
          <a:off x="0" y="0"/>
          <a:ext cx="0" cy="0"/>
          <a:chOff x="0" y="0"/>
          <a:chExt cx="0" cy="0"/>
        </a:xfrm>
      </p:grpSpPr>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486" name="Shape 486"/>
        <p:cNvGrpSpPr/>
        <p:nvPr/>
      </p:nvGrpSpPr>
      <p:grpSpPr>
        <a:xfrm>
          <a:off x="0" y="0"/>
          <a:ext cx="0" cy="0"/>
          <a:chOff x="0" y="0"/>
          <a:chExt cx="0" cy="0"/>
        </a:xfrm>
      </p:grpSpPr>
      <p:grpSp>
        <p:nvGrpSpPr>
          <p:cNvPr id="487" name="Google Shape;487;p69"/>
          <p:cNvGrpSpPr/>
          <p:nvPr/>
        </p:nvGrpSpPr>
        <p:grpSpPr>
          <a:xfrm>
            <a:off x="6262100" y="-3850"/>
            <a:ext cx="2886900" cy="485125"/>
            <a:chOff x="6262100" y="-3850"/>
            <a:chExt cx="2886900" cy="485125"/>
          </a:xfrm>
        </p:grpSpPr>
        <p:pic>
          <p:nvPicPr>
            <p:cNvPr descr="1.png" id="488" name="Google Shape;488;p69"/>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489" name="Google Shape;489;p69"/>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490" name="Google Shape;490;p69"/>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491" name="Google Shape;491;p69"/>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492" name="Google Shape;492;p6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93" name="Google Shape;493;p6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94" name="Google Shape;494;p69"/>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495" name="Google Shape;495;p69"/>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496" name="Google Shape;496;p69"/>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497" name="Google Shape;497;p69"/>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498" name="Google Shape;498;p69"/>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499" name="Google Shape;499;p69"/>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500" name="Google Shape;500;p69"/>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504" name="Shape 504"/>
        <p:cNvGrpSpPr/>
        <p:nvPr/>
      </p:nvGrpSpPr>
      <p:grpSpPr>
        <a:xfrm>
          <a:off x="0" y="0"/>
          <a:ext cx="0" cy="0"/>
          <a:chOff x="0" y="0"/>
          <a:chExt cx="0" cy="0"/>
        </a:xfrm>
      </p:grpSpPr>
      <p:pic>
        <p:nvPicPr>
          <p:cNvPr id="505" name="Google Shape;505;p71"/>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06" name="Google Shape;506;p7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507" name="Shape 507"/>
        <p:cNvGrpSpPr/>
        <p:nvPr/>
      </p:nvGrpSpPr>
      <p:grpSpPr>
        <a:xfrm>
          <a:off x="0" y="0"/>
          <a:ext cx="0" cy="0"/>
          <a:chOff x="0" y="0"/>
          <a:chExt cx="0" cy="0"/>
        </a:xfrm>
      </p:grpSpPr>
      <p:pic>
        <p:nvPicPr>
          <p:cNvPr id="508" name="Google Shape;508;p72"/>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509" name="Google Shape;509;p72"/>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510" name="Google Shape;510;p7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11" name="Google Shape;511;p72"/>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512" name="Shape 512"/>
        <p:cNvGrpSpPr/>
        <p:nvPr/>
      </p:nvGrpSpPr>
      <p:grpSpPr>
        <a:xfrm>
          <a:off x="0" y="0"/>
          <a:ext cx="0" cy="0"/>
          <a:chOff x="0" y="0"/>
          <a:chExt cx="0" cy="0"/>
        </a:xfrm>
      </p:grpSpPr>
      <p:pic>
        <p:nvPicPr>
          <p:cNvPr descr="Divider4.png" id="513" name="Google Shape;513;p73"/>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514" name="Google Shape;514;p73"/>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515" name="Google Shape;515;p73"/>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516" name="Google Shape;516;p73"/>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517" name="Google Shape;517;p73"/>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518" name="Google Shape;518;p73"/>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519" name="Shape 519"/>
        <p:cNvGrpSpPr/>
        <p:nvPr/>
      </p:nvGrpSpPr>
      <p:grpSpPr>
        <a:xfrm>
          <a:off x="0" y="0"/>
          <a:ext cx="0" cy="0"/>
          <a:chOff x="0" y="0"/>
          <a:chExt cx="0" cy="0"/>
        </a:xfrm>
      </p:grpSpPr>
      <p:sp>
        <p:nvSpPr>
          <p:cNvPr id="520" name="Google Shape;520;p74"/>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521" name="Google Shape;521;p74"/>
          <p:cNvGrpSpPr/>
          <p:nvPr/>
        </p:nvGrpSpPr>
        <p:grpSpPr>
          <a:xfrm rot="5400000">
            <a:off x="5719749" y="1629787"/>
            <a:ext cx="4964577" cy="1883925"/>
            <a:chOff x="4152224" y="1218499"/>
            <a:chExt cx="4964577" cy="1883925"/>
          </a:xfrm>
        </p:grpSpPr>
        <p:pic>
          <p:nvPicPr>
            <p:cNvPr id="522" name="Google Shape;522;p74"/>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523" name="Google Shape;523;p74"/>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524" name="Google Shape;524;p7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25" name="Google Shape;525;p7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526" name="Shape 526"/>
        <p:cNvGrpSpPr/>
        <p:nvPr/>
      </p:nvGrpSpPr>
      <p:grpSpPr>
        <a:xfrm>
          <a:off x="0" y="0"/>
          <a:ext cx="0" cy="0"/>
          <a:chOff x="0" y="0"/>
          <a:chExt cx="0" cy="0"/>
        </a:xfrm>
      </p:grpSpPr>
      <p:pic>
        <p:nvPicPr>
          <p:cNvPr id="527" name="Google Shape;527;p75"/>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28" name="Google Shape;528;p75"/>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529" name="Google Shape;529;p7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30" name="Google Shape;530;p75"/>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31" name="Google Shape;531;p7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32" name="Google Shape;532;p7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33" name="Google Shape;533;p75"/>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534" name="Google Shape;534;p75"/>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535" name="Shape 535"/>
        <p:cNvGrpSpPr/>
        <p:nvPr/>
      </p:nvGrpSpPr>
      <p:grpSpPr>
        <a:xfrm>
          <a:off x="0" y="0"/>
          <a:ext cx="0" cy="0"/>
          <a:chOff x="0" y="0"/>
          <a:chExt cx="0" cy="0"/>
        </a:xfrm>
      </p:grpSpPr>
      <p:pic>
        <p:nvPicPr>
          <p:cNvPr id="536" name="Google Shape;536;p76"/>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37" name="Google Shape;537;p76"/>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538" name="Google Shape;538;p76"/>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539" name="Google Shape;539;p76"/>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540" name="Google Shape;540;p7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41" name="Google Shape;541;p7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42" name="Google Shape;542;p7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543" name="Shape 543"/>
        <p:cNvGrpSpPr/>
        <p:nvPr/>
      </p:nvGrpSpPr>
      <p:grpSpPr>
        <a:xfrm>
          <a:off x="0" y="0"/>
          <a:ext cx="0" cy="0"/>
          <a:chOff x="0" y="0"/>
          <a:chExt cx="0" cy="0"/>
        </a:xfrm>
      </p:grpSpPr>
      <p:pic>
        <p:nvPicPr>
          <p:cNvPr id="544" name="Google Shape;544;p7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45" name="Google Shape;545;p7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546" name="Google Shape;546;p77"/>
          <p:cNvGrpSpPr/>
          <p:nvPr/>
        </p:nvGrpSpPr>
        <p:grpSpPr>
          <a:xfrm>
            <a:off x="5709066" y="201260"/>
            <a:ext cx="2296623" cy="4424889"/>
            <a:chOff x="5598780" y="137712"/>
            <a:chExt cx="2577001" cy="4664652"/>
          </a:xfrm>
        </p:grpSpPr>
        <p:pic>
          <p:nvPicPr>
            <p:cNvPr id="547" name="Google Shape;547;p77"/>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548" name="Google Shape;548;p77"/>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9" name="Google Shape;549;p7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50" name="Google Shape;550;p7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51" name="Google Shape;551;p7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52" name="Google Shape;552;p77"/>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553" name="Shape 553"/>
        <p:cNvGrpSpPr/>
        <p:nvPr/>
      </p:nvGrpSpPr>
      <p:grpSpPr>
        <a:xfrm>
          <a:off x="0" y="0"/>
          <a:ext cx="0" cy="0"/>
          <a:chOff x="0" y="0"/>
          <a:chExt cx="0" cy="0"/>
        </a:xfrm>
      </p:grpSpPr>
      <p:pic>
        <p:nvPicPr>
          <p:cNvPr id="554" name="Google Shape;554;p7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55" name="Google Shape;555;p7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56" name="Google Shape;556;p7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57" name="Google Shape;557;p7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58" name="Google Shape;558;p7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59" name="Google Shape;559;p78"/>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0" name="Google Shape;560;p78"/>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561" name="Shape 561"/>
        <p:cNvGrpSpPr/>
        <p:nvPr/>
      </p:nvGrpSpPr>
      <p:grpSpPr>
        <a:xfrm>
          <a:off x="0" y="0"/>
          <a:ext cx="0" cy="0"/>
          <a:chOff x="0" y="0"/>
          <a:chExt cx="0" cy="0"/>
        </a:xfrm>
      </p:grpSpPr>
      <p:pic>
        <p:nvPicPr>
          <p:cNvPr id="562" name="Google Shape;562;p79"/>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563" name="Google Shape;563;p79"/>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64" name="Google Shape;564;p79"/>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65" name="Google Shape;565;p7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66" name="Google Shape;566;p7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567" name="Google Shape;567;p79"/>
          <p:cNvGrpSpPr/>
          <p:nvPr/>
        </p:nvGrpSpPr>
        <p:grpSpPr>
          <a:xfrm>
            <a:off x="4344100" y="398125"/>
            <a:ext cx="4546500" cy="4222800"/>
            <a:chOff x="4344100" y="398125"/>
            <a:chExt cx="4546500" cy="4222800"/>
          </a:xfrm>
        </p:grpSpPr>
        <p:sp>
          <p:nvSpPr>
            <p:cNvPr id="568" name="Google Shape;568;p79"/>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9" name="Google Shape;569;p79"/>
            <p:cNvGrpSpPr/>
            <p:nvPr/>
          </p:nvGrpSpPr>
          <p:grpSpPr>
            <a:xfrm>
              <a:off x="4445450" y="524200"/>
              <a:ext cx="399495" cy="101100"/>
              <a:chOff x="4445450" y="524200"/>
              <a:chExt cx="399495" cy="101100"/>
            </a:xfrm>
          </p:grpSpPr>
          <p:sp>
            <p:nvSpPr>
              <p:cNvPr id="570" name="Google Shape;570;p79"/>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79"/>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79"/>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3" name="Google Shape;573;p79"/>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574" name="Shape 574"/>
        <p:cNvGrpSpPr/>
        <p:nvPr/>
      </p:nvGrpSpPr>
      <p:grpSpPr>
        <a:xfrm>
          <a:off x="0" y="0"/>
          <a:ext cx="0" cy="0"/>
          <a:chOff x="0" y="0"/>
          <a:chExt cx="0" cy="0"/>
        </a:xfrm>
      </p:grpSpPr>
      <p:pic>
        <p:nvPicPr>
          <p:cNvPr id="575" name="Google Shape;575;p8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76" name="Google Shape;576;p8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77" name="Google Shape;577;p8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78" name="Google Shape;578;p8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79" name="Google Shape;579;p8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580" name="Shape 580"/>
        <p:cNvGrpSpPr/>
        <p:nvPr/>
      </p:nvGrpSpPr>
      <p:grpSpPr>
        <a:xfrm>
          <a:off x="0" y="0"/>
          <a:ext cx="0" cy="0"/>
          <a:chOff x="0" y="0"/>
          <a:chExt cx="0" cy="0"/>
        </a:xfrm>
      </p:grpSpPr>
      <p:pic>
        <p:nvPicPr>
          <p:cNvPr id="581" name="Google Shape;581;p81"/>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582" name="Google Shape;582;p81"/>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81"/>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584" name="Google Shape;584;p8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85" name="Google Shape;585;p8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86" name="Google Shape;586;p81"/>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87" name="Google Shape;587;p81"/>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588" name="Google Shape;588;p81"/>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ython Code Block">
  <p:cSld name="CUSTOM_7_1_1">
    <p:spTree>
      <p:nvGrpSpPr>
        <p:cNvPr id="589" name="Shape 589"/>
        <p:cNvGrpSpPr/>
        <p:nvPr/>
      </p:nvGrpSpPr>
      <p:grpSpPr>
        <a:xfrm>
          <a:off x="0" y="0"/>
          <a:ext cx="0" cy="0"/>
          <a:chOff x="0" y="0"/>
          <a:chExt cx="0" cy="0"/>
        </a:xfrm>
      </p:grpSpPr>
      <p:pic>
        <p:nvPicPr>
          <p:cNvPr id="590" name="Google Shape;590;p82"/>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591" name="Google Shape;591;p82"/>
          <p:cNvSpPr/>
          <p:nvPr/>
        </p:nvSpPr>
        <p:spPr>
          <a:xfrm>
            <a:off x="4385200" y="156475"/>
            <a:ext cx="4554600" cy="46386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82"/>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593" name="Google Shape;593;p8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94" name="Google Shape;594;p8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95" name="Google Shape;595;p82"/>
          <p:cNvSpPr txBox="1"/>
          <p:nvPr>
            <p:ph type="title"/>
          </p:nvPr>
        </p:nvSpPr>
        <p:spPr>
          <a:xfrm>
            <a:off x="452400" y="1564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96" name="Google Shape;596;p82"/>
          <p:cNvSpPr txBox="1"/>
          <p:nvPr>
            <p:ph idx="1" type="body"/>
          </p:nvPr>
        </p:nvSpPr>
        <p:spPr>
          <a:xfrm>
            <a:off x="452400" y="646350"/>
            <a:ext cx="3701100" cy="39747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597" name="Google Shape;597;p82"/>
          <p:cNvSpPr txBox="1"/>
          <p:nvPr>
            <p:ph idx="2" type="subTitle"/>
          </p:nvPr>
        </p:nvSpPr>
        <p:spPr>
          <a:xfrm>
            <a:off x="4511175" y="646350"/>
            <a:ext cx="4367400" cy="3853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2pPr>
            <a:lvl3pPr lvl="2">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3pPr>
            <a:lvl4pPr lvl="3">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4pPr>
            <a:lvl5pPr lvl="4">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5pPr>
            <a:lvl6pPr lvl="5">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6pPr>
            <a:lvl7pPr lvl="6">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7pPr>
            <a:lvl8pPr lvl="7">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8pPr>
            <a:lvl9pPr lvl="8">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9pPr>
          </a:lstStyle>
          <a:p/>
        </p:txBody>
      </p:sp>
      <p:sp>
        <p:nvSpPr>
          <p:cNvPr id="598" name="Google Shape;598;p82"/>
          <p:cNvSpPr txBox="1"/>
          <p:nvPr/>
        </p:nvSpPr>
        <p:spPr>
          <a:xfrm>
            <a:off x="5023125" y="227125"/>
            <a:ext cx="3520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latin typeface="Space Mono"/>
                <a:ea typeface="Space Mono"/>
                <a:cs typeface="Space Mono"/>
                <a:sym typeface="Space Mono"/>
              </a:rPr>
              <a:t>Python</a:t>
            </a:r>
            <a:endParaRPr b="1" sz="1900">
              <a:latin typeface="Space Mono"/>
              <a:ea typeface="Space Mono"/>
              <a:cs typeface="Space Mono"/>
              <a:sym typeface="Space Mono"/>
            </a:endParaRPr>
          </a:p>
        </p:txBody>
      </p:sp>
      <p:pic>
        <p:nvPicPr>
          <p:cNvPr descr="Snake " id="599" name="Google Shape;599;p82" title="Snake "/>
          <p:cNvPicPr preferRelativeResize="0"/>
          <p:nvPr/>
        </p:nvPicPr>
        <p:blipFill>
          <a:blip r:embed="rId4">
            <a:alphaModFix/>
          </a:blip>
          <a:stretch>
            <a:fillRect/>
          </a:stretch>
        </p:blipFill>
        <p:spPr>
          <a:xfrm>
            <a:off x="4511175" y="227125"/>
            <a:ext cx="431100" cy="431100"/>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ava Code Block 1">
  <p:cSld name="CUSTOM_7_1_1_1">
    <p:spTree>
      <p:nvGrpSpPr>
        <p:cNvPr id="600" name="Shape 600"/>
        <p:cNvGrpSpPr/>
        <p:nvPr/>
      </p:nvGrpSpPr>
      <p:grpSpPr>
        <a:xfrm>
          <a:off x="0" y="0"/>
          <a:ext cx="0" cy="0"/>
          <a:chOff x="0" y="0"/>
          <a:chExt cx="0" cy="0"/>
        </a:xfrm>
      </p:grpSpPr>
      <p:pic>
        <p:nvPicPr>
          <p:cNvPr id="601" name="Google Shape;601;p83"/>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602" name="Google Shape;602;p83"/>
          <p:cNvSpPr/>
          <p:nvPr/>
        </p:nvSpPr>
        <p:spPr>
          <a:xfrm>
            <a:off x="4385200" y="156475"/>
            <a:ext cx="4554600" cy="46386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83"/>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604" name="Google Shape;604;p8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605" name="Google Shape;605;p8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6" name="Google Shape;606;p83"/>
          <p:cNvSpPr txBox="1"/>
          <p:nvPr>
            <p:ph type="title"/>
          </p:nvPr>
        </p:nvSpPr>
        <p:spPr>
          <a:xfrm>
            <a:off x="452400" y="1564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607" name="Google Shape;607;p83"/>
          <p:cNvSpPr txBox="1"/>
          <p:nvPr>
            <p:ph idx="1" type="body"/>
          </p:nvPr>
        </p:nvSpPr>
        <p:spPr>
          <a:xfrm>
            <a:off x="452400" y="646350"/>
            <a:ext cx="3701100" cy="39747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608" name="Google Shape;608;p83"/>
          <p:cNvSpPr txBox="1"/>
          <p:nvPr>
            <p:ph idx="2" type="subTitle"/>
          </p:nvPr>
        </p:nvSpPr>
        <p:spPr>
          <a:xfrm>
            <a:off x="4511175" y="646350"/>
            <a:ext cx="4367400" cy="3853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2pPr>
            <a:lvl3pPr lvl="2">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3pPr>
            <a:lvl4pPr lvl="3">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4pPr>
            <a:lvl5pPr lvl="4">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5pPr>
            <a:lvl6pPr lvl="5">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6pPr>
            <a:lvl7pPr lvl="6">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7pPr>
            <a:lvl8pPr lvl="7">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8pPr>
            <a:lvl9pPr lvl="8">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9pPr>
          </a:lstStyle>
          <a:p/>
        </p:txBody>
      </p:sp>
      <p:sp>
        <p:nvSpPr>
          <p:cNvPr id="609" name="Google Shape;609;p83"/>
          <p:cNvSpPr txBox="1"/>
          <p:nvPr/>
        </p:nvSpPr>
        <p:spPr>
          <a:xfrm>
            <a:off x="5023125" y="227125"/>
            <a:ext cx="3520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latin typeface="Space Mono"/>
                <a:ea typeface="Space Mono"/>
                <a:cs typeface="Space Mono"/>
                <a:sym typeface="Space Mono"/>
              </a:rPr>
              <a:t>Java</a:t>
            </a:r>
            <a:endParaRPr b="1" sz="1900">
              <a:latin typeface="Space Mono"/>
              <a:ea typeface="Space Mono"/>
              <a:cs typeface="Space Mono"/>
              <a:sym typeface="Space Mono"/>
            </a:endParaRPr>
          </a:p>
        </p:txBody>
      </p:sp>
      <p:pic>
        <p:nvPicPr>
          <p:cNvPr descr="Coffee cup " id="610" name="Google Shape;610;p83" title="Coffee cup "/>
          <p:cNvPicPr preferRelativeResize="0"/>
          <p:nvPr/>
        </p:nvPicPr>
        <p:blipFill>
          <a:blip r:embed="rId4">
            <a:alphaModFix/>
          </a:blip>
          <a:stretch>
            <a:fillRect/>
          </a:stretch>
        </p:blipFill>
        <p:spPr>
          <a:xfrm>
            <a:off x="4561425" y="234775"/>
            <a:ext cx="461700" cy="461700"/>
          </a:xfrm>
          <a:prstGeom prst="rect">
            <a:avLst/>
          </a:prstGeom>
          <a:noFill/>
          <a:ln>
            <a:noFill/>
          </a:ln>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611" name="Shape 611"/>
        <p:cNvGrpSpPr/>
        <p:nvPr/>
      </p:nvGrpSpPr>
      <p:grpSpPr>
        <a:xfrm>
          <a:off x="0" y="0"/>
          <a:ext cx="0" cy="0"/>
          <a:chOff x="0" y="0"/>
          <a:chExt cx="0" cy="0"/>
        </a:xfrm>
      </p:grpSpPr>
      <p:pic>
        <p:nvPicPr>
          <p:cNvPr id="612" name="Google Shape;612;p84"/>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613" name="Google Shape;613;p84"/>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614" name="Google Shape;614;p84"/>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15" name="Google Shape;615;p8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16" name="Google Shape;616;p8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17" name="Google Shape;617;p8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618" name="Google Shape;618;p8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19" name="Google Shape;619;p8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20" name="Google Shape;620;p84"/>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621" name="Shape 621"/>
        <p:cNvGrpSpPr/>
        <p:nvPr/>
      </p:nvGrpSpPr>
      <p:grpSpPr>
        <a:xfrm>
          <a:off x="0" y="0"/>
          <a:ext cx="0" cy="0"/>
          <a:chOff x="0" y="0"/>
          <a:chExt cx="0" cy="0"/>
        </a:xfrm>
      </p:grpSpPr>
      <p:pic>
        <p:nvPicPr>
          <p:cNvPr id="622" name="Google Shape;622;p85"/>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23" name="Google Shape;623;p85"/>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624" name="Google Shape;624;p8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25" name="Google Shape;625;p8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626" name="Google Shape;626;p85"/>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627" name="Google Shape;627;p8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628" name="Google Shape;628;p85"/>
          <p:cNvSpPr txBox="1"/>
          <p:nvPr>
            <p:ph idx="1"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629" name="Shape 629"/>
        <p:cNvGrpSpPr/>
        <p:nvPr/>
      </p:nvGrpSpPr>
      <p:grpSpPr>
        <a:xfrm>
          <a:off x="0" y="0"/>
          <a:ext cx="0" cy="0"/>
          <a:chOff x="0" y="0"/>
          <a:chExt cx="0" cy="0"/>
        </a:xfrm>
      </p:grpSpPr>
      <p:pic>
        <p:nvPicPr>
          <p:cNvPr id="630" name="Google Shape;630;p86"/>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631" name="Google Shape;631;p86"/>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32" name="Google Shape;632;p86"/>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33" name="Google Shape;633;p86"/>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34" name="Google Shape;634;p8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35" name="Google Shape;635;p8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36" name="Google Shape;636;p8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637" name="Google Shape;637;p8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38" name="Google Shape;638;p8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639" name="Shape 639"/>
        <p:cNvGrpSpPr/>
        <p:nvPr/>
      </p:nvGrpSpPr>
      <p:grpSpPr>
        <a:xfrm>
          <a:off x="0" y="0"/>
          <a:ext cx="0" cy="0"/>
          <a:chOff x="0" y="0"/>
          <a:chExt cx="0" cy="0"/>
        </a:xfrm>
      </p:grpSpPr>
      <p:pic>
        <p:nvPicPr>
          <p:cNvPr id="640" name="Google Shape;640;p87"/>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41" name="Google Shape;641;p87"/>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642" name="Google Shape;642;p87"/>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43" name="Google Shape;643;p87"/>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44" name="Google Shape;644;p8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45" name="Google Shape;645;p8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46" name="Google Shape;646;p8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647" name="Google Shape;647;p8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48" name="Google Shape;648;p8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649" name="Shape 649"/>
        <p:cNvGrpSpPr/>
        <p:nvPr/>
      </p:nvGrpSpPr>
      <p:grpSpPr>
        <a:xfrm>
          <a:off x="0" y="0"/>
          <a:ext cx="0" cy="0"/>
          <a:chOff x="0" y="0"/>
          <a:chExt cx="0" cy="0"/>
        </a:xfrm>
      </p:grpSpPr>
      <p:pic>
        <p:nvPicPr>
          <p:cNvPr id="650" name="Google Shape;650;p88"/>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651" name="Google Shape;651;p88"/>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52" name="Google Shape;652;p88"/>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53" name="Google Shape;653;p88"/>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54" name="Google Shape;654;p8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55" name="Google Shape;655;p8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56" name="Google Shape;656;p8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657" name="Google Shape;657;p8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58" name="Google Shape;658;p88"/>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659" name="Google Shape;659;p88"/>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660" name="Google Shape;660;p88"/>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661" name="Shape 661"/>
        <p:cNvGrpSpPr/>
        <p:nvPr/>
      </p:nvGrpSpPr>
      <p:grpSpPr>
        <a:xfrm>
          <a:off x="0" y="0"/>
          <a:ext cx="0" cy="0"/>
          <a:chOff x="0" y="0"/>
          <a:chExt cx="0" cy="0"/>
        </a:xfrm>
      </p:grpSpPr>
      <p:pic>
        <p:nvPicPr>
          <p:cNvPr id="662" name="Google Shape;662;p89"/>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663" name="Google Shape;663;p89"/>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664" name="Google Shape;664;p89"/>
          <p:cNvPicPr preferRelativeResize="0"/>
          <p:nvPr/>
        </p:nvPicPr>
        <p:blipFill>
          <a:blip r:embed="rId4">
            <a:alphaModFix/>
          </a:blip>
          <a:stretch>
            <a:fillRect/>
          </a:stretch>
        </p:blipFill>
        <p:spPr>
          <a:xfrm>
            <a:off x="452400" y="439975"/>
            <a:ext cx="654950" cy="654950"/>
          </a:xfrm>
          <a:prstGeom prst="rect">
            <a:avLst/>
          </a:prstGeom>
          <a:noFill/>
          <a:ln>
            <a:noFill/>
          </a:ln>
        </p:spPr>
      </p:pic>
      <p:pic>
        <p:nvPicPr>
          <p:cNvPr id="665" name="Google Shape;665;p8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66" name="Google Shape;666;p8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67" name="Google Shape;667;p8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668" name="Google Shape;668;p8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69" name="Google Shape;669;p89"/>
          <p:cNvSpPr txBox="1"/>
          <p:nvPr>
            <p:ph idx="1"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670" name="Shape 670"/>
        <p:cNvGrpSpPr/>
        <p:nvPr/>
      </p:nvGrpSpPr>
      <p:grpSpPr>
        <a:xfrm>
          <a:off x="0" y="0"/>
          <a:ext cx="0" cy="0"/>
          <a:chOff x="0" y="0"/>
          <a:chExt cx="0" cy="0"/>
        </a:xfrm>
      </p:grpSpPr>
      <p:pic>
        <p:nvPicPr>
          <p:cNvPr id="671" name="Google Shape;671;p90"/>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672" name="Google Shape;672;p90"/>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673" name="Google Shape;673;p90"/>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74" name="Google Shape;674;p9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75" name="Google Shape;675;p9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76" name="Google Shape;676;p90"/>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90"/>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678" name="Google Shape;678;p90"/>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79" name="Google Shape;679;p90"/>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680" name="Google Shape;680;p90"/>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681" name="Shape 681"/>
        <p:cNvGrpSpPr/>
        <p:nvPr/>
      </p:nvGrpSpPr>
      <p:grpSpPr>
        <a:xfrm>
          <a:off x="0" y="0"/>
          <a:ext cx="0" cy="0"/>
          <a:chOff x="0" y="0"/>
          <a:chExt cx="0" cy="0"/>
        </a:xfrm>
      </p:grpSpPr>
      <p:pic>
        <p:nvPicPr>
          <p:cNvPr id="682" name="Google Shape;682;p91"/>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83" name="Google Shape;683;p91"/>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684" name="Google Shape;684;p91"/>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85" name="Google Shape;685;p91"/>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86" name="Google Shape;686;p9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87" name="Google Shape;687;p9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88" name="Google Shape;688;p91"/>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689" name="Google Shape;689;p9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90" name="Google Shape;690;p9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691" name="Shape 691"/>
        <p:cNvGrpSpPr/>
        <p:nvPr/>
      </p:nvGrpSpPr>
      <p:grpSpPr>
        <a:xfrm>
          <a:off x="0" y="0"/>
          <a:ext cx="0" cy="0"/>
          <a:chOff x="0" y="0"/>
          <a:chExt cx="0" cy="0"/>
        </a:xfrm>
      </p:grpSpPr>
      <p:pic>
        <p:nvPicPr>
          <p:cNvPr id="692" name="Google Shape;692;p92"/>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93" name="Google Shape;693;p92"/>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94" name="Google Shape;694;p92"/>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95" name="Google Shape;695;p92"/>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96" name="Google Shape;696;p9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97" name="Google Shape;697;p9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98" name="Google Shape;698;p92"/>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699" name="Google Shape;699;p9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700" name="Google Shape;700;p9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701" name="Shape 701"/>
        <p:cNvGrpSpPr/>
        <p:nvPr/>
      </p:nvGrpSpPr>
      <p:grpSpPr>
        <a:xfrm>
          <a:off x="0" y="0"/>
          <a:ext cx="0" cy="0"/>
          <a:chOff x="0" y="0"/>
          <a:chExt cx="0" cy="0"/>
        </a:xfrm>
      </p:grpSpPr>
      <p:pic>
        <p:nvPicPr>
          <p:cNvPr descr="Divider1.png" id="702" name="Google Shape;702;p93"/>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703" name="Google Shape;703;p93"/>
          <p:cNvSpPr txBox="1"/>
          <p:nvPr>
            <p:ph type="title"/>
          </p:nvPr>
        </p:nvSpPr>
        <p:spPr>
          <a:xfrm>
            <a:off x="884825" y="2317200"/>
            <a:ext cx="42996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04" name="Google Shape;704;p93"/>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705" name="Shape 705"/>
        <p:cNvGrpSpPr/>
        <p:nvPr/>
      </p:nvGrpSpPr>
      <p:grpSpPr>
        <a:xfrm>
          <a:off x="0" y="0"/>
          <a:ext cx="0" cy="0"/>
          <a:chOff x="0" y="0"/>
          <a:chExt cx="0" cy="0"/>
        </a:xfrm>
      </p:grpSpPr>
      <p:pic>
        <p:nvPicPr>
          <p:cNvPr id="706" name="Google Shape;706;p94"/>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707" name="Google Shape;707;p94"/>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708" name="Google Shape;708;p94"/>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94"/>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710" name="Shape 710"/>
        <p:cNvGrpSpPr/>
        <p:nvPr/>
      </p:nvGrpSpPr>
      <p:grpSpPr>
        <a:xfrm>
          <a:off x="0" y="0"/>
          <a:ext cx="0" cy="0"/>
          <a:chOff x="0" y="0"/>
          <a:chExt cx="0" cy="0"/>
        </a:xfrm>
      </p:grpSpPr>
      <p:pic>
        <p:nvPicPr>
          <p:cNvPr id="711" name="Google Shape;711;p95"/>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
  <p:cSld name="TITLE_AND_BODY_2">
    <p:spTree>
      <p:nvGrpSpPr>
        <p:cNvPr id="712" name="Shape 712"/>
        <p:cNvGrpSpPr/>
        <p:nvPr/>
      </p:nvGrpSpPr>
      <p:grpSpPr>
        <a:xfrm>
          <a:off x="0" y="0"/>
          <a:ext cx="0" cy="0"/>
          <a:chOff x="0" y="0"/>
          <a:chExt cx="0" cy="0"/>
        </a:xfrm>
      </p:grpSpPr>
      <p:sp>
        <p:nvSpPr>
          <p:cNvPr id="713" name="Google Shape;713;p9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14" name="Google Shape;714;p9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715" name="Google Shape;715;p9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16" name="Shape 716"/>
        <p:cNvGrpSpPr/>
        <p:nvPr/>
      </p:nvGrpSpPr>
      <p:grpSpPr>
        <a:xfrm>
          <a:off x="0" y="0"/>
          <a:ext cx="0" cy="0"/>
          <a:chOff x="0" y="0"/>
          <a:chExt cx="0" cy="0"/>
        </a:xfrm>
      </p:grpSpPr>
      <p:sp>
        <p:nvSpPr>
          <p:cNvPr id="717" name="Google Shape;717;p9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18" name="Google Shape;718;p9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719" name="Google Shape;719;p9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Bank Blank Slide">
  <p:cSld name="TITLE_AND_BODY_1_2_1_2_1_1_1_1_1_1">
    <p:spTree>
      <p:nvGrpSpPr>
        <p:cNvPr id="720" name="Shape 720"/>
        <p:cNvGrpSpPr/>
        <p:nvPr/>
      </p:nvGrpSpPr>
      <p:grpSpPr>
        <a:xfrm>
          <a:off x="0" y="0"/>
          <a:ext cx="0" cy="0"/>
          <a:chOff x="0" y="0"/>
          <a:chExt cx="0" cy="0"/>
        </a:xfrm>
      </p:grpSpPr>
      <p:sp>
        <p:nvSpPr>
          <p:cNvPr id="721" name="Google Shape;721;p98"/>
          <p:cNvSpPr txBox="1"/>
          <p:nvPr>
            <p:ph type="title"/>
          </p:nvPr>
        </p:nvSpPr>
        <p:spPr>
          <a:xfrm>
            <a:off x="320275" y="517575"/>
            <a:ext cx="8407500" cy="459300"/>
          </a:xfrm>
          <a:prstGeom prst="rect">
            <a:avLst/>
          </a:prstGeom>
        </p:spPr>
        <p:txBody>
          <a:bodyPr anchorCtr="0" anchor="t" bIns="91425" lIns="91425" spcFirstLastPara="1" rIns="91425" wrap="square" tIns="91425">
            <a:noAutofit/>
          </a:bodyPr>
          <a:lstStyle>
            <a:lvl1pPr lvl="0">
              <a:spcBef>
                <a:spcPts val="0"/>
              </a:spcBef>
              <a:spcAft>
                <a:spcPts val="0"/>
              </a:spcAft>
              <a:buClr>
                <a:srgbClr val="FFFFFF"/>
              </a:buClr>
              <a:buSzPts val="3600"/>
              <a:buNone/>
              <a:defRPr sz="3600">
                <a:solidFill>
                  <a:srgbClr val="FFFFFF"/>
                </a:solidFill>
              </a:defRPr>
            </a:lvl1pPr>
            <a:lvl2pPr lvl="1">
              <a:spcBef>
                <a:spcPts val="0"/>
              </a:spcBef>
              <a:spcAft>
                <a:spcPts val="0"/>
              </a:spcAft>
              <a:buClr>
                <a:srgbClr val="FFFFFF"/>
              </a:buClr>
              <a:buSzPts val="3600"/>
              <a:buNone/>
              <a:defRPr sz="3600">
                <a:solidFill>
                  <a:srgbClr val="FFFFFF"/>
                </a:solidFill>
              </a:defRPr>
            </a:lvl2pPr>
            <a:lvl3pPr lvl="2">
              <a:spcBef>
                <a:spcPts val="0"/>
              </a:spcBef>
              <a:spcAft>
                <a:spcPts val="0"/>
              </a:spcAft>
              <a:buClr>
                <a:srgbClr val="FFFFFF"/>
              </a:buClr>
              <a:buSzPts val="3600"/>
              <a:buNone/>
              <a:defRPr sz="3600">
                <a:solidFill>
                  <a:srgbClr val="FFFFFF"/>
                </a:solidFill>
              </a:defRPr>
            </a:lvl3pPr>
            <a:lvl4pPr lvl="3">
              <a:spcBef>
                <a:spcPts val="0"/>
              </a:spcBef>
              <a:spcAft>
                <a:spcPts val="0"/>
              </a:spcAft>
              <a:buClr>
                <a:srgbClr val="FFFFFF"/>
              </a:buClr>
              <a:buSzPts val="3600"/>
              <a:buNone/>
              <a:defRPr sz="3600">
                <a:solidFill>
                  <a:srgbClr val="FFFFFF"/>
                </a:solidFill>
              </a:defRPr>
            </a:lvl4pPr>
            <a:lvl5pPr lvl="4">
              <a:spcBef>
                <a:spcPts val="0"/>
              </a:spcBef>
              <a:spcAft>
                <a:spcPts val="0"/>
              </a:spcAft>
              <a:buClr>
                <a:srgbClr val="FFFFFF"/>
              </a:buClr>
              <a:buSzPts val="3600"/>
              <a:buNone/>
              <a:defRPr sz="3600">
                <a:solidFill>
                  <a:srgbClr val="FFFFFF"/>
                </a:solidFill>
              </a:defRPr>
            </a:lvl5pPr>
            <a:lvl6pPr lvl="5">
              <a:spcBef>
                <a:spcPts val="0"/>
              </a:spcBef>
              <a:spcAft>
                <a:spcPts val="0"/>
              </a:spcAft>
              <a:buClr>
                <a:srgbClr val="FFFFFF"/>
              </a:buClr>
              <a:buSzPts val="3600"/>
              <a:buNone/>
              <a:defRPr sz="3600">
                <a:solidFill>
                  <a:srgbClr val="FFFFFF"/>
                </a:solidFill>
              </a:defRPr>
            </a:lvl6pPr>
            <a:lvl7pPr lvl="6">
              <a:spcBef>
                <a:spcPts val="0"/>
              </a:spcBef>
              <a:spcAft>
                <a:spcPts val="0"/>
              </a:spcAft>
              <a:buClr>
                <a:srgbClr val="FFFFFF"/>
              </a:buClr>
              <a:buSzPts val="3600"/>
              <a:buNone/>
              <a:defRPr sz="3600">
                <a:solidFill>
                  <a:srgbClr val="FFFFFF"/>
                </a:solidFill>
              </a:defRPr>
            </a:lvl7pPr>
            <a:lvl8pPr lvl="7">
              <a:spcBef>
                <a:spcPts val="0"/>
              </a:spcBef>
              <a:spcAft>
                <a:spcPts val="0"/>
              </a:spcAft>
              <a:buClr>
                <a:srgbClr val="FFFFFF"/>
              </a:buClr>
              <a:buSzPts val="3600"/>
              <a:buNone/>
              <a:defRPr sz="3600">
                <a:solidFill>
                  <a:srgbClr val="FFFFFF"/>
                </a:solidFill>
              </a:defRPr>
            </a:lvl8pPr>
            <a:lvl9pPr lvl="8">
              <a:spcBef>
                <a:spcPts val="0"/>
              </a:spcBef>
              <a:spcAft>
                <a:spcPts val="0"/>
              </a:spcAft>
              <a:buClr>
                <a:srgbClr val="FFFFFF"/>
              </a:buClr>
              <a:buSzPts val="3600"/>
              <a:buNone/>
              <a:defRPr sz="3600">
                <a:solidFill>
                  <a:srgbClr val="FFFFFF"/>
                </a:solidFill>
              </a:defRPr>
            </a:lvl9pPr>
          </a:lstStyle>
          <a:p/>
        </p:txBody>
      </p:sp>
      <p:sp>
        <p:nvSpPr>
          <p:cNvPr id="722" name="Google Shape;722;p98"/>
          <p:cNvSpPr txBox="1"/>
          <p:nvPr>
            <p:ph idx="12" type="sldNum"/>
          </p:nvPr>
        </p:nvSpPr>
        <p:spPr>
          <a:xfrm>
            <a:off x="457200" y="4662725"/>
            <a:ext cx="2372100" cy="393600"/>
          </a:xfrm>
          <a:prstGeom prst="rect">
            <a:avLst/>
          </a:prstGeom>
          <a:noFill/>
          <a:ln>
            <a:noFill/>
          </a:ln>
        </p:spPr>
        <p:txBody>
          <a:bodyPr anchorCtr="0" anchor="ctr" bIns="91425" lIns="91425" spcFirstLastPara="1" rIns="91425" wrap="square" tIns="91425">
            <a:noAutofit/>
          </a:bodyPr>
          <a:lstStyle>
            <a:lvl1pPr lvl="0">
              <a:lnSpc>
                <a:spcPct val="100000"/>
              </a:lnSpc>
              <a:buNone/>
              <a:defRPr sz="900">
                <a:latin typeface="Proxima Nova"/>
                <a:ea typeface="Proxima Nova"/>
                <a:cs typeface="Proxima Nova"/>
                <a:sym typeface="Proxima Nova"/>
              </a:defRPr>
            </a:lvl1pPr>
            <a:lvl2pPr lvl="1">
              <a:lnSpc>
                <a:spcPct val="100000"/>
              </a:lnSpc>
              <a:buNone/>
              <a:defRPr sz="900">
                <a:latin typeface="Proxima Nova"/>
                <a:ea typeface="Proxima Nova"/>
                <a:cs typeface="Proxima Nova"/>
                <a:sym typeface="Proxima Nova"/>
              </a:defRPr>
            </a:lvl2pPr>
            <a:lvl3pPr lvl="2">
              <a:lnSpc>
                <a:spcPct val="100000"/>
              </a:lnSpc>
              <a:buNone/>
              <a:defRPr sz="900">
                <a:latin typeface="Proxima Nova"/>
                <a:ea typeface="Proxima Nova"/>
                <a:cs typeface="Proxima Nova"/>
                <a:sym typeface="Proxima Nova"/>
              </a:defRPr>
            </a:lvl3pPr>
            <a:lvl4pPr lvl="3">
              <a:lnSpc>
                <a:spcPct val="100000"/>
              </a:lnSpc>
              <a:buNone/>
              <a:defRPr sz="900">
                <a:latin typeface="Proxima Nova"/>
                <a:ea typeface="Proxima Nova"/>
                <a:cs typeface="Proxima Nova"/>
                <a:sym typeface="Proxima Nova"/>
              </a:defRPr>
            </a:lvl4pPr>
            <a:lvl5pPr lvl="4">
              <a:lnSpc>
                <a:spcPct val="100000"/>
              </a:lnSpc>
              <a:buNone/>
              <a:defRPr sz="900">
                <a:latin typeface="Proxima Nova"/>
                <a:ea typeface="Proxima Nova"/>
                <a:cs typeface="Proxima Nova"/>
                <a:sym typeface="Proxima Nova"/>
              </a:defRPr>
            </a:lvl5pPr>
            <a:lvl6pPr lvl="5">
              <a:lnSpc>
                <a:spcPct val="100000"/>
              </a:lnSpc>
              <a:buNone/>
              <a:defRPr sz="900">
                <a:latin typeface="Proxima Nova"/>
                <a:ea typeface="Proxima Nova"/>
                <a:cs typeface="Proxima Nova"/>
                <a:sym typeface="Proxima Nova"/>
              </a:defRPr>
            </a:lvl6pPr>
            <a:lvl7pPr lvl="6">
              <a:lnSpc>
                <a:spcPct val="100000"/>
              </a:lnSpc>
              <a:buNone/>
              <a:defRPr sz="900">
                <a:latin typeface="Proxima Nova"/>
                <a:ea typeface="Proxima Nova"/>
                <a:cs typeface="Proxima Nova"/>
                <a:sym typeface="Proxima Nova"/>
              </a:defRPr>
            </a:lvl7pPr>
            <a:lvl8pPr lvl="7">
              <a:lnSpc>
                <a:spcPct val="100000"/>
              </a:lnSpc>
              <a:buNone/>
              <a:defRPr sz="900">
                <a:latin typeface="Proxima Nova"/>
                <a:ea typeface="Proxima Nova"/>
                <a:cs typeface="Proxima Nova"/>
                <a:sym typeface="Proxima Nova"/>
              </a:defRPr>
            </a:lvl8pPr>
            <a:lvl9pPr lvl="8">
              <a:lnSpc>
                <a:spcPct val="100000"/>
              </a:lnSpc>
              <a:buNone/>
              <a:defRPr sz="900">
                <a:latin typeface="Proxima Nova"/>
                <a:ea typeface="Proxima Nova"/>
                <a:cs typeface="Proxima Nova"/>
                <a:sym typeface="Proxima Nova"/>
              </a:defRPr>
            </a:lvl9pPr>
          </a:lstStyle>
          <a:p>
            <a:pPr indent="0" lvl="0" marL="0" rtl="0" algn="l">
              <a:spcBef>
                <a:spcPts val="0"/>
              </a:spcBef>
              <a:spcAft>
                <a:spcPts val="0"/>
              </a:spcAft>
              <a:buNone/>
            </a:pPr>
            <a:fld id="{00000000-1234-1234-1234-123412341234}" type="slidenum">
              <a:rPr lang="en"/>
              <a:t>‹#›</a:t>
            </a:fld>
            <a:r>
              <a:rPr lang="en"/>
              <a:t> | © 2018 General Assembly</a:t>
            </a:r>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3" name="Shape 723"/>
        <p:cNvGrpSpPr/>
        <p:nvPr/>
      </p:nvGrpSpPr>
      <p:grpSpPr>
        <a:xfrm>
          <a:off x="0" y="0"/>
          <a:ext cx="0" cy="0"/>
          <a:chOff x="0" y="0"/>
          <a:chExt cx="0" cy="0"/>
        </a:xfrm>
      </p:grpSpPr>
      <p:sp>
        <p:nvSpPr>
          <p:cNvPr id="724" name="Google Shape;724;p9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3">
  <p:cSld name="TITLE_AND_BODY_3">
    <p:spTree>
      <p:nvGrpSpPr>
        <p:cNvPr id="725" name="Shape 725"/>
        <p:cNvGrpSpPr/>
        <p:nvPr/>
      </p:nvGrpSpPr>
      <p:grpSpPr>
        <a:xfrm>
          <a:off x="0" y="0"/>
          <a:ext cx="0" cy="0"/>
          <a:chOff x="0" y="0"/>
          <a:chExt cx="0" cy="0"/>
        </a:xfrm>
      </p:grpSpPr>
      <p:pic>
        <p:nvPicPr>
          <p:cNvPr id="726" name="Google Shape;726;p100"/>
          <p:cNvPicPr preferRelativeResize="0"/>
          <p:nvPr/>
        </p:nvPicPr>
        <p:blipFill rotWithShape="1">
          <a:blip r:embed="rId2">
            <a:alphaModFix/>
          </a:blip>
          <a:srcRect b="25490" l="5866" r="82471" t="11494"/>
          <a:stretch/>
        </p:blipFill>
        <p:spPr>
          <a:xfrm>
            <a:off x="-9525" y="-9400"/>
            <a:ext cx="1076277" cy="1147825"/>
          </a:xfrm>
          <a:prstGeom prst="rect">
            <a:avLst/>
          </a:prstGeom>
          <a:noFill/>
          <a:ln>
            <a:noFill/>
          </a:ln>
        </p:spPr>
      </p:pic>
      <p:sp>
        <p:nvSpPr>
          <p:cNvPr id="727" name="Google Shape;727;p100"/>
          <p:cNvSpPr txBox="1"/>
          <p:nvPr>
            <p:ph type="title"/>
          </p:nvPr>
        </p:nvSpPr>
        <p:spPr>
          <a:xfrm>
            <a:off x="785675" y="368825"/>
            <a:ext cx="7572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Font typeface="Helvetica Neue Light"/>
              <a:buNone/>
              <a:defRPr>
                <a:latin typeface="Helvetica Neue Light"/>
                <a:ea typeface="Helvetica Neue Light"/>
                <a:cs typeface="Helvetica Neue Light"/>
                <a:sym typeface="Helvetica Neue Light"/>
              </a:defRPr>
            </a:lvl1pPr>
            <a:lvl2pPr lvl="1">
              <a:spcBef>
                <a:spcPts val="0"/>
              </a:spcBef>
              <a:spcAft>
                <a:spcPts val="0"/>
              </a:spcAft>
              <a:buSzPts val="2800"/>
              <a:buFont typeface="Helvetica Neue"/>
              <a:buNone/>
              <a:defRPr>
                <a:latin typeface="Helvetica Neue"/>
                <a:ea typeface="Helvetica Neue"/>
                <a:cs typeface="Helvetica Neue"/>
                <a:sym typeface="Helvetica Neue"/>
              </a:defRPr>
            </a:lvl2pPr>
            <a:lvl3pPr lvl="2">
              <a:spcBef>
                <a:spcPts val="0"/>
              </a:spcBef>
              <a:spcAft>
                <a:spcPts val="0"/>
              </a:spcAft>
              <a:buSzPts val="2800"/>
              <a:buFont typeface="Helvetica Neue"/>
              <a:buNone/>
              <a:defRPr>
                <a:latin typeface="Helvetica Neue"/>
                <a:ea typeface="Helvetica Neue"/>
                <a:cs typeface="Helvetica Neue"/>
                <a:sym typeface="Helvetica Neue"/>
              </a:defRPr>
            </a:lvl3pPr>
            <a:lvl4pPr lvl="3">
              <a:spcBef>
                <a:spcPts val="0"/>
              </a:spcBef>
              <a:spcAft>
                <a:spcPts val="0"/>
              </a:spcAft>
              <a:buSzPts val="2800"/>
              <a:buFont typeface="Helvetica Neue"/>
              <a:buNone/>
              <a:defRPr>
                <a:latin typeface="Helvetica Neue"/>
                <a:ea typeface="Helvetica Neue"/>
                <a:cs typeface="Helvetica Neue"/>
                <a:sym typeface="Helvetica Neue"/>
              </a:defRPr>
            </a:lvl4pPr>
            <a:lvl5pPr lvl="4">
              <a:spcBef>
                <a:spcPts val="0"/>
              </a:spcBef>
              <a:spcAft>
                <a:spcPts val="0"/>
              </a:spcAft>
              <a:buSzPts val="2800"/>
              <a:buFont typeface="Helvetica Neue"/>
              <a:buNone/>
              <a:defRPr>
                <a:latin typeface="Helvetica Neue"/>
                <a:ea typeface="Helvetica Neue"/>
                <a:cs typeface="Helvetica Neue"/>
                <a:sym typeface="Helvetica Neue"/>
              </a:defRPr>
            </a:lvl5pPr>
            <a:lvl6pPr lvl="5">
              <a:spcBef>
                <a:spcPts val="0"/>
              </a:spcBef>
              <a:spcAft>
                <a:spcPts val="0"/>
              </a:spcAft>
              <a:buSzPts val="2800"/>
              <a:buFont typeface="Helvetica Neue"/>
              <a:buNone/>
              <a:defRPr>
                <a:latin typeface="Helvetica Neue"/>
                <a:ea typeface="Helvetica Neue"/>
                <a:cs typeface="Helvetica Neue"/>
                <a:sym typeface="Helvetica Neue"/>
              </a:defRPr>
            </a:lvl6pPr>
            <a:lvl7pPr lvl="6">
              <a:spcBef>
                <a:spcPts val="0"/>
              </a:spcBef>
              <a:spcAft>
                <a:spcPts val="0"/>
              </a:spcAft>
              <a:buSzPts val="2800"/>
              <a:buFont typeface="Helvetica Neue"/>
              <a:buNone/>
              <a:defRPr>
                <a:latin typeface="Helvetica Neue"/>
                <a:ea typeface="Helvetica Neue"/>
                <a:cs typeface="Helvetica Neue"/>
                <a:sym typeface="Helvetica Neue"/>
              </a:defRPr>
            </a:lvl7pPr>
            <a:lvl8pPr lvl="7">
              <a:spcBef>
                <a:spcPts val="0"/>
              </a:spcBef>
              <a:spcAft>
                <a:spcPts val="0"/>
              </a:spcAft>
              <a:buSzPts val="2800"/>
              <a:buFont typeface="Helvetica Neue"/>
              <a:buNone/>
              <a:defRPr>
                <a:latin typeface="Helvetica Neue"/>
                <a:ea typeface="Helvetica Neue"/>
                <a:cs typeface="Helvetica Neue"/>
                <a:sym typeface="Helvetica Neue"/>
              </a:defRPr>
            </a:lvl8pPr>
            <a:lvl9pPr lvl="8">
              <a:spcBef>
                <a:spcPts val="0"/>
              </a:spcBef>
              <a:spcAft>
                <a:spcPts val="0"/>
              </a:spcAft>
              <a:buSzPts val="2800"/>
              <a:buFont typeface="Helvetica Neue"/>
              <a:buNone/>
              <a:defRPr>
                <a:latin typeface="Helvetica Neue"/>
                <a:ea typeface="Helvetica Neue"/>
                <a:cs typeface="Helvetica Neue"/>
                <a:sym typeface="Helvetica Neue"/>
              </a:defRPr>
            </a:lvl9pPr>
          </a:lstStyle>
          <a:p/>
        </p:txBody>
      </p:sp>
      <p:sp>
        <p:nvSpPr>
          <p:cNvPr id="728" name="Google Shape;728;p100"/>
          <p:cNvSpPr txBox="1"/>
          <p:nvPr>
            <p:ph idx="1" type="body"/>
          </p:nvPr>
        </p:nvSpPr>
        <p:spPr>
          <a:xfrm>
            <a:off x="785675" y="1363075"/>
            <a:ext cx="7572600" cy="3205800"/>
          </a:xfrm>
          <a:prstGeom prst="rect">
            <a:avLst/>
          </a:prstGeom>
        </p:spPr>
        <p:txBody>
          <a:bodyPr anchorCtr="0" anchor="t" bIns="91425" lIns="91425" spcFirstLastPara="1" rIns="91425" wrap="square" tIns="91425">
            <a:noAutofit/>
          </a:bodyPr>
          <a:lstStyle>
            <a:lvl1pPr indent="-342900" lvl="0" marL="457200">
              <a:lnSpc>
                <a:spcPct val="114000"/>
              </a:lnSpc>
              <a:spcBef>
                <a:spcPts val="0"/>
              </a:spcBef>
              <a:spcAft>
                <a:spcPts val="0"/>
              </a:spcAft>
              <a:buSzPts val="1800"/>
              <a:buFont typeface="Helvetica Neue Light"/>
              <a:buChar char="●"/>
              <a:defRPr>
                <a:latin typeface="Helvetica Neue Light"/>
                <a:ea typeface="Helvetica Neue Light"/>
                <a:cs typeface="Helvetica Neue Light"/>
                <a:sym typeface="Helvetica Neue Light"/>
              </a:defRPr>
            </a:lvl1pPr>
            <a:lvl2pPr indent="-317500" lvl="1" marL="9144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2pPr>
            <a:lvl3pPr indent="-317500" lvl="2" marL="13716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3pPr>
            <a:lvl4pPr indent="-317500" lvl="3" marL="18288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4pPr>
            <a:lvl5pPr indent="-317500" lvl="4" marL="22860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5pPr>
            <a:lvl6pPr indent="-317500" lvl="5" marL="27432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6pPr>
            <a:lvl7pPr indent="-317500" lvl="6" marL="32004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7pPr>
            <a:lvl8pPr indent="-317500" lvl="7" marL="36576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8pPr>
            <a:lvl9pPr indent="-317500" lvl="8" marL="41148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9pPr>
          </a:lstStyle>
          <a:p/>
        </p:txBody>
      </p:sp>
      <p:sp>
        <p:nvSpPr>
          <p:cNvPr id="729" name="Google Shape;729;p10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730" name="Google Shape;730;p100"/>
          <p:cNvPicPr preferRelativeResize="0"/>
          <p:nvPr/>
        </p:nvPicPr>
        <p:blipFill rotWithShape="1">
          <a:blip r:embed="rId3">
            <a:alphaModFix/>
          </a:blip>
          <a:srcRect b="23144" l="19848" r="19842" t="23144"/>
          <a:stretch/>
        </p:blipFill>
        <p:spPr>
          <a:xfrm>
            <a:off x="8154475" y="4661112"/>
            <a:ext cx="446675" cy="397822"/>
          </a:xfrm>
          <a:prstGeom prst="rect">
            <a:avLst/>
          </a:prstGeom>
          <a:noFill/>
          <a:ln>
            <a:noFill/>
          </a:ln>
        </p:spPr>
      </p:pic>
      <p:pic>
        <p:nvPicPr>
          <p:cNvPr id="731" name="Google Shape;731;p100"/>
          <p:cNvPicPr preferRelativeResize="0"/>
          <p:nvPr/>
        </p:nvPicPr>
        <p:blipFill rotWithShape="1">
          <a:blip r:embed="rId2">
            <a:alphaModFix/>
          </a:blip>
          <a:srcRect b="25490" l="83383" r="4308" t="11494"/>
          <a:stretch/>
        </p:blipFill>
        <p:spPr>
          <a:xfrm>
            <a:off x="8017625" y="-7025"/>
            <a:ext cx="1135900" cy="1147800"/>
          </a:xfrm>
          <a:prstGeom prst="rect">
            <a:avLst/>
          </a:prstGeom>
          <a:noFill/>
          <a:ln>
            <a:noFill/>
          </a:ln>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it Ticket - Solution">
  <p:cSld name="CUSTOM_6_2_1_1_1_1_1">
    <p:spTree>
      <p:nvGrpSpPr>
        <p:cNvPr id="732" name="Shape 732"/>
        <p:cNvGrpSpPr/>
        <p:nvPr/>
      </p:nvGrpSpPr>
      <p:grpSpPr>
        <a:xfrm>
          <a:off x="0" y="0"/>
          <a:ext cx="0" cy="0"/>
          <a:chOff x="0" y="0"/>
          <a:chExt cx="0" cy="0"/>
        </a:xfrm>
      </p:grpSpPr>
      <p:pic>
        <p:nvPicPr>
          <p:cNvPr id="733" name="Google Shape;733;p101"/>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734" name="Google Shape;734;p101"/>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735" name="Google Shape;735;p101"/>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736" name="Google Shape;736;p101"/>
          <p:cNvSpPr txBox="1"/>
          <p:nvPr>
            <p:ph idx="1" type="subTitle"/>
          </p:nvPr>
        </p:nvSpPr>
        <p:spPr>
          <a:xfrm>
            <a:off x="4454075" y="1260500"/>
            <a:ext cx="4346700" cy="34950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737" name="Google Shape;737;p10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738" name="Google Shape;738;p10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39" name="Google Shape;739;p101"/>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740" name="Google Shape;740;p10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741" name="Google Shape;741;p10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ard">
  <p:cSld name="CUSTOM_8">
    <p:spTree>
      <p:nvGrpSpPr>
        <p:cNvPr id="742" name="Shape 742"/>
        <p:cNvGrpSpPr/>
        <p:nvPr/>
      </p:nvGrpSpPr>
      <p:grpSpPr>
        <a:xfrm>
          <a:off x="0" y="0"/>
          <a:ext cx="0" cy="0"/>
          <a:chOff x="0" y="0"/>
          <a:chExt cx="0" cy="0"/>
        </a:xfrm>
      </p:grpSpPr>
      <p:pic>
        <p:nvPicPr>
          <p:cNvPr descr="Divider4.png" id="743" name="Google Shape;743;p102"/>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744" name="Google Shape;744;p102"/>
          <p:cNvPicPr preferRelativeResize="0"/>
          <p:nvPr/>
        </p:nvPicPr>
        <p:blipFill>
          <a:blip r:embed="rId3">
            <a:alphaModFix/>
          </a:blip>
          <a:stretch>
            <a:fillRect/>
          </a:stretch>
        </p:blipFill>
        <p:spPr>
          <a:xfrm>
            <a:off x="5781725" y="106625"/>
            <a:ext cx="3208724" cy="759025"/>
          </a:xfrm>
          <a:prstGeom prst="rect">
            <a:avLst/>
          </a:prstGeom>
          <a:noFill/>
          <a:ln>
            <a:noFill/>
          </a:ln>
        </p:spPr>
      </p:pic>
      <p:sp>
        <p:nvSpPr>
          <p:cNvPr id="745" name="Google Shape;745;p102"/>
          <p:cNvSpPr txBox="1"/>
          <p:nvPr>
            <p:ph type="title"/>
          </p:nvPr>
        </p:nvSpPr>
        <p:spPr>
          <a:xfrm>
            <a:off x="1628200" y="1807975"/>
            <a:ext cx="5887800" cy="6510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rm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746" name="Google Shape;746;p102"/>
          <p:cNvSpPr txBox="1"/>
          <p:nvPr>
            <p:ph idx="1" type="subTitle"/>
          </p:nvPr>
        </p:nvSpPr>
        <p:spPr>
          <a:xfrm>
            <a:off x="3582400" y="3009550"/>
            <a:ext cx="1979100" cy="356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ly Title (Blue) 1">
  <p:cSld name="TITLE_AND_BODY_1_3_2_2">
    <p:bg>
      <p:bgPr>
        <a:solidFill>
          <a:srgbClr val="1A1D54"/>
        </a:solidFill>
      </p:bgPr>
    </p:bg>
    <p:spTree>
      <p:nvGrpSpPr>
        <p:cNvPr id="747" name="Shape 747"/>
        <p:cNvGrpSpPr/>
        <p:nvPr/>
      </p:nvGrpSpPr>
      <p:grpSpPr>
        <a:xfrm>
          <a:off x="0" y="0"/>
          <a:ext cx="0" cy="0"/>
          <a:chOff x="0" y="0"/>
          <a:chExt cx="0" cy="0"/>
        </a:xfrm>
      </p:grpSpPr>
      <p:sp>
        <p:nvSpPr>
          <p:cNvPr id="748" name="Google Shape;748;p103"/>
          <p:cNvSpPr txBox="1"/>
          <p:nvPr>
            <p:ph type="title"/>
          </p:nvPr>
        </p:nvSpPr>
        <p:spPr>
          <a:xfrm>
            <a:off x="457200" y="445025"/>
            <a:ext cx="7632900" cy="570900"/>
          </a:xfrm>
          <a:prstGeom prst="rect">
            <a:avLst/>
          </a:prstGeom>
        </p:spPr>
        <p:txBody>
          <a:bodyPr anchorCtr="0" anchor="t" bIns="91425" lIns="0" spcFirstLastPara="1" rIns="0" wrap="square" tIns="91425">
            <a:noAutofit/>
          </a:bodyPr>
          <a:lstStyle>
            <a:lvl1pPr lvl="0">
              <a:spcBef>
                <a:spcPts val="0"/>
              </a:spcBef>
              <a:spcAft>
                <a:spcPts val="0"/>
              </a:spcAft>
              <a:buClr>
                <a:schemeClr val="lt1"/>
              </a:buClr>
              <a:buSzPts val="2800"/>
              <a:buFont typeface="Space Mono"/>
              <a:buNone/>
              <a:defRPr b="0">
                <a:solidFill>
                  <a:schemeClr val="lt1"/>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749" name="Google Shape;749;p103"/>
          <p:cNvSpPr txBox="1"/>
          <p:nvPr>
            <p:ph idx="12" type="sldNum"/>
          </p:nvPr>
        </p:nvSpPr>
        <p:spPr>
          <a:xfrm>
            <a:off x="8330129" y="4686300"/>
            <a:ext cx="319200" cy="332400"/>
          </a:xfrm>
          <a:prstGeom prst="rect">
            <a:avLst/>
          </a:prstGeom>
          <a:noFill/>
          <a:ln>
            <a:noFill/>
          </a:ln>
        </p:spPr>
        <p:txBody>
          <a:bodyPr anchorCtr="0" anchor="ctr" bIns="91425" lIns="91425" spcFirstLastPara="1" rIns="91425" wrap="square" tIns="91425">
            <a:noAutofit/>
          </a:bodyPr>
          <a:lstStyle>
            <a:lvl1pPr lvl="0">
              <a:buNone/>
              <a:defRPr>
                <a:solidFill>
                  <a:srgbClr val="00C98E"/>
                </a:solidFill>
              </a:defRPr>
            </a:lvl1pPr>
            <a:lvl2pPr lvl="1">
              <a:buNone/>
              <a:defRPr>
                <a:solidFill>
                  <a:srgbClr val="00C98E"/>
                </a:solidFill>
              </a:defRPr>
            </a:lvl2pPr>
            <a:lvl3pPr lvl="2">
              <a:buNone/>
              <a:defRPr>
                <a:solidFill>
                  <a:srgbClr val="00C98E"/>
                </a:solidFill>
              </a:defRPr>
            </a:lvl3pPr>
            <a:lvl4pPr lvl="3">
              <a:buNone/>
              <a:defRPr>
                <a:solidFill>
                  <a:srgbClr val="00C98E"/>
                </a:solidFill>
              </a:defRPr>
            </a:lvl4pPr>
            <a:lvl5pPr lvl="4">
              <a:buNone/>
              <a:defRPr>
                <a:solidFill>
                  <a:srgbClr val="00C98E"/>
                </a:solidFill>
              </a:defRPr>
            </a:lvl5pPr>
            <a:lvl6pPr lvl="5">
              <a:buNone/>
              <a:defRPr>
                <a:solidFill>
                  <a:srgbClr val="00C98E"/>
                </a:solidFill>
              </a:defRPr>
            </a:lvl6pPr>
            <a:lvl7pPr lvl="6">
              <a:buNone/>
              <a:defRPr>
                <a:solidFill>
                  <a:srgbClr val="00C98E"/>
                </a:solidFill>
              </a:defRPr>
            </a:lvl7pPr>
            <a:lvl8pPr lvl="7">
              <a:buNone/>
              <a:defRPr>
                <a:solidFill>
                  <a:srgbClr val="00C98E"/>
                </a:solidFill>
              </a:defRPr>
            </a:lvl8pPr>
            <a:lvl9pPr lvl="8">
              <a:buNone/>
              <a:defRPr>
                <a:solidFill>
                  <a:srgbClr val="00C98E"/>
                </a:solidFill>
              </a:defRPr>
            </a:lvl9pPr>
          </a:lstStyle>
          <a:p>
            <a:pPr indent="0" lvl="0" marL="0" rtl="0" algn="l">
              <a:spcBef>
                <a:spcPts val="0"/>
              </a:spcBef>
              <a:spcAft>
                <a:spcPts val="0"/>
              </a:spcAft>
              <a:buNone/>
            </a:pPr>
            <a:fld id="{00000000-1234-1234-1234-123412341234}" type="slidenum">
              <a:rPr lang="en"/>
              <a:t>‹#›</a:t>
            </a:fld>
            <a:endParaRPr/>
          </a:p>
        </p:txBody>
      </p:sp>
      <p:cxnSp>
        <p:nvCxnSpPr>
          <p:cNvPr id="750" name="Google Shape;750;p103"/>
          <p:cNvCxnSpPr/>
          <p:nvPr/>
        </p:nvCxnSpPr>
        <p:spPr>
          <a:xfrm>
            <a:off x="450488" y="1206557"/>
            <a:ext cx="8227800" cy="0"/>
          </a:xfrm>
          <a:prstGeom prst="straightConnector1">
            <a:avLst/>
          </a:prstGeom>
          <a:noFill/>
          <a:ln cap="flat" cmpd="sng" w="19050">
            <a:solidFill>
              <a:srgbClr val="EFEFEF"/>
            </a:solidFill>
            <a:prstDash val="solid"/>
            <a:miter lim="400000"/>
            <a:headEnd len="sm" w="sm" type="none"/>
            <a:tailEnd len="sm" w="sm" type="none"/>
          </a:ln>
        </p:spPr>
      </p:cxnSp>
      <p:pic>
        <p:nvPicPr>
          <p:cNvPr id="751" name="Google Shape;751;p103"/>
          <p:cNvPicPr preferRelativeResize="0"/>
          <p:nvPr/>
        </p:nvPicPr>
        <p:blipFill rotWithShape="1">
          <a:blip r:embed="rId2">
            <a:alphaModFix/>
          </a:blip>
          <a:srcRect b="2043" l="0" r="0" t="2043"/>
          <a:stretch/>
        </p:blipFill>
        <p:spPr>
          <a:xfrm>
            <a:off x="460424" y="4686301"/>
            <a:ext cx="1099789" cy="97150"/>
          </a:xfrm>
          <a:prstGeom prst="rect">
            <a:avLst/>
          </a:prstGeom>
          <a:noFill/>
          <a:ln>
            <a:noFill/>
          </a:ln>
        </p:spPr>
      </p:pic>
      <p:sp>
        <p:nvSpPr>
          <p:cNvPr id="752" name="Google Shape;752;p103"/>
          <p:cNvSpPr txBox="1"/>
          <p:nvPr>
            <p:ph idx="1" type="body"/>
          </p:nvPr>
        </p:nvSpPr>
        <p:spPr>
          <a:xfrm>
            <a:off x="450500" y="1397175"/>
            <a:ext cx="8227800" cy="297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00C98E"/>
              </a:buClr>
              <a:buSzPts val="1800"/>
              <a:buChar char="●"/>
              <a:defRPr>
                <a:solidFill>
                  <a:schemeClr val="lt1"/>
                </a:solidFill>
              </a:defRPr>
            </a:lvl1pPr>
            <a:lvl2pPr indent="-317500" lvl="1" marL="914400">
              <a:spcBef>
                <a:spcPts val="1600"/>
              </a:spcBef>
              <a:spcAft>
                <a:spcPts val="0"/>
              </a:spcAft>
              <a:buClr>
                <a:srgbClr val="00C98E"/>
              </a:buClr>
              <a:buSzPts val="1400"/>
              <a:buChar char="○"/>
              <a:defRPr>
                <a:solidFill>
                  <a:schemeClr val="lt1"/>
                </a:solidFill>
              </a:defRPr>
            </a:lvl2pPr>
            <a:lvl3pPr indent="-317500" lvl="2" marL="1371600">
              <a:spcBef>
                <a:spcPts val="1600"/>
              </a:spcBef>
              <a:spcAft>
                <a:spcPts val="0"/>
              </a:spcAft>
              <a:buClr>
                <a:srgbClr val="00C98E"/>
              </a:buClr>
              <a:buSzPts val="1400"/>
              <a:buChar char="■"/>
              <a:defRPr>
                <a:solidFill>
                  <a:schemeClr val="lt1"/>
                </a:solidFill>
              </a:defRPr>
            </a:lvl3pPr>
            <a:lvl4pPr indent="-317500" lvl="3" marL="1828800">
              <a:spcBef>
                <a:spcPts val="1600"/>
              </a:spcBef>
              <a:spcAft>
                <a:spcPts val="0"/>
              </a:spcAft>
              <a:buClr>
                <a:srgbClr val="00C98E"/>
              </a:buClr>
              <a:buSzPts val="1400"/>
              <a:buChar char="●"/>
              <a:defRPr>
                <a:solidFill>
                  <a:schemeClr val="lt1"/>
                </a:solidFill>
              </a:defRPr>
            </a:lvl4pPr>
            <a:lvl5pPr indent="-317500" lvl="4" marL="2286000">
              <a:spcBef>
                <a:spcPts val="1600"/>
              </a:spcBef>
              <a:spcAft>
                <a:spcPts val="0"/>
              </a:spcAft>
              <a:buClr>
                <a:srgbClr val="00C98E"/>
              </a:buClr>
              <a:buSzPts val="1400"/>
              <a:buChar char="○"/>
              <a:defRPr>
                <a:solidFill>
                  <a:schemeClr val="lt1"/>
                </a:solidFill>
              </a:defRPr>
            </a:lvl5pPr>
            <a:lvl6pPr indent="-317500" lvl="5" marL="2743200">
              <a:spcBef>
                <a:spcPts val="1600"/>
              </a:spcBef>
              <a:spcAft>
                <a:spcPts val="0"/>
              </a:spcAft>
              <a:buClr>
                <a:srgbClr val="00C98E"/>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Comparison Three">
  <p:cSld name="TITLE_AND_BODY_1_3_2_1_1_1_1_1_1_1_1_1_1_1_1_1_1_1_1_1_2">
    <p:bg>
      <p:bgPr>
        <a:solidFill>
          <a:schemeClr val="lt1"/>
        </a:solidFill>
      </p:bgPr>
    </p:bg>
    <p:spTree>
      <p:nvGrpSpPr>
        <p:cNvPr id="753" name="Shape 753"/>
        <p:cNvGrpSpPr/>
        <p:nvPr/>
      </p:nvGrpSpPr>
      <p:grpSpPr>
        <a:xfrm>
          <a:off x="0" y="0"/>
          <a:ext cx="0" cy="0"/>
          <a:chOff x="0" y="0"/>
          <a:chExt cx="0" cy="0"/>
        </a:xfrm>
      </p:grpSpPr>
      <p:pic>
        <p:nvPicPr>
          <p:cNvPr id="754" name="Google Shape;754;p104"/>
          <p:cNvPicPr preferRelativeResize="0"/>
          <p:nvPr/>
        </p:nvPicPr>
        <p:blipFill rotWithShape="1">
          <a:blip r:embed="rId2">
            <a:alphaModFix/>
          </a:blip>
          <a:srcRect b="0" l="27599" r="0" t="8809"/>
          <a:stretch/>
        </p:blipFill>
        <p:spPr>
          <a:xfrm rot="-10799985">
            <a:off x="6844249" y="1534556"/>
            <a:ext cx="2375951" cy="3685139"/>
          </a:xfrm>
          <a:prstGeom prst="rect">
            <a:avLst/>
          </a:prstGeom>
          <a:noFill/>
          <a:ln>
            <a:noFill/>
          </a:ln>
        </p:spPr>
      </p:pic>
      <p:cxnSp>
        <p:nvCxnSpPr>
          <p:cNvPr id="755" name="Google Shape;755;p104"/>
          <p:cNvCxnSpPr/>
          <p:nvPr/>
        </p:nvCxnSpPr>
        <p:spPr>
          <a:xfrm>
            <a:off x="450488" y="1343476"/>
            <a:ext cx="6643800" cy="0"/>
          </a:xfrm>
          <a:prstGeom prst="straightConnector1">
            <a:avLst/>
          </a:prstGeom>
          <a:noFill/>
          <a:ln cap="flat" cmpd="sng" w="19050">
            <a:solidFill>
              <a:srgbClr val="EFEFEF"/>
            </a:solidFill>
            <a:prstDash val="solid"/>
            <a:miter lim="400000"/>
            <a:headEnd len="sm" w="sm" type="none"/>
            <a:tailEnd len="sm" w="sm" type="none"/>
          </a:ln>
        </p:spPr>
      </p:cxnSp>
      <p:sp>
        <p:nvSpPr>
          <p:cNvPr id="756" name="Google Shape;756;p104"/>
          <p:cNvSpPr txBox="1"/>
          <p:nvPr>
            <p:ph type="title"/>
          </p:nvPr>
        </p:nvSpPr>
        <p:spPr>
          <a:xfrm>
            <a:off x="450500" y="347200"/>
            <a:ext cx="6643800" cy="738900"/>
          </a:xfrm>
          <a:prstGeom prst="rect">
            <a:avLst/>
          </a:prstGeom>
        </p:spPr>
        <p:txBody>
          <a:bodyPr anchorCtr="0" anchor="t" bIns="91425" lIns="0" spcFirstLastPara="1" rIns="0" wrap="square" tIns="91425">
            <a:noAutofit/>
          </a:bodyPr>
          <a:lstStyle>
            <a:lvl1pPr lvl="0">
              <a:spcBef>
                <a:spcPts val="0"/>
              </a:spcBef>
              <a:spcAft>
                <a:spcPts val="0"/>
              </a:spcAft>
              <a:buClr>
                <a:srgbClr val="053053"/>
              </a:buClr>
              <a:buSzPts val="2200"/>
              <a:buFont typeface="Space Mono"/>
              <a:buNone/>
              <a:defRPr b="0" sz="2200">
                <a:solidFill>
                  <a:srgbClr val="053053"/>
                </a:solidFill>
                <a:latin typeface="Space Mono"/>
                <a:ea typeface="Space Mono"/>
                <a:cs typeface="Space Mono"/>
                <a:sym typeface="Space Mono"/>
              </a:defRPr>
            </a:lvl1pPr>
            <a:lvl2pPr lvl="1">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2pPr>
            <a:lvl3pPr lvl="2">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3pPr>
            <a:lvl4pPr lvl="3">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4pPr>
            <a:lvl5pPr lvl="4">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5pPr>
            <a:lvl6pPr lvl="5">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6pPr>
            <a:lvl7pPr lvl="6">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7pPr>
            <a:lvl8pPr lvl="7">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8pPr>
            <a:lvl9pPr lvl="8">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9pPr>
          </a:lstStyle>
          <a:p/>
        </p:txBody>
      </p:sp>
      <p:pic>
        <p:nvPicPr>
          <p:cNvPr id="757" name="Google Shape;757;p104"/>
          <p:cNvPicPr preferRelativeResize="0"/>
          <p:nvPr/>
        </p:nvPicPr>
        <p:blipFill rotWithShape="1">
          <a:blip r:embed="rId3">
            <a:alphaModFix/>
          </a:blip>
          <a:srcRect b="2135" l="0" r="0" t="2135"/>
          <a:stretch/>
        </p:blipFill>
        <p:spPr>
          <a:xfrm>
            <a:off x="447850" y="4686300"/>
            <a:ext cx="1099802" cy="97160"/>
          </a:xfrm>
          <a:prstGeom prst="rect">
            <a:avLst/>
          </a:prstGeom>
          <a:noFill/>
          <a:ln>
            <a:noFill/>
          </a:ln>
        </p:spPr>
      </p:pic>
      <p:cxnSp>
        <p:nvCxnSpPr>
          <p:cNvPr id="758" name="Google Shape;758;p104"/>
          <p:cNvCxnSpPr/>
          <p:nvPr/>
        </p:nvCxnSpPr>
        <p:spPr>
          <a:xfrm>
            <a:off x="450488" y="1343476"/>
            <a:ext cx="6643800" cy="0"/>
          </a:xfrm>
          <a:prstGeom prst="straightConnector1">
            <a:avLst/>
          </a:prstGeom>
          <a:noFill/>
          <a:ln cap="flat" cmpd="sng" w="19050">
            <a:solidFill>
              <a:srgbClr val="EFEFEF"/>
            </a:solidFill>
            <a:prstDash val="solid"/>
            <a:miter lim="400000"/>
            <a:headEnd len="sm" w="sm" type="none"/>
            <a:tailEnd len="sm" w="sm" type="none"/>
          </a:ln>
        </p:spPr>
      </p:cxnSp>
      <p:sp>
        <p:nvSpPr>
          <p:cNvPr id="759" name="Google Shape;759;p104"/>
          <p:cNvSpPr txBox="1"/>
          <p:nvPr>
            <p:ph idx="1" type="subTitle"/>
          </p:nvPr>
        </p:nvSpPr>
        <p:spPr>
          <a:xfrm>
            <a:off x="450500" y="1684400"/>
            <a:ext cx="2529300" cy="3711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sp>
        <p:nvSpPr>
          <p:cNvPr id="760" name="Google Shape;760;p104"/>
          <p:cNvSpPr txBox="1"/>
          <p:nvPr>
            <p:ph idx="12" type="sldNum"/>
          </p:nvPr>
        </p:nvSpPr>
        <p:spPr>
          <a:xfrm>
            <a:off x="8330104" y="4683775"/>
            <a:ext cx="319200" cy="332400"/>
          </a:xfrm>
          <a:prstGeom prst="rect">
            <a:avLst/>
          </a:prstGeom>
          <a:noFill/>
          <a:ln>
            <a:noFill/>
          </a:ln>
        </p:spPr>
        <p:txBody>
          <a:bodyPr anchorCtr="0" anchor="ctr" bIns="91425" lIns="91425" spcFirstLastPara="1" rIns="91425" wrap="square" tIns="91425">
            <a:noAutofit/>
          </a:bodyPr>
          <a:lstStyle>
            <a:lvl1pPr lvl="0">
              <a:buNone/>
              <a:defRPr>
                <a:solidFill>
                  <a:srgbClr val="053053"/>
                </a:solidFill>
                <a:latin typeface="Space Mono"/>
                <a:ea typeface="Space Mono"/>
                <a:cs typeface="Space Mono"/>
                <a:sym typeface="Space Mono"/>
              </a:defRPr>
            </a:lvl1pPr>
            <a:lvl2pPr lvl="1">
              <a:buNone/>
              <a:defRPr>
                <a:solidFill>
                  <a:srgbClr val="053053"/>
                </a:solidFill>
                <a:latin typeface="Space Mono"/>
                <a:ea typeface="Space Mono"/>
                <a:cs typeface="Space Mono"/>
                <a:sym typeface="Space Mono"/>
              </a:defRPr>
            </a:lvl2pPr>
            <a:lvl3pPr lvl="2">
              <a:buNone/>
              <a:defRPr>
                <a:solidFill>
                  <a:srgbClr val="053053"/>
                </a:solidFill>
                <a:latin typeface="Space Mono"/>
                <a:ea typeface="Space Mono"/>
                <a:cs typeface="Space Mono"/>
                <a:sym typeface="Space Mono"/>
              </a:defRPr>
            </a:lvl3pPr>
            <a:lvl4pPr lvl="3">
              <a:buNone/>
              <a:defRPr>
                <a:solidFill>
                  <a:srgbClr val="053053"/>
                </a:solidFill>
                <a:latin typeface="Space Mono"/>
                <a:ea typeface="Space Mono"/>
                <a:cs typeface="Space Mono"/>
                <a:sym typeface="Space Mono"/>
              </a:defRPr>
            </a:lvl4pPr>
            <a:lvl5pPr lvl="4">
              <a:buNone/>
              <a:defRPr>
                <a:solidFill>
                  <a:srgbClr val="053053"/>
                </a:solidFill>
                <a:latin typeface="Space Mono"/>
                <a:ea typeface="Space Mono"/>
                <a:cs typeface="Space Mono"/>
                <a:sym typeface="Space Mono"/>
              </a:defRPr>
            </a:lvl5pPr>
            <a:lvl6pPr lvl="5">
              <a:buNone/>
              <a:defRPr>
                <a:solidFill>
                  <a:srgbClr val="053053"/>
                </a:solidFill>
                <a:latin typeface="Space Mono"/>
                <a:ea typeface="Space Mono"/>
                <a:cs typeface="Space Mono"/>
                <a:sym typeface="Space Mono"/>
              </a:defRPr>
            </a:lvl6pPr>
            <a:lvl7pPr lvl="6">
              <a:buNone/>
              <a:defRPr>
                <a:solidFill>
                  <a:srgbClr val="053053"/>
                </a:solidFill>
                <a:latin typeface="Space Mono"/>
                <a:ea typeface="Space Mono"/>
                <a:cs typeface="Space Mono"/>
                <a:sym typeface="Space Mono"/>
              </a:defRPr>
            </a:lvl7pPr>
            <a:lvl8pPr lvl="7">
              <a:buNone/>
              <a:defRPr>
                <a:solidFill>
                  <a:srgbClr val="053053"/>
                </a:solidFill>
                <a:latin typeface="Space Mono"/>
                <a:ea typeface="Space Mono"/>
                <a:cs typeface="Space Mono"/>
                <a:sym typeface="Space Mono"/>
              </a:defRPr>
            </a:lvl8pPr>
            <a:lvl9pPr lvl="8">
              <a:buNone/>
              <a:defRPr>
                <a:solidFill>
                  <a:srgbClr val="053053"/>
                </a:solidFill>
                <a:latin typeface="Space Mono"/>
                <a:ea typeface="Space Mono"/>
                <a:cs typeface="Space Mono"/>
                <a:sym typeface="Space Mono"/>
              </a:defRPr>
            </a:lvl9pPr>
          </a:lstStyle>
          <a:p>
            <a:pPr indent="0" lvl="0" marL="0" rtl="0" algn="l">
              <a:spcBef>
                <a:spcPts val="0"/>
              </a:spcBef>
              <a:spcAft>
                <a:spcPts val="0"/>
              </a:spcAft>
              <a:buNone/>
            </a:pPr>
            <a:fld id="{00000000-1234-1234-1234-123412341234}" type="slidenum">
              <a:rPr lang="en"/>
              <a:t>‹#›</a:t>
            </a:fld>
            <a:endParaRPr/>
          </a:p>
        </p:txBody>
      </p:sp>
      <p:sp>
        <p:nvSpPr>
          <p:cNvPr id="761" name="Google Shape;761;p104"/>
          <p:cNvSpPr txBox="1"/>
          <p:nvPr>
            <p:ph idx="2" type="subTitle"/>
          </p:nvPr>
        </p:nvSpPr>
        <p:spPr>
          <a:xfrm>
            <a:off x="3304925" y="1684400"/>
            <a:ext cx="2529300" cy="3711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cxnSp>
        <p:nvCxnSpPr>
          <p:cNvPr id="762" name="Google Shape;762;p104"/>
          <p:cNvCxnSpPr/>
          <p:nvPr/>
        </p:nvCxnSpPr>
        <p:spPr>
          <a:xfrm>
            <a:off x="3146950" y="1772550"/>
            <a:ext cx="0" cy="2275500"/>
          </a:xfrm>
          <a:prstGeom prst="straightConnector1">
            <a:avLst/>
          </a:prstGeom>
          <a:noFill/>
          <a:ln cap="flat" cmpd="sng" w="9525">
            <a:solidFill>
              <a:srgbClr val="053053"/>
            </a:solidFill>
            <a:prstDash val="solid"/>
            <a:miter lim="400000"/>
            <a:headEnd len="sm" w="sm" type="none"/>
            <a:tailEnd len="sm" w="sm" type="none"/>
          </a:ln>
        </p:spPr>
      </p:cxnSp>
      <p:cxnSp>
        <p:nvCxnSpPr>
          <p:cNvPr id="763" name="Google Shape;763;p104"/>
          <p:cNvCxnSpPr/>
          <p:nvPr/>
        </p:nvCxnSpPr>
        <p:spPr>
          <a:xfrm>
            <a:off x="5997050" y="1772550"/>
            <a:ext cx="0" cy="2275500"/>
          </a:xfrm>
          <a:prstGeom prst="straightConnector1">
            <a:avLst/>
          </a:prstGeom>
          <a:noFill/>
          <a:ln cap="flat" cmpd="sng" w="9525">
            <a:solidFill>
              <a:srgbClr val="053053"/>
            </a:solidFill>
            <a:prstDash val="solid"/>
            <a:miter lim="400000"/>
            <a:headEnd len="sm" w="sm" type="none"/>
            <a:tailEnd len="sm" w="sm" type="none"/>
          </a:ln>
        </p:spPr>
      </p:cxnSp>
      <p:sp>
        <p:nvSpPr>
          <p:cNvPr id="764" name="Google Shape;764;p104"/>
          <p:cNvSpPr txBox="1"/>
          <p:nvPr>
            <p:ph idx="3" type="subTitle"/>
          </p:nvPr>
        </p:nvSpPr>
        <p:spPr>
          <a:xfrm>
            <a:off x="6159875" y="1684400"/>
            <a:ext cx="2529300" cy="3711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sp>
        <p:nvSpPr>
          <p:cNvPr id="765" name="Google Shape;765;p104"/>
          <p:cNvSpPr txBox="1"/>
          <p:nvPr>
            <p:ph idx="4" type="body"/>
          </p:nvPr>
        </p:nvSpPr>
        <p:spPr>
          <a:xfrm>
            <a:off x="454099" y="2132825"/>
            <a:ext cx="2692800" cy="31509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262626"/>
              </a:buClr>
              <a:buSzPts val="1200"/>
              <a:buFont typeface="Poppins Light"/>
              <a:buChar char="■"/>
              <a:defRPr sz="1200">
                <a:solidFill>
                  <a:srgbClr val="262626"/>
                </a:solidFill>
                <a:latin typeface="Poppins Light"/>
                <a:ea typeface="Poppins Light"/>
                <a:cs typeface="Poppins Light"/>
                <a:sym typeface="Poppins Light"/>
              </a:defRPr>
            </a:lvl9pPr>
          </a:lstStyle>
          <a:p/>
        </p:txBody>
      </p:sp>
      <p:sp>
        <p:nvSpPr>
          <p:cNvPr id="766" name="Google Shape;766;p104"/>
          <p:cNvSpPr txBox="1"/>
          <p:nvPr>
            <p:ph idx="5" type="body"/>
          </p:nvPr>
        </p:nvSpPr>
        <p:spPr>
          <a:xfrm>
            <a:off x="3304056" y="2132825"/>
            <a:ext cx="2692800" cy="31509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262626"/>
              </a:buClr>
              <a:buSzPts val="1200"/>
              <a:buFont typeface="Poppins Light"/>
              <a:buChar char="■"/>
              <a:defRPr sz="1200">
                <a:solidFill>
                  <a:srgbClr val="262626"/>
                </a:solidFill>
                <a:latin typeface="Poppins Light"/>
                <a:ea typeface="Poppins Light"/>
                <a:cs typeface="Poppins Light"/>
                <a:sym typeface="Poppins Light"/>
              </a:defRPr>
            </a:lvl9pPr>
          </a:lstStyle>
          <a:p/>
        </p:txBody>
      </p:sp>
      <p:sp>
        <p:nvSpPr>
          <p:cNvPr id="767" name="Google Shape;767;p104"/>
          <p:cNvSpPr txBox="1"/>
          <p:nvPr>
            <p:ph idx="6" type="body"/>
          </p:nvPr>
        </p:nvSpPr>
        <p:spPr>
          <a:xfrm>
            <a:off x="6159881" y="2132825"/>
            <a:ext cx="2692800" cy="31509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262626"/>
              </a:buClr>
              <a:buSzPts val="1200"/>
              <a:buFont typeface="Poppins Light"/>
              <a:buChar char="■"/>
              <a:defRPr sz="1200">
                <a:solidFill>
                  <a:srgbClr val="262626"/>
                </a:solidFill>
                <a:latin typeface="Poppins Light"/>
                <a:ea typeface="Poppins Light"/>
                <a:cs typeface="Poppins Light"/>
                <a:sym typeface="Poppins Light"/>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Subtitle + Bullets (Blue)">
  <p:cSld name="TITLE_AND_BODY_1_3_2_1_1_1_1_1">
    <p:bg>
      <p:bgPr>
        <a:solidFill>
          <a:schemeClr val="lt1"/>
        </a:solidFill>
      </p:bgPr>
    </p:bg>
    <p:spTree>
      <p:nvGrpSpPr>
        <p:cNvPr id="768" name="Shape 768"/>
        <p:cNvGrpSpPr/>
        <p:nvPr/>
      </p:nvGrpSpPr>
      <p:grpSpPr>
        <a:xfrm>
          <a:off x="0" y="0"/>
          <a:ext cx="0" cy="0"/>
          <a:chOff x="0" y="0"/>
          <a:chExt cx="0" cy="0"/>
        </a:xfrm>
      </p:grpSpPr>
      <p:sp>
        <p:nvSpPr>
          <p:cNvPr id="769" name="Google Shape;769;p105"/>
          <p:cNvSpPr txBox="1"/>
          <p:nvPr>
            <p:ph type="title"/>
          </p:nvPr>
        </p:nvSpPr>
        <p:spPr>
          <a:xfrm>
            <a:off x="457200" y="445025"/>
            <a:ext cx="2647500" cy="570900"/>
          </a:xfrm>
          <a:prstGeom prst="rect">
            <a:avLst/>
          </a:prstGeom>
        </p:spPr>
        <p:txBody>
          <a:bodyPr anchorCtr="0" anchor="t" bIns="91425" lIns="0" spcFirstLastPara="1" rIns="0" wrap="square" tIns="91425">
            <a:noAutofit/>
          </a:bodyPr>
          <a:lstStyle>
            <a:lvl1pPr lvl="0">
              <a:spcBef>
                <a:spcPts val="0"/>
              </a:spcBef>
              <a:spcAft>
                <a:spcPts val="0"/>
              </a:spcAft>
              <a:buClr>
                <a:srgbClr val="05103E"/>
              </a:buClr>
              <a:buSzPts val="2800"/>
              <a:buFont typeface="Space Mono"/>
              <a:buNone/>
              <a:defRPr b="0" sz="2800">
                <a:solidFill>
                  <a:srgbClr val="05103E"/>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770" name="Google Shape;770;p105"/>
          <p:cNvSpPr txBox="1"/>
          <p:nvPr>
            <p:ph idx="1" type="body"/>
          </p:nvPr>
        </p:nvSpPr>
        <p:spPr>
          <a:xfrm>
            <a:off x="3946300" y="816039"/>
            <a:ext cx="4886100" cy="29790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053053"/>
              </a:buClr>
              <a:buSzPts val="1200"/>
              <a:buFont typeface="Poppins Light"/>
              <a:buChar char="■"/>
              <a:defRPr sz="1200">
                <a:solidFill>
                  <a:srgbClr val="053053"/>
                </a:solidFill>
                <a:latin typeface="Poppins Light"/>
                <a:ea typeface="Poppins Light"/>
                <a:cs typeface="Poppins Light"/>
                <a:sym typeface="Poppins Light"/>
              </a:defRPr>
            </a:lvl9pPr>
          </a:lstStyle>
          <a:p/>
        </p:txBody>
      </p:sp>
      <p:pic>
        <p:nvPicPr>
          <p:cNvPr id="771" name="Google Shape;771;p105"/>
          <p:cNvPicPr preferRelativeResize="0"/>
          <p:nvPr/>
        </p:nvPicPr>
        <p:blipFill rotWithShape="1">
          <a:blip r:embed="rId2">
            <a:alphaModFix/>
          </a:blip>
          <a:srcRect b="2135" l="0" r="0" t="2135"/>
          <a:stretch/>
        </p:blipFill>
        <p:spPr>
          <a:xfrm>
            <a:off x="447850" y="4686300"/>
            <a:ext cx="1099802" cy="97160"/>
          </a:xfrm>
          <a:prstGeom prst="rect">
            <a:avLst/>
          </a:prstGeom>
          <a:noFill/>
          <a:ln>
            <a:noFill/>
          </a:ln>
        </p:spPr>
      </p:pic>
      <p:sp>
        <p:nvSpPr>
          <p:cNvPr id="772" name="Google Shape;772;p105"/>
          <p:cNvSpPr txBox="1"/>
          <p:nvPr>
            <p:ph idx="2" type="subTitle"/>
          </p:nvPr>
        </p:nvSpPr>
        <p:spPr>
          <a:xfrm>
            <a:off x="3946300" y="445025"/>
            <a:ext cx="4886100" cy="5292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pic>
        <p:nvPicPr>
          <p:cNvPr id="773" name="Google Shape;773;p105"/>
          <p:cNvPicPr preferRelativeResize="0"/>
          <p:nvPr/>
        </p:nvPicPr>
        <p:blipFill rotWithShape="1">
          <a:blip r:embed="rId3">
            <a:alphaModFix/>
          </a:blip>
          <a:srcRect b="0" l="27599" r="0" t="8809"/>
          <a:stretch/>
        </p:blipFill>
        <p:spPr>
          <a:xfrm rot="-10799985">
            <a:off x="7653585" y="2789859"/>
            <a:ext cx="1566607" cy="2429831"/>
          </a:xfrm>
          <a:prstGeom prst="rect">
            <a:avLst/>
          </a:prstGeom>
          <a:noFill/>
          <a:ln>
            <a:noFill/>
          </a:ln>
        </p:spPr>
      </p:pic>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Bullets (Blue)">
  <p:cSld name="TITLE_AND_BODY_1_3_2_1_1">
    <p:bg>
      <p:bgPr>
        <a:solidFill>
          <a:schemeClr val="lt1"/>
        </a:solidFill>
      </p:bgPr>
    </p:bg>
    <p:spTree>
      <p:nvGrpSpPr>
        <p:cNvPr id="774" name="Shape 774"/>
        <p:cNvGrpSpPr/>
        <p:nvPr/>
      </p:nvGrpSpPr>
      <p:grpSpPr>
        <a:xfrm>
          <a:off x="0" y="0"/>
          <a:ext cx="0" cy="0"/>
          <a:chOff x="0" y="0"/>
          <a:chExt cx="0" cy="0"/>
        </a:xfrm>
      </p:grpSpPr>
      <p:pic>
        <p:nvPicPr>
          <p:cNvPr id="775" name="Google Shape;775;p106"/>
          <p:cNvPicPr preferRelativeResize="0"/>
          <p:nvPr/>
        </p:nvPicPr>
        <p:blipFill rotWithShape="1">
          <a:blip r:embed="rId2">
            <a:alphaModFix/>
          </a:blip>
          <a:srcRect b="0" l="27599" r="0" t="8809"/>
          <a:stretch/>
        </p:blipFill>
        <p:spPr>
          <a:xfrm rot="-10345201">
            <a:off x="1857683" y="2899759"/>
            <a:ext cx="1566609" cy="2429831"/>
          </a:xfrm>
          <a:prstGeom prst="rect">
            <a:avLst/>
          </a:prstGeom>
          <a:noFill/>
          <a:ln>
            <a:noFill/>
          </a:ln>
        </p:spPr>
      </p:pic>
      <p:sp>
        <p:nvSpPr>
          <p:cNvPr id="776" name="Google Shape;776;p106"/>
          <p:cNvSpPr txBox="1"/>
          <p:nvPr>
            <p:ph type="title"/>
          </p:nvPr>
        </p:nvSpPr>
        <p:spPr>
          <a:xfrm>
            <a:off x="457200" y="445025"/>
            <a:ext cx="2647500" cy="570900"/>
          </a:xfrm>
          <a:prstGeom prst="rect">
            <a:avLst/>
          </a:prstGeom>
        </p:spPr>
        <p:txBody>
          <a:bodyPr anchorCtr="0" anchor="t" bIns="91425" lIns="0" spcFirstLastPara="1" rIns="0" wrap="square" tIns="91425">
            <a:noAutofit/>
          </a:bodyPr>
          <a:lstStyle>
            <a:lvl1pPr lvl="0">
              <a:spcBef>
                <a:spcPts val="0"/>
              </a:spcBef>
              <a:spcAft>
                <a:spcPts val="0"/>
              </a:spcAft>
              <a:buClr>
                <a:srgbClr val="05103E"/>
              </a:buClr>
              <a:buSzPts val="2800"/>
              <a:buFont typeface="Space Mono"/>
              <a:buNone/>
              <a:defRPr b="0" sz="2800">
                <a:solidFill>
                  <a:srgbClr val="05103E"/>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777" name="Google Shape;777;p106"/>
          <p:cNvSpPr/>
          <p:nvPr/>
        </p:nvSpPr>
        <p:spPr>
          <a:xfrm>
            <a:off x="3296650" y="0"/>
            <a:ext cx="5847600" cy="5143500"/>
          </a:xfrm>
          <a:prstGeom prst="rect">
            <a:avLst/>
          </a:prstGeom>
          <a:solidFill>
            <a:srgbClr val="1A1D5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78" name="Google Shape;778;p106"/>
          <p:cNvPicPr preferRelativeResize="0"/>
          <p:nvPr/>
        </p:nvPicPr>
        <p:blipFill rotWithShape="1">
          <a:blip r:embed="rId3">
            <a:alphaModFix/>
          </a:blip>
          <a:srcRect b="2135" l="0" r="0" t="2135"/>
          <a:stretch/>
        </p:blipFill>
        <p:spPr>
          <a:xfrm>
            <a:off x="447850" y="4686300"/>
            <a:ext cx="1099802" cy="97160"/>
          </a:xfrm>
          <a:prstGeom prst="rect">
            <a:avLst/>
          </a:prstGeom>
          <a:noFill/>
          <a:ln>
            <a:noFill/>
          </a:ln>
        </p:spPr>
      </p:pic>
      <p:sp>
        <p:nvSpPr>
          <p:cNvPr id="779" name="Google Shape;779;p106"/>
          <p:cNvSpPr txBox="1"/>
          <p:nvPr>
            <p:ph idx="1" type="body"/>
          </p:nvPr>
        </p:nvSpPr>
        <p:spPr>
          <a:xfrm>
            <a:off x="3705250" y="445025"/>
            <a:ext cx="5127000" cy="3416400"/>
          </a:xfrm>
          <a:prstGeom prst="rect">
            <a:avLst/>
          </a:prstGeom>
        </p:spPr>
        <p:txBody>
          <a:bodyPr anchorCtr="0" anchor="t" bIns="91425" lIns="91425" spcFirstLastPara="1" rIns="91425" wrap="square" tIns="91425">
            <a:noAutofit/>
          </a:bodyPr>
          <a:lstStyle>
            <a:lvl1pPr indent="-311150" lvl="0" marL="457200">
              <a:lnSpc>
                <a:spcPct val="115000"/>
              </a:lnSpc>
              <a:spcBef>
                <a:spcPts val="0"/>
              </a:spcBef>
              <a:spcAft>
                <a:spcPts val="0"/>
              </a:spcAft>
              <a:buClr>
                <a:srgbClr val="00C98E"/>
              </a:buClr>
              <a:buSzPts val="1300"/>
              <a:buFont typeface="Poppins"/>
              <a:buChar char="●"/>
              <a:defRPr sz="1300">
                <a:solidFill>
                  <a:schemeClr val="lt1"/>
                </a:solidFill>
                <a:latin typeface="Poppins"/>
                <a:ea typeface="Poppins"/>
                <a:cs typeface="Poppins"/>
                <a:sym typeface="Poppins"/>
              </a:defRPr>
            </a:lvl1pPr>
            <a:lvl2pPr indent="-311150" lvl="1" marL="9144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2pPr>
            <a:lvl3pPr indent="-311150" lvl="2" marL="13716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3pPr>
            <a:lvl4pPr indent="-311150" lvl="3" marL="18288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4pPr>
            <a:lvl5pPr indent="-311150" lvl="4" marL="22860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5pPr>
            <a:lvl6pPr indent="-311150" lvl="5" marL="27432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6pPr>
            <a:lvl7pPr indent="-311150" lvl="6" marL="32004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7pPr>
            <a:lvl8pPr indent="-311150" lvl="7" marL="36576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8pPr>
            <a:lvl9pPr indent="-311150" lvl="8" marL="4114800">
              <a:lnSpc>
                <a:spcPct val="115000"/>
              </a:lnSpc>
              <a:spcBef>
                <a:spcPts val="1600"/>
              </a:spcBef>
              <a:spcAft>
                <a:spcPts val="1600"/>
              </a:spcAft>
              <a:buClr>
                <a:srgbClr val="00C98E"/>
              </a:buClr>
              <a:buSzPts val="1300"/>
              <a:buFont typeface="Poppins"/>
              <a:buChar char="■"/>
              <a:defRPr sz="1300">
                <a:solidFill>
                  <a:schemeClr val="lt1"/>
                </a:solidFill>
                <a:latin typeface="Poppins"/>
                <a:ea typeface="Poppins"/>
                <a:cs typeface="Poppins"/>
                <a:sym typeface="Poppins"/>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ly Title (White) 1">
  <p:cSld name="TITLE_AND_BODY_1_3_2_1_2">
    <p:bg>
      <p:bgPr>
        <a:solidFill>
          <a:schemeClr val="lt1"/>
        </a:solidFill>
      </p:bgPr>
    </p:bg>
    <p:spTree>
      <p:nvGrpSpPr>
        <p:cNvPr id="780" name="Shape 780"/>
        <p:cNvGrpSpPr/>
        <p:nvPr/>
      </p:nvGrpSpPr>
      <p:grpSpPr>
        <a:xfrm>
          <a:off x="0" y="0"/>
          <a:ext cx="0" cy="0"/>
          <a:chOff x="0" y="0"/>
          <a:chExt cx="0" cy="0"/>
        </a:xfrm>
      </p:grpSpPr>
      <p:sp>
        <p:nvSpPr>
          <p:cNvPr id="781" name="Google Shape;781;p107"/>
          <p:cNvSpPr txBox="1"/>
          <p:nvPr>
            <p:ph type="title"/>
          </p:nvPr>
        </p:nvSpPr>
        <p:spPr>
          <a:xfrm>
            <a:off x="457200" y="445025"/>
            <a:ext cx="7632900" cy="570900"/>
          </a:xfrm>
          <a:prstGeom prst="rect">
            <a:avLst/>
          </a:prstGeom>
        </p:spPr>
        <p:txBody>
          <a:bodyPr anchorCtr="0" anchor="t" bIns="91425" lIns="0" spcFirstLastPara="1" rIns="0" wrap="square" tIns="91425">
            <a:noAutofit/>
          </a:bodyPr>
          <a:lstStyle>
            <a:lvl1pPr lvl="0">
              <a:spcBef>
                <a:spcPts val="0"/>
              </a:spcBef>
              <a:spcAft>
                <a:spcPts val="0"/>
              </a:spcAft>
              <a:buClr>
                <a:srgbClr val="05103E"/>
              </a:buClr>
              <a:buSzPts val="2800"/>
              <a:buFont typeface="Space Mono"/>
              <a:buNone/>
              <a:defRPr b="0">
                <a:solidFill>
                  <a:srgbClr val="05103E"/>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782" name="Google Shape;782;p107"/>
          <p:cNvSpPr txBox="1"/>
          <p:nvPr>
            <p:ph idx="12" type="sldNum"/>
          </p:nvPr>
        </p:nvSpPr>
        <p:spPr>
          <a:xfrm>
            <a:off x="8330129" y="4686300"/>
            <a:ext cx="319200" cy="332400"/>
          </a:xfrm>
          <a:prstGeom prst="rect">
            <a:avLst/>
          </a:prstGeom>
          <a:noFill/>
          <a:ln>
            <a:noFill/>
          </a:ln>
        </p:spPr>
        <p:txBody>
          <a:bodyPr anchorCtr="0" anchor="ctr" bIns="91425" lIns="91425" spcFirstLastPara="1" rIns="91425" wrap="square" tIns="91425">
            <a:noAutofit/>
          </a:bodyPr>
          <a:lstStyle>
            <a:lvl1pPr lvl="0">
              <a:buNone/>
              <a:defRPr>
                <a:solidFill>
                  <a:srgbClr val="00C98E"/>
                </a:solidFill>
              </a:defRPr>
            </a:lvl1pPr>
            <a:lvl2pPr lvl="1">
              <a:buNone/>
              <a:defRPr>
                <a:solidFill>
                  <a:srgbClr val="00C98E"/>
                </a:solidFill>
              </a:defRPr>
            </a:lvl2pPr>
            <a:lvl3pPr lvl="2">
              <a:buNone/>
              <a:defRPr>
                <a:solidFill>
                  <a:srgbClr val="00C98E"/>
                </a:solidFill>
              </a:defRPr>
            </a:lvl3pPr>
            <a:lvl4pPr lvl="3">
              <a:buNone/>
              <a:defRPr>
                <a:solidFill>
                  <a:srgbClr val="00C98E"/>
                </a:solidFill>
              </a:defRPr>
            </a:lvl4pPr>
            <a:lvl5pPr lvl="4">
              <a:buNone/>
              <a:defRPr>
                <a:solidFill>
                  <a:srgbClr val="00C98E"/>
                </a:solidFill>
              </a:defRPr>
            </a:lvl5pPr>
            <a:lvl6pPr lvl="5">
              <a:buNone/>
              <a:defRPr>
                <a:solidFill>
                  <a:srgbClr val="00C98E"/>
                </a:solidFill>
              </a:defRPr>
            </a:lvl6pPr>
            <a:lvl7pPr lvl="6">
              <a:buNone/>
              <a:defRPr>
                <a:solidFill>
                  <a:srgbClr val="00C98E"/>
                </a:solidFill>
              </a:defRPr>
            </a:lvl7pPr>
            <a:lvl8pPr lvl="7">
              <a:buNone/>
              <a:defRPr>
                <a:solidFill>
                  <a:srgbClr val="00C98E"/>
                </a:solidFill>
              </a:defRPr>
            </a:lvl8pPr>
            <a:lvl9pPr lvl="8">
              <a:buNone/>
              <a:defRPr>
                <a:solidFill>
                  <a:srgbClr val="00C98E"/>
                </a:solidFill>
              </a:defRPr>
            </a:lvl9pPr>
          </a:lstStyle>
          <a:p>
            <a:pPr indent="0" lvl="0" marL="0" rtl="0" algn="l">
              <a:spcBef>
                <a:spcPts val="0"/>
              </a:spcBef>
              <a:spcAft>
                <a:spcPts val="0"/>
              </a:spcAft>
              <a:buNone/>
            </a:pPr>
            <a:fld id="{00000000-1234-1234-1234-123412341234}" type="slidenum">
              <a:rPr lang="en"/>
              <a:t>‹#›</a:t>
            </a:fld>
            <a:endParaRPr/>
          </a:p>
        </p:txBody>
      </p:sp>
      <p:cxnSp>
        <p:nvCxnSpPr>
          <p:cNvPr id="783" name="Google Shape;783;p107"/>
          <p:cNvCxnSpPr/>
          <p:nvPr/>
        </p:nvCxnSpPr>
        <p:spPr>
          <a:xfrm>
            <a:off x="450488" y="1206557"/>
            <a:ext cx="8227800" cy="0"/>
          </a:xfrm>
          <a:prstGeom prst="straightConnector1">
            <a:avLst/>
          </a:prstGeom>
          <a:noFill/>
          <a:ln cap="flat" cmpd="sng" w="19050">
            <a:solidFill>
              <a:srgbClr val="053053"/>
            </a:solidFill>
            <a:prstDash val="solid"/>
            <a:miter lim="400000"/>
            <a:headEnd len="sm" w="sm" type="none"/>
            <a:tailEnd len="sm" w="sm" type="none"/>
          </a:ln>
        </p:spPr>
      </p:cxnSp>
      <p:pic>
        <p:nvPicPr>
          <p:cNvPr id="784" name="Google Shape;784;p107"/>
          <p:cNvPicPr preferRelativeResize="0"/>
          <p:nvPr/>
        </p:nvPicPr>
        <p:blipFill rotWithShape="1">
          <a:blip r:embed="rId2">
            <a:alphaModFix/>
          </a:blip>
          <a:srcRect b="2135" l="0" r="0" t="2135"/>
          <a:stretch/>
        </p:blipFill>
        <p:spPr>
          <a:xfrm>
            <a:off x="447850" y="4686300"/>
            <a:ext cx="1099802" cy="97160"/>
          </a:xfrm>
          <a:prstGeom prst="rect">
            <a:avLst/>
          </a:prstGeom>
          <a:noFill/>
          <a:ln>
            <a:noFill/>
          </a:ln>
        </p:spPr>
      </p:pic>
      <p:sp>
        <p:nvSpPr>
          <p:cNvPr id="785" name="Google Shape;785;p107"/>
          <p:cNvSpPr txBox="1"/>
          <p:nvPr>
            <p:ph idx="1" type="body"/>
          </p:nvPr>
        </p:nvSpPr>
        <p:spPr>
          <a:xfrm>
            <a:off x="450500" y="1397175"/>
            <a:ext cx="8227800" cy="297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00CD89"/>
              </a:buClr>
              <a:buSzPts val="1800"/>
              <a:buChar char="●"/>
              <a:defRPr>
                <a:solidFill>
                  <a:srgbClr val="053053"/>
                </a:solidFill>
              </a:defRPr>
            </a:lvl1pPr>
            <a:lvl2pPr indent="-317500" lvl="1" marL="914400">
              <a:spcBef>
                <a:spcPts val="1600"/>
              </a:spcBef>
              <a:spcAft>
                <a:spcPts val="0"/>
              </a:spcAft>
              <a:buClr>
                <a:srgbClr val="00CD89"/>
              </a:buClr>
              <a:buSzPts val="1400"/>
              <a:buChar char="○"/>
              <a:defRPr>
                <a:solidFill>
                  <a:srgbClr val="053053"/>
                </a:solidFill>
              </a:defRPr>
            </a:lvl2pPr>
            <a:lvl3pPr indent="-317500" lvl="2" marL="1371600">
              <a:spcBef>
                <a:spcPts val="1600"/>
              </a:spcBef>
              <a:spcAft>
                <a:spcPts val="0"/>
              </a:spcAft>
              <a:buClr>
                <a:srgbClr val="00CD89"/>
              </a:buClr>
              <a:buSzPts val="1400"/>
              <a:buChar char="■"/>
              <a:defRPr>
                <a:solidFill>
                  <a:srgbClr val="053053"/>
                </a:solidFill>
              </a:defRPr>
            </a:lvl3pPr>
            <a:lvl4pPr indent="-317500" lvl="3" marL="1828800">
              <a:spcBef>
                <a:spcPts val="1600"/>
              </a:spcBef>
              <a:spcAft>
                <a:spcPts val="0"/>
              </a:spcAft>
              <a:buClr>
                <a:srgbClr val="00CD89"/>
              </a:buClr>
              <a:buSzPts val="1400"/>
              <a:buChar char="●"/>
              <a:defRPr>
                <a:solidFill>
                  <a:srgbClr val="053053"/>
                </a:solidFill>
              </a:defRPr>
            </a:lvl4pPr>
            <a:lvl5pPr indent="-317500" lvl="4" marL="2286000">
              <a:spcBef>
                <a:spcPts val="1600"/>
              </a:spcBef>
              <a:spcAft>
                <a:spcPts val="0"/>
              </a:spcAft>
              <a:buClr>
                <a:srgbClr val="00CD89"/>
              </a:buClr>
              <a:buSzPts val="1400"/>
              <a:buChar char="○"/>
              <a:defRPr>
                <a:solidFill>
                  <a:srgbClr val="053053"/>
                </a:solidFill>
              </a:defRPr>
            </a:lvl5pPr>
            <a:lvl6pPr indent="-317500" lvl="5" marL="2743200">
              <a:spcBef>
                <a:spcPts val="1600"/>
              </a:spcBef>
              <a:spcAft>
                <a:spcPts val="0"/>
              </a:spcAft>
              <a:buClr>
                <a:srgbClr val="00CD89"/>
              </a:buClr>
              <a:buSzPts val="1400"/>
              <a:buChar char="■"/>
              <a:defRPr>
                <a:solidFill>
                  <a:srgbClr val="053053"/>
                </a:solidFill>
              </a:defRPr>
            </a:lvl6pPr>
            <a:lvl7pPr indent="-317500" lvl="6" marL="3200400">
              <a:spcBef>
                <a:spcPts val="1600"/>
              </a:spcBef>
              <a:spcAft>
                <a:spcPts val="0"/>
              </a:spcAft>
              <a:buClr>
                <a:srgbClr val="00CD89"/>
              </a:buClr>
              <a:buSzPts val="1400"/>
              <a:buChar char="●"/>
              <a:defRPr>
                <a:solidFill>
                  <a:srgbClr val="053053"/>
                </a:solidFill>
              </a:defRPr>
            </a:lvl7pPr>
            <a:lvl8pPr indent="-317500" lvl="7" marL="3657600">
              <a:spcBef>
                <a:spcPts val="1600"/>
              </a:spcBef>
              <a:spcAft>
                <a:spcPts val="0"/>
              </a:spcAft>
              <a:buClr>
                <a:srgbClr val="00CD89"/>
              </a:buClr>
              <a:buSzPts val="1400"/>
              <a:buChar char="○"/>
              <a:defRPr>
                <a:solidFill>
                  <a:srgbClr val="053053"/>
                </a:solidFill>
              </a:defRPr>
            </a:lvl8pPr>
            <a:lvl9pPr indent="-317500" lvl="8" marL="4114800">
              <a:spcBef>
                <a:spcPts val="1600"/>
              </a:spcBef>
              <a:spcAft>
                <a:spcPts val="1600"/>
              </a:spcAft>
              <a:buClr>
                <a:srgbClr val="00CD89"/>
              </a:buClr>
              <a:buSzPts val="1400"/>
              <a:buChar char="■"/>
              <a:defRPr>
                <a:solidFill>
                  <a:srgbClr val="053053"/>
                </a:solidFill>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_1">
    <p:spTree>
      <p:nvGrpSpPr>
        <p:cNvPr id="786" name="Shape 786"/>
        <p:cNvGrpSpPr/>
        <p:nvPr/>
      </p:nvGrpSpPr>
      <p:grpSpPr>
        <a:xfrm>
          <a:off x="0" y="0"/>
          <a:ext cx="0" cy="0"/>
          <a:chOff x="0" y="0"/>
          <a:chExt cx="0" cy="0"/>
        </a:xfrm>
      </p:grpSpPr>
      <p:sp>
        <p:nvSpPr>
          <p:cNvPr id="787" name="Google Shape;787;p10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88" name="Google Shape;788;p108"/>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sp>
        <p:nvSpPr>
          <p:cNvPr id="789" name="Google Shape;789;p108"/>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790" name="Google Shape;790;p108"/>
          <p:cNvPicPr preferRelativeResize="0"/>
          <p:nvPr/>
        </p:nvPicPr>
        <p:blipFill>
          <a:blip r:embed="rId2">
            <a:alphaModFix/>
          </a:blip>
          <a:stretch>
            <a:fillRect/>
          </a:stretch>
        </p:blipFill>
        <p:spPr>
          <a:xfrm>
            <a:off x="393975" y="353175"/>
            <a:ext cx="961431" cy="828550"/>
          </a:xfrm>
          <a:prstGeom prst="rect">
            <a:avLst/>
          </a:prstGeom>
          <a:noFill/>
          <a:ln>
            <a:noFill/>
          </a:ln>
        </p:spPr>
      </p:pic>
      <p:pic>
        <p:nvPicPr>
          <p:cNvPr id="791" name="Google Shape;791;p108"/>
          <p:cNvPicPr preferRelativeResize="0"/>
          <p:nvPr/>
        </p:nvPicPr>
        <p:blipFill>
          <a:blip r:embed="rId3">
            <a:alphaModFix/>
          </a:blip>
          <a:stretch>
            <a:fillRect/>
          </a:stretch>
        </p:blipFill>
        <p:spPr>
          <a:xfrm>
            <a:off x="4017575" y="3397550"/>
            <a:ext cx="954805" cy="828550"/>
          </a:xfrm>
          <a:prstGeom prst="rect">
            <a:avLst/>
          </a:prstGeom>
          <a:noFill/>
          <a:ln>
            <a:noFill/>
          </a:ln>
        </p:spPr>
      </p:pic>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795" name="Shape 795"/>
        <p:cNvGrpSpPr/>
        <p:nvPr/>
      </p:nvGrpSpPr>
      <p:grpSpPr>
        <a:xfrm>
          <a:off x="0" y="0"/>
          <a:ext cx="0" cy="0"/>
          <a:chOff x="0" y="0"/>
          <a:chExt cx="0" cy="0"/>
        </a:xfrm>
      </p:grpSpPr>
      <p:pic>
        <p:nvPicPr>
          <p:cNvPr id="796" name="Google Shape;796;p110"/>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797" name="Google Shape;797;p11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798" name="Shape 798"/>
        <p:cNvGrpSpPr/>
        <p:nvPr/>
      </p:nvGrpSpPr>
      <p:grpSpPr>
        <a:xfrm>
          <a:off x="0" y="0"/>
          <a:ext cx="0" cy="0"/>
          <a:chOff x="0" y="0"/>
          <a:chExt cx="0" cy="0"/>
        </a:xfrm>
      </p:grpSpPr>
      <p:pic>
        <p:nvPicPr>
          <p:cNvPr id="799" name="Google Shape;799;p111"/>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800" name="Google Shape;800;p111"/>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801" name="Google Shape;801;p11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02" name="Google Shape;802;p111"/>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803" name="Shape 803"/>
        <p:cNvGrpSpPr/>
        <p:nvPr/>
      </p:nvGrpSpPr>
      <p:grpSpPr>
        <a:xfrm>
          <a:off x="0" y="0"/>
          <a:ext cx="0" cy="0"/>
          <a:chOff x="0" y="0"/>
          <a:chExt cx="0" cy="0"/>
        </a:xfrm>
      </p:grpSpPr>
      <p:pic>
        <p:nvPicPr>
          <p:cNvPr descr="Divider4.png" id="804" name="Google Shape;804;p112"/>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805" name="Google Shape;805;p112"/>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806" name="Google Shape;806;p112"/>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807" name="Google Shape;807;p112"/>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808" name="Google Shape;808;p112"/>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809" name="Google Shape;809;p112"/>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810" name="Shape 810"/>
        <p:cNvGrpSpPr/>
        <p:nvPr/>
      </p:nvGrpSpPr>
      <p:grpSpPr>
        <a:xfrm>
          <a:off x="0" y="0"/>
          <a:ext cx="0" cy="0"/>
          <a:chOff x="0" y="0"/>
          <a:chExt cx="0" cy="0"/>
        </a:xfrm>
      </p:grpSpPr>
      <p:sp>
        <p:nvSpPr>
          <p:cNvPr id="811" name="Google Shape;811;p113"/>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812" name="Google Shape;812;p113"/>
          <p:cNvGrpSpPr/>
          <p:nvPr/>
        </p:nvGrpSpPr>
        <p:grpSpPr>
          <a:xfrm rot="5400000">
            <a:off x="5719749" y="1629787"/>
            <a:ext cx="4964577" cy="1883925"/>
            <a:chOff x="4152224" y="1218499"/>
            <a:chExt cx="4964577" cy="1883925"/>
          </a:xfrm>
        </p:grpSpPr>
        <p:pic>
          <p:nvPicPr>
            <p:cNvPr id="813" name="Google Shape;813;p113"/>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814" name="Google Shape;814;p113"/>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815" name="Google Shape;815;p11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16" name="Google Shape;816;p11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17" name="Google Shape;817;p113"/>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818" name="Shape 818"/>
        <p:cNvGrpSpPr/>
        <p:nvPr/>
      </p:nvGrpSpPr>
      <p:grpSpPr>
        <a:xfrm>
          <a:off x="0" y="0"/>
          <a:ext cx="0" cy="0"/>
          <a:chOff x="0" y="0"/>
          <a:chExt cx="0" cy="0"/>
        </a:xfrm>
      </p:grpSpPr>
      <p:pic>
        <p:nvPicPr>
          <p:cNvPr id="819" name="Google Shape;819;p114"/>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20" name="Google Shape;820;p114"/>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821" name="Google Shape;821;p114"/>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22" name="Google Shape;822;p114"/>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23" name="Google Shape;823;p11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24" name="Google Shape;824;p1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25" name="Google Shape;825;p114"/>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826" name="Google Shape;826;p114"/>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827" name="Shape 827"/>
        <p:cNvGrpSpPr/>
        <p:nvPr/>
      </p:nvGrpSpPr>
      <p:grpSpPr>
        <a:xfrm>
          <a:off x="0" y="0"/>
          <a:ext cx="0" cy="0"/>
          <a:chOff x="0" y="0"/>
          <a:chExt cx="0" cy="0"/>
        </a:xfrm>
      </p:grpSpPr>
      <p:pic>
        <p:nvPicPr>
          <p:cNvPr id="828" name="Google Shape;828;p115"/>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29" name="Google Shape;829;p115"/>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830" name="Google Shape;830;p115"/>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831" name="Google Shape;831;p115"/>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832" name="Google Shape;832;p11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833" name="Google Shape;833;p11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34" name="Google Shape;834;p11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835" name="Shape 835"/>
        <p:cNvGrpSpPr/>
        <p:nvPr/>
      </p:nvGrpSpPr>
      <p:grpSpPr>
        <a:xfrm>
          <a:off x="0" y="0"/>
          <a:ext cx="0" cy="0"/>
          <a:chOff x="0" y="0"/>
          <a:chExt cx="0" cy="0"/>
        </a:xfrm>
      </p:grpSpPr>
      <p:pic>
        <p:nvPicPr>
          <p:cNvPr id="836" name="Google Shape;836;p116"/>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837" name="Google Shape;837;p116"/>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838" name="Google Shape;838;p116"/>
          <p:cNvGrpSpPr/>
          <p:nvPr/>
        </p:nvGrpSpPr>
        <p:grpSpPr>
          <a:xfrm>
            <a:off x="5709066" y="201260"/>
            <a:ext cx="2296623" cy="4424889"/>
            <a:chOff x="5598780" y="137712"/>
            <a:chExt cx="2577001" cy="4664652"/>
          </a:xfrm>
        </p:grpSpPr>
        <p:pic>
          <p:nvPicPr>
            <p:cNvPr id="839" name="Google Shape;839;p116"/>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840" name="Google Shape;840;p116"/>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1" name="Google Shape;841;p116"/>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42" name="Google Shape;842;p11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43" name="Google Shape;843;p11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44" name="Google Shape;844;p116"/>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845" name="Shape 845"/>
        <p:cNvGrpSpPr/>
        <p:nvPr/>
      </p:nvGrpSpPr>
      <p:grpSpPr>
        <a:xfrm>
          <a:off x="0" y="0"/>
          <a:ext cx="0" cy="0"/>
          <a:chOff x="0" y="0"/>
          <a:chExt cx="0" cy="0"/>
        </a:xfrm>
      </p:grpSpPr>
      <p:pic>
        <p:nvPicPr>
          <p:cNvPr id="846" name="Google Shape;846;p11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847" name="Google Shape;847;p11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48" name="Google Shape;848;p11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49" name="Google Shape;849;p117"/>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50" name="Google Shape;850;p11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51" name="Google Shape;851;p117"/>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52" name="Google Shape;852;p117"/>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853" name="Shape 853"/>
        <p:cNvGrpSpPr/>
        <p:nvPr/>
      </p:nvGrpSpPr>
      <p:grpSpPr>
        <a:xfrm>
          <a:off x="0" y="0"/>
          <a:ext cx="0" cy="0"/>
          <a:chOff x="0" y="0"/>
          <a:chExt cx="0" cy="0"/>
        </a:xfrm>
      </p:grpSpPr>
      <p:pic>
        <p:nvPicPr>
          <p:cNvPr id="854" name="Google Shape;854;p118"/>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855" name="Google Shape;855;p118"/>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56" name="Google Shape;856;p118"/>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57" name="Google Shape;857;p11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58" name="Google Shape;858;p11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859" name="Google Shape;859;p118"/>
          <p:cNvGrpSpPr/>
          <p:nvPr/>
        </p:nvGrpSpPr>
        <p:grpSpPr>
          <a:xfrm>
            <a:off x="4344100" y="398125"/>
            <a:ext cx="4546500" cy="4222800"/>
            <a:chOff x="4344100" y="398125"/>
            <a:chExt cx="4546500" cy="4222800"/>
          </a:xfrm>
        </p:grpSpPr>
        <p:sp>
          <p:nvSpPr>
            <p:cNvPr id="860" name="Google Shape;860;p118"/>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1" name="Google Shape;861;p118"/>
            <p:cNvGrpSpPr/>
            <p:nvPr/>
          </p:nvGrpSpPr>
          <p:grpSpPr>
            <a:xfrm>
              <a:off x="4445450" y="524200"/>
              <a:ext cx="399495" cy="101100"/>
              <a:chOff x="4445450" y="524200"/>
              <a:chExt cx="399495" cy="101100"/>
            </a:xfrm>
          </p:grpSpPr>
          <p:sp>
            <p:nvSpPr>
              <p:cNvPr id="862" name="Google Shape;862;p118"/>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18"/>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18"/>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5" name="Google Shape;865;p118"/>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866" name="Shape 866"/>
        <p:cNvGrpSpPr/>
        <p:nvPr/>
      </p:nvGrpSpPr>
      <p:grpSpPr>
        <a:xfrm>
          <a:off x="0" y="0"/>
          <a:ext cx="0" cy="0"/>
          <a:chOff x="0" y="0"/>
          <a:chExt cx="0" cy="0"/>
        </a:xfrm>
      </p:grpSpPr>
      <p:pic>
        <p:nvPicPr>
          <p:cNvPr id="867" name="Google Shape;867;p119"/>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868" name="Google Shape;868;p119"/>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69" name="Google Shape;869;p119"/>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70" name="Google Shape;870;p11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71" name="Google Shape;871;p11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872" name="Shape 872"/>
        <p:cNvGrpSpPr/>
        <p:nvPr/>
      </p:nvGrpSpPr>
      <p:grpSpPr>
        <a:xfrm>
          <a:off x="0" y="0"/>
          <a:ext cx="0" cy="0"/>
          <a:chOff x="0" y="0"/>
          <a:chExt cx="0" cy="0"/>
        </a:xfrm>
      </p:grpSpPr>
      <p:pic>
        <p:nvPicPr>
          <p:cNvPr id="873" name="Google Shape;873;p120"/>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874" name="Google Shape;874;p120"/>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20"/>
          <p:cNvSpPr txBox="1"/>
          <p:nvPr/>
        </p:nvSpPr>
        <p:spPr>
          <a:xfrm>
            <a:off x="357200" y="408225"/>
            <a:ext cx="4419000" cy="4617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876" name="Google Shape;876;p12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77" name="Google Shape;877;p12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78" name="Google Shape;878;p120"/>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79" name="Google Shape;879;p120"/>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880" name="Google Shape;880;p120"/>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881" name="Shape 881"/>
        <p:cNvGrpSpPr/>
        <p:nvPr/>
      </p:nvGrpSpPr>
      <p:grpSpPr>
        <a:xfrm>
          <a:off x="0" y="0"/>
          <a:ext cx="0" cy="0"/>
          <a:chOff x="0" y="0"/>
          <a:chExt cx="0" cy="0"/>
        </a:xfrm>
      </p:grpSpPr>
      <p:pic>
        <p:nvPicPr>
          <p:cNvPr id="882" name="Google Shape;882;p121"/>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883" name="Google Shape;883;p121"/>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884" name="Google Shape;884;p121"/>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85" name="Google Shape;885;p12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86" name="Google Shape;886;p12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87" name="Google Shape;887;p121"/>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888" name="Google Shape;888;p12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889" name="Google Shape;889;p12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90" name="Google Shape;890;p121"/>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891" name="Shape 891"/>
        <p:cNvGrpSpPr/>
        <p:nvPr/>
      </p:nvGrpSpPr>
      <p:grpSpPr>
        <a:xfrm>
          <a:off x="0" y="0"/>
          <a:ext cx="0" cy="0"/>
          <a:chOff x="0" y="0"/>
          <a:chExt cx="0" cy="0"/>
        </a:xfrm>
      </p:grpSpPr>
      <p:pic>
        <p:nvPicPr>
          <p:cNvPr id="892" name="Google Shape;892;p12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893" name="Google Shape;893;p122"/>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894" name="Google Shape;894;p122"/>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95" name="Google Shape;895;p12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96" name="Google Shape;896;p12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97" name="Google Shape;897;p122"/>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898" name="Google Shape;898;p12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899" name="Google Shape;899;p122"/>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900" name="Shape 900"/>
        <p:cNvGrpSpPr/>
        <p:nvPr/>
      </p:nvGrpSpPr>
      <p:grpSpPr>
        <a:xfrm>
          <a:off x="0" y="0"/>
          <a:ext cx="0" cy="0"/>
          <a:chOff x="0" y="0"/>
          <a:chExt cx="0" cy="0"/>
        </a:xfrm>
      </p:grpSpPr>
      <p:pic>
        <p:nvPicPr>
          <p:cNvPr id="901" name="Google Shape;901;p123"/>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902" name="Google Shape;902;p12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903" name="Google Shape;903;p123"/>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904" name="Google Shape;904;p123"/>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05" name="Google Shape;905;p12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06" name="Google Shape;906;p12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07" name="Google Shape;907;p12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908" name="Google Shape;908;p12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09" name="Google Shape;909;p12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910" name="Shape 910"/>
        <p:cNvGrpSpPr/>
        <p:nvPr/>
      </p:nvGrpSpPr>
      <p:grpSpPr>
        <a:xfrm>
          <a:off x="0" y="0"/>
          <a:ext cx="0" cy="0"/>
          <a:chOff x="0" y="0"/>
          <a:chExt cx="0" cy="0"/>
        </a:xfrm>
      </p:grpSpPr>
      <p:pic>
        <p:nvPicPr>
          <p:cNvPr id="911" name="Google Shape;911;p124"/>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912" name="Google Shape;912;p124"/>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913" name="Google Shape;913;p124"/>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914" name="Google Shape;914;p124"/>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15" name="Google Shape;915;p12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16" name="Google Shape;916;p12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17" name="Google Shape;917;p12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918" name="Google Shape;918;p12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19" name="Google Shape;919;p12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920" name="Shape 920"/>
        <p:cNvGrpSpPr/>
        <p:nvPr/>
      </p:nvGrpSpPr>
      <p:grpSpPr>
        <a:xfrm>
          <a:off x="0" y="0"/>
          <a:ext cx="0" cy="0"/>
          <a:chOff x="0" y="0"/>
          <a:chExt cx="0" cy="0"/>
        </a:xfrm>
      </p:grpSpPr>
      <p:pic>
        <p:nvPicPr>
          <p:cNvPr id="921" name="Google Shape;921;p125"/>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922" name="Google Shape;922;p125"/>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923" name="Google Shape;923;p125"/>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24" name="Google Shape;924;p125"/>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25" name="Google Shape;925;p12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26" name="Google Shape;926;p12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27" name="Google Shape;927;p12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928" name="Google Shape;928;p12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29" name="Google Shape;929;p125"/>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930" name="Shape 930"/>
        <p:cNvGrpSpPr/>
        <p:nvPr/>
      </p:nvGrpSpPr>
      <p:grpSpPr>
        <a:xfrm>
          <a:off x="0" y="0"/>
          <a:ext cx="0" cy="0"/>
          <a:chOff x="0" y="0"/>
          <a:chExt cx="0" cy="0"/>
        </a:xfrm>
      </p:grpSpPr>
      <p:pic>
        <p:nvPicPr>
          <p:cNvPr id="931" name="Google Shape;931;p126"/>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932" name="Google Shape;932;p126"/>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933" name="Google Shape;933;p12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34" name="Google Shape;934;p126"/>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35" name="Google Shape;935;p12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36" name="Google Shape;936;p12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37" name="Google Shape;937;p126"/>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938" name="Google Shape;938;p12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39" name="Google Shape;939;p12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940" name="Shape 940"/>
        <p:cNvGrpSpPr/>
        <p:nvPr/>
      </p:nvGrpSpPr>
      <p:grpSpPr>
        <a:xfrm>
          <a:off x="0" y="0"/>
          <a:ext cx="0" cy="0"/>
          <a:chOff x="0" y="0"/>
          <a:chExt cx="0" cy="0"/>
        </a:xfrm>
      </p:grpSpPr>
      <p:pic>
        <p:nvPicPr>
          <p:cNvPr id="941" name="Google Shape;941;p127"/>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942" name="Google Shape;942;p127"/>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943" name="Google Shape;943;p127"/>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44" name="Google Shape;944;p12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945" name="Google Shape;945;p12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46" name="Google Shape;946;p127"/>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127"/>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948" name="Google Shape;948;p127"/>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49" name="Google Shape;949;p127"/>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950" name="Google Shape;950;p127"/>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951" name="Shape 951"/>
        <p:cNvGrpSpPr/>
        <p:nvPr/>
      </p:nvGrpSpPr>
      <p:grpSpPr>
        <a:xfrm>
          <a:off x="0" y="0"/>
          <a:ext cx="0" cy="0"/>
          <a:chOff x="0" y="0"/>
          <a:chExt cx="0" cy="0"/>
        </a:xfrm>
      </p:grpSpPr>
      <p:pic>
        <p:nvPicPr>
          <p:cNvPr id="952" name="Google Shape;952;p128"/>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953" name="Google Shape;953;p128"/>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954" name="Google Shape;954;p128"/>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55" name="Google Shape;955;p128"/>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56" name="Google Shape;956;p12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57" name="Google Shape;957;p12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58" name="Google Shape;958;p128"/>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959" name="Google Shape;959;p12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60" name="Google Shape;960;p12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961" name="Shape 961"/>
        <p:cNvGrpSpPr/>
        <p:nvPr/>
      </p:nvGrpSpPr>
      <p:grpSpPr>
        <a:xfrm>
          <a:off x="0" y="0"/>
          <a:ext cx="0" cy="0"/>
          <a:chOff x="0" y="0"/>
          <a:chExt cx="0" cy="0"/>
        </a:xfrm>
      </p:grpSpPr>
      <p:pic>
        <p:nvPicPr>
          <p:cNvPr id="962" name="Google Shape;962;p129"/>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963" name="Google Shape;963;p12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964" name="Google Shape;964;p12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65" name="Google Shape;965;p129"/>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66" name="Google Shape;966;p12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67" name="Google Shape;967;p12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68" name="Google Shape;968;p12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969" name="Google Shape;969;p12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70" name="Google Shape;970;p12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971" name="Shape 971"/>
        <p:cNvGrpSpPr/>
        <p:nvPr/>
      </p:nvGrpSpPr>
      <p:grpSpPr>
        <a:xfrm>
          <a:off x="0" y="0"/>
          <a:ext cx="0" cy="0"/>
          <a:chOff x="0" y="0"/>
          <a:chExt cx="0" cy="0"/>
        </a:xfrm>
      </p:grpSpPr>
      <p:pic>
        <p:nvPicPr>
          <p:cNvPr id="972" name="Google Shape;972;p130"/>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973" name="Google Shape;973;p13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74" name="Google Shape;974;p130"/>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975" name="Google Shape;975;p130"/>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976" name="Google Shape;976;p130"/>
          <p:cNvSpPr txBox="1"/>
          <p:nvPr/>
        </p:nvSpPr>
        <p:spPr>
          <a:xfrm>
            <a:off x="1050100" y="1332050"/>
            <a:ext cx="7204800" cy="26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977" name="Google Shape;977;p130"/>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978" name="Shape 978"/>
        <p:cNvGrpSpPr/>
        <p:nvPr/>
      </p:nvGrpSpPr>
      <p:grpSpPr>
        <a:xfrm>
          <a:off x="0" y="0"/>
          <a:ext cx="0" cy="0"/>
          <a:chOff x="0" y="0"/>
          <a:chExt cx="0" cy="0"/>
        </a:xfrm>
      </p:grpSpPr>
      <p:pic>
        <p:nvPicPr>
          <p:cNvPr descr="Divider1.png" id="979" name="Google Shape;979;p131"/>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980" name="Google Shape;980;p131"/>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1" name="Google Shape;981;p131"/>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982" name="Shape 982"/>
        <p:cNvGrpSpPr/>
        <p:nvPr/>
      </p:nvGrpSpPr>
      <p:grpSpPr>
        <a:xfrm>
          <a:off x="0" y="0"/>
          <a:ext cx="0" cy="0"/>
          <a:chOff x="0" y="0"/>
          <a:chExt cx="0" cy="0"/>
        </a:xfrm>
      </p:grpSpPr>
      <p:pic>
        <p:nvPicPr>
          <p:cNvPr id="983" name="Google Shape;983;p132"/>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984" name="Google Shape;984;p132"/>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985" name="Google Shape;985;p132"/>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132"/>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987" name="Shape 987"/>
        <p:cNvGrpSpPr/>
        <p:nvPr/>
      </p:nvGrpSpPr>
      <p:grpSpPr>
        <a:xfrm>
          <a:off x="0" y="0"/>
          <a:ext cx="0" cy="0"/>
          <a:chOff x="0" y="0"/>
          <a:chExt cx="0" cy="0"/>
        </a:xfrm>
      </p:grpSpPr>
      <p:pic>
        <p:nvPicPr>
          <p:cNvPr id="988" name="Google Shape;988;p133"/>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989" name="Shape 989"/>
        <p:cNvGrpSpPr/>
        <p:nvPr/>
      </p:nvGrpSpPr>
      <p:grpSpPr>
        <a:xfrm>
          <a:off x="0" y="0"/>
          <a:ext cx="0" cy="0"/>
          <a:chOff x="0" y="0"/>
          <a:chExt cx="0" cy="0"/>
        </a:xfrm>
      </p:grpSpPr>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990" name="Shape 990"/>
        <p:cNvGrpSpPr/>
        <p:nvPr/>
      </p:nvGrpSpPr>
      <p:grpSpPr>
        <a:xfrm>
          <a:off x="0" y="0"/>
          <a:ext cx="0" cy="0"/>
          <a:chOff x="0" y="0"/>
          <a:chExt cx="0" cy="0"/>
        </a:xfrm>
      </p:grpSpPr>
      <p:grpSp>
        <p:nvGrpSpPr>
          <p:cNvPr id="991" name="Google Shape;991;p135"/>
          <p:cNvGrpSpPr/>
          <p:nvPr/>
        </p:nvGrpSpPr>
        <p:grpSpPr>
          <a:xfrm>
            <a:off x="6262100" y="-3850"/>
            <a:ext cx="2886900" cy="485125"/>
            <a:chOff x="6262100" y="-3850"/>
            <a:chExt cx="2886900" cy="485125"/>
          </a:xfrm>
        </p:grpSpPr>
        <p:pic>
          <p:nvPicPr>
            <p:cNvPr descr="1.png" id="992" name="Google Shape;992;p135"/>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993" name="Google Shape;993;p135"/>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994" name="Google Shape;994;p135"/>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995" name="Google Shape;995;p135"/>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996" name="Google Shape;996;p13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997" name="Google Shape;997;p13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98" name="Google Shape;998;p135"/>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999" name="Google Shape;999;p135"/>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1000" name="Google Shape;1000;p135"/>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1001" name="Google Shape;1001;p135"/>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1002" name="Google Shape;1002;p135"/>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1003" name="Google Shape;1003;p135"/>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1004" name="Google Shape;1004;p135"/>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1005" name="Shape 1005"/>
        <p:cNvGrpSpPr/>
        <p:nvPr/>
      </p:nvGrpSpPr>
      <p:grpSpPr>
        <a:xfrm>
          <a:off x="0" y="0"/>
          <a:ext cx="0" cy="0"/>
          <a:chOff x="0" y="0"/>
          <a:chExt cx="0" cy="0"/>
        </a:xfrm>
      </p:grpSpPr>
      <p:pic>
        <p:nvPicPr>
          <p:cNvPr id="1006" name="Google Shape;1006;p13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007" name="Google Shape;1007;p136"/>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1008" name="Google Shape;1008;p13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09" name="Google Shape;1009;p13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10" name="Google Shape;1010;p136"/>
          <p:cNvSpPr txBox="1"/>
          <p:nvPr/>
        </p:nvSpPr>
        <p:spPr>
          <a:xfrm>
            <a:off x="565375" y="333100"/>
            <a:ext cx="5005800" cy="4080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1011" name="Google Shape;1011;p136"/>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1015" name="Shape 1015"/>
        <p:cNvGrpSpPr/>
        <p:nvPr/>
      </p:nvGrpSpPr>
      <p:grpSpPr>
        <a:xfrm>
          <a:off x="0" y="0"/>
          <a:ext cx="0" cy="0"/>
          <a:chOff x="0" y="0"/>
          <a:chExt cx="0" cy="0"/>
        </a:xfrm>
      </p:grpSpPr>
      <p:pic>
        <p:nvPicPr>
          <p:cNvPr id="1016" name="Google Shape;1016;p138"/>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1017" name="Google Shape;1017;p13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1018" name="Shape 1018"/>
        <p:cNvGrpSpPr/>
        <p:nvPr/>
      </p:nvGrpSpPr>
      <p:grpSpPr>
        <a:xfrm>
          <a:off x="0" y="0"/>
          <a:ext cx="0" cy="0"/>
          <a:chOff x="0" y="0"/>
          <a:chExt cx="0" cy="0"/>
        </a:xfrm>
      </p:grpSpPr>
      <p:pic>
        <p:nvPicPr>
          <p:cNvPr id="1019" name="Google Shape;1019;p139"/>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1020" name="Google Shape;1020;p139"/>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1021" name="Google Shape;1021;p13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22" name="Google Shape;1022;p139"/>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1023" name="Shape 1023"/>
        <p:cNvGrpSpPr/>
        <p:nvPr/>
      </p:nvGrpSpPr>
      <p:grpSpPr>
        <a:xfrm>
          <a:off x="0" y="0"/>
          <a:ext cx="0" cy="0"/>
          <a:chOff x="0" y="0"/>
          <a:chExt cx="0" cy="0"/>
        </a:xfrm>
      </p:grpSpPr>
      <p:pic>
        <p:nvPicPr>
          <p:cNvPr descr="Divider4.png" id="1024" name="Google Shape;1024;p140"/>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1025" name="Google Shape;1025;p140"/>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1026" name="Google Shape;1026;p140"/>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1027" name="Google Shape;1027;p140"/>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1028" name="Google Shape;1028;p140"/>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1029" name="Google Shape;1029;p140"/>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1030" name="Shape 1030"/>
        <p:cNvGrpSpPr/>
        <p:nvPr/>
      </p:nvGrpSpPr>
      <p:grpSpPr>
        <a:xfrm>
          <a:off x="0" y="0"/>
          <a:ext cx="0" cy="0"/>
          <a:chOff x="0" y="0"/>
          <a:chExt cx="0" cy="0"/>
        </a:xfrm>
      </p:grpSpPr>
      <p:sp>
        <p:nvSpPr>
          <p:cNvPr id="1031" name="Google Shape;1031;p141"/>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1032" name="Google Shape;1032;p141"/>
          <p:cNvGrpSpPr/>
          <p:nvPr/>
        </p:nvGrpSpPr>
        <p:grpSpPr>
          <a:xfrm rot="5400000">
            <a:off x="5719749" y="1629787"/>
            <a:ext cx="4964577" cy="1883925"/>
            <a:chOff x="4152224" y="1218499"/>
            <a:chExt cx="4964577" cy="1883925"/>
          </a:xfrm>
        </p:grpSpPr>
        <p:pic>
          <p:nvPicPr>
            <p:cNvPr id="1033" name="Google Shape;1033;p141"/>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1034" name="Google Shape;1034;p141"/>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1035" name="Google Shape;1035;p14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36" name="Google Shape;1036;p14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037" name="Google Shape;1037;p141"/>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1038" name="Shape 1038"/>
        <p:cNvGrpSpPr/>
        <p:nvPr/>
      </p:nvGrpSpPr>
      <p:grpSpPr>
        <a:xfrm>
          <a:off x="0" y="0"/>
          <a:ext cx="0" cy="0"/>
          <a:chOff x="0" y="0"/>
          <a:chExt cx="0" cy="0"/>
        </a:xfrm>
      </p:grpSpPr>
      <p:pic>
        <p:nvPicPr>
          <p:cNvPr id="1039" name="Google Shape;1039;p142"/>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1040" name="Google Shape;1040;p142"/>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1041" name="Google Shape;1041;p142"/>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42" name="Google Shape;1042;p142"/>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43" name="Google Shape;1043;p14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44" name="Google Shape;1044;p14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045" name="Google Shape;1045;p142"/>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1046" name="Google Shape;1046;p142"/>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1047" name="Shape 1047"/>
        <p:cNvGrpSpPr/>
        <p:nvPr/>
      </p:nvGrpSpPr>
      <p:grpSpPr>
        <a:xfrm>
          <a:off x="0" y="0"/>
          <a:ext cx="0" cy="0"/>
          <a:chOff x="0" y="0"/>
          <a:chExt cx="0" cy="0"/>
        </a:xfrm>
      </p:grpSpPr>
      <p:pic>
        <p:nvPicPr>
          <p:cNvPr id="1048" name="Google Shape;1048;p143"/>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1049" name="Google Shape;1049;p143"/>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1050" name="Google Shape;1050;p143"/>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1051" name="Google Shape;1051;p143"/>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1052" name="Google Shape;1052;p14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053" name="Google Shape;1053;p14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54" name="Google Shape;1054;p143"/>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1055" name="Shape 1055"/>
        <p:cNvGrpSpPr/>
        <p:nvPr/>
      </p:nvGrpSpPr>
      <p:grpSpPr>
        <a:xfrm>
          <a:off x="0" y="0"/>
          <a:ext cx="0" cy="0"/>
          <a:chOff x="0" y="0"/>
          <a:chExt cx="0" cy="0"/>
        </a:xfrm>
      </p:grpSpPr>
      <p:pic>
        <p:nvPicPr>
          <p:cNvPr id="1056" name="Google Shape;1056;p144"/>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57" name="Google Shape;1057;p144"/>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1058" name="Google Shape;1058;p144"/>
          <p:cNvGrpSpPr/>
          <p:nvPr/>
        </p:nvGrpSpPr>
        <p:grpSpPr>
          <a:xfrm>
            <a:off x="5709066" y="201260"/>
            <a:ext cx="2296623" cy="4424889"/>
            <a:chOff x="5598780" y="137712"/>
            <a:chExt cx="2577001" cy="4664652"/>
          </a:xfrm>
        </p:grpSpPr>
        <p:pic>
          <p:nvPicPr>
            <p:cNvPr id="1059" name="Google Shape;1059;p144"/>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1060" name="Google Shape;1060;p144"/>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1" name="Google Shape;1061;p144"/>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62" name="Google Shape;1062;p14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63" name="Google Shape;1063;p14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64" name="Google Shape;1064;p144"/>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1065" name="Shape 1065"/>
        <p:cNvGrpSpPr/>
        <p:nvPr/>
      </p:nvGrpSpPr>
      <p:grpSpPr>
        <a:xfrm>
          <a:off x="0" y="0"/>
          <a:ext cx="0" cy="0"/>
          <a:chOff x="0" y="0"/>
          <a:chExt cx="0" cy="0"/>
        </a:xfrm>
      </p:grpSpPr>
      <p:pic>
        <p:nvPicPr>
          <p:cNvPr id="1066" name="Google Shape;1066;p145"/>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67" name="Google Shape;1067;p145"/>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68" name="Google Shape;1068;p145"/>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69" name="Google Shape;1069;p145"/>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70" name="Google Shape;1070;p14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71" name="Google Shape;1071;p145"/>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72" name="Google Shape;1072;p145"/>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1073" name="Shape 1073"/>
        <p:cNvGrpSpPr/>
        <p:nvPr/>
      </p:nvGrpSpPr>
      <p:grpSpPr>
        <a:xfrm>
          <a:off x="0" y="0"/>
          <a:ext cx="0" cy="0"/>
          <a:chOff x="0" y="0"/>
          <a:chExt cx="0" cy="0"/>
        </a:xfrm>
      </p:grpSpPr>
      <p:pic>
        <p:nvPicPr>
          <p:cNvPr id="1074" name="Google Shape;1074;p146"/>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1075" name="Google Shape;1075;p146"/>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76" name="Google Shape;1076;p146"/>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77" name="Google Shape;1077;p146"/>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78" name="Google Shape;1078;p14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1079" name="Google Shape;1079;p146"/>
          <p:cNvGrpSpPr/>
          <p:nvPr/>
        </p:nvGrpSpPr>
        <p:grpSpPr>
          <a:xfrm>
            <a:off x="4344100" y="398125"/>
            <a:ext cx="4546500" cy="4222800"/>
            <a:chOff x="4344100" y="398125"/>
            <a:chExt cx="4546500" cy="4222800"/>
          </a:xfrm>
        </p:grpSpPr>
        <p:sp>
          <p:nvSpPr>
            <p:cNvPr id="1080" name="Google Shape;1080;p146"/>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1" name="Google Shape;1081;p146"/>
            <p:cNvGrpSpPr/>
            <p:nvPr/>
          </p:nvGrpSpPr>
          <p:grpSpPr>
            <a:xfrm>
              <a:off x="4445450" y="524200"/>
              <a:ext cx="399495" cy="101100"/>
              <a:chOff x="4445450" y="524200"/>
              <a:chExt cx="399495" cy="101100"/>
            </a:xfrm>
          </p:grpSpPr>
          <p:sp>
            <p:nvSpPr>
              <p:cNvPr id="1082" name="Google Shape;1082;p146"/>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146"/>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146"/>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85" name="Google Shape;1085;p146"/>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1086" name="Shape 1086"/>
        <p:cNvGrpSpPr/>
        <p:nvPr/>
      </p:nvGrpSpPr>
      <p:grpSpPr>
        <a:xfrm>
          <a:off x="0" y="0"/>
          <a:ext cx="0" cy="0"/>
          <a:chOff x="0" y="0"/>
          <a:chExt cx="0" cy="0"/>
        </a:xfrm>
      </p:grpSpPr>
      <p:pic>
        <p:nvPicPr>
          <p:cNvPr id="1087" name="Google Shape;1087;p14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88" name="Google Shape;1088;p14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89" name="Google Shape;1089;p14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90" name="Google Shape;1090;p147"/>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91" name="Google Shape;1091;p14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1092" name="Shape 1092"/>
        <p:cNvGrpSpPr/>
        <p:nvPr/>
      </p:nvGrpSpPr>
      <p:grpSpPr>
        <a:xfrm>
          <a:off x="0" y="0"/>
          <a:ext cx="0" cy="0"/>
          <a:chOff x="0" y="0"/>
          <a:chExt cx="0" cy="0"/>
        </a:xfrm>
      </p:grpSpPr>
      <p:pic>
        <p:nvPicPr>
          <p:cNvPr id="1093" name="Google Shape;1093;p148"/>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1094" name="Google Shape;1094;p148"/>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148"/>
          <p:cNvSpPr txBox="1"/>
          <p:nvPr/>
        </p:nvSpPr>
        <p:spPr>
          <a:xfrm>
            <a:off x="357200" y="408225"/>
            <a:ext cx="4419000" cy="4617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1096" name="Google Shape;1096;p14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97" name="Google Shape;1097;p14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98" name="Google Shape;1098;p148"/>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99" name="Google Shape;1099;p148"/>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100" name="Google Shape;1100;p148"/>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1101" name="Shape 1101"/>
        <p:cNvGrpSpPr/>
        <p:nvPr/>
      </p:nvGrpSpPr>
      <p:grpSpPr>
        <a:xfrm>
          <a:off x="0" y="0"/>
          <a:ext cx="0" cy="0"/>
          <a:chOff x="0" y="0"/>
          <a:chExt cx="0" cy="0"/>
        </a:xfrm>
      </p:grpSpPr>
      <p:pic>
        <p:nvPicPr>
          <p:cNvPr id="1102" name="Google Shape;1102;p149"/>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1103" name="Google Shape;1103;p149"/>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1104" name="Google Shape;1104;p149"/>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05" name="Google Shape;1105;p14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106" name="Google Shape;1106;p14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07" name="Google Shape;1107;p14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1108" name="Google Shape;1108;p14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09" name="Google Shape;1109;p14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10" name="Google Shape;1110;p149"/>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1111" name="Shape 1111"/>
        <p:cNvGrpSpPr/>
        <p:nvPr/>
      </p:nvGrpSpPr>
      <p:grpSpPr>
        <a:xfrm>
          <a:off x="0" y="0"/>
          <a:ext cx="0" cy="0"/>
          <a:chOff x="0" y="0"/>
          <a:chExt cx="0" cy="0"/>
        </a:xfrm>
      </p:grpSpPr>
      <p:pic>
        <p:nvPicPr>
          <p:cNvPr id="1112" name="Google Shape;1112;p150"/>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113" name="Google Shape;1113;p15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1114" name="Google Shape;1114;p150"/>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15" name="Google Shape;1115;p15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116" name="Google Shape;1116;p15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117" name="Google Shape;1117;p150"/>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1118" name="Google Shape;1118;p150"/>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1119" name="Google Shape;1119;p150"/>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1120" name="Shape 1120"/>
        <p:cNvGrpSpPr/>
        <p:nvPr/>
      </p:nvGrpSpPr>
      <p:grpSpPr>
        <a:xfrm>
          <a:off x="0" y="0"/>
          <a:ext cx="0" cy="0"/>
          <a:chOff x="0" y="0"/>
          <a:chExt cx="0" cy="0"/>
        </a:xfrm>
      </p:grpSpPr>
      <p:pic>
        <p:nvPicPr>
          <p:cNvPr id="1121" name="Google Shape;1121;p151"/>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1122" name="Google Shape;1122;p151"/>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123" name="Google Shape;1123;p151"/>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124" name="Google Shape;1124;p151"/>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25" name="Google Shape;1125;p15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26" name="Google Shape;1126;p15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27" name="Google Shape;1127;p151"/>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1128" name="Google Shape;1128;p15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29" name="Google Shape;1129;p15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1130" name="Shape 1130"/>
        <p:cNvGrpSpPr/>
        <p:nvPr/>
      </p:nvGrpSpPr>
      <p:grpSpPr>
        <a:xfrm>
          <a:off x="0" y="0"/>
          <a:ext cx="0" cy="0"/>
          <a:chOff x="0" y="0"/>
          <a:chExt cx="0" cy="0"/>
        </a:xfrm>
      </p:grpSpPr>
      <p:pic>
        <p:nvPicPr>
          <p:cNvPr id="1131" name="Google Shape;1131;p152"/>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132" name="Google Shape;1132;p152"/>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1133" name="Google Shape;1133;p152"/>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134" name="Google Shape;1134;p152"/>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35" name="Google Shape;1135;p15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36" name="Google Shape;1136;p15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37" name="Google Shape;1137;p15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1138" name="Google Shape;1138;p15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39" name="Google Shape;1139;p15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1140" name="Shape 1140"/>
        <p:cNvGrpSpPr/>
        <p:nvPr/>
      </p:nvGrpSpPr>
      <p:grpSpPr>
        <a:xfrm>
          <a:off x="0" y="0"/>
          <a:ext cx="0" cy="0"/>
          <a:chOff x="0" y="0"/>
          <a:chExt cx="0" cy="0"/>
        </a:xfrm>
      </p:grpSpPr>
      <p:pic>
        <p:nvPicPr>
          <p:cNvPr id="1141" name="Google Shape;1141;p153"/>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1142" name="Google Shape;1142;p15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143" name="Google Shape;1143;p15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144" name="Google Shape;1144;p153"/>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45" name="Google Shape;1145;p15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46" name="Google Shape;1146;p15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47" name="Google Shape;1147;p15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1148" name="Google Shape;1148;p15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49" name="Google Shape;1149;p153"/>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1150" name="Shape 1150"/>
        <p:cNvGrpSpPr/>
        <p:nvPr/>
      </p:nvGrpSpPr>
      <p:grpSpPr>
        <a:xfrm>
          <a:off x="0" y="0"/>
          <a:ext cx="0" cy="0"/>
          <a:chOff x="0" y="0"/>
          <a:chExt cx="0" cy="0"/>
        </a:xfrm>
      </p:grpSpPr>
      <p:pic>
        <p:nvPicPr>
          <p:cNvPr id="1151" name="Google Shape;1151;p154"/>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1152" name="Google Shape;1152;p154"/>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1153" name="Google Shape;1153;p154"/>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154" name="Google Shape;1154;p154"/>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55" name="Google Shape;1155;p15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56" name="Google Shape;1156;p15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57" name="Google Shape;1157;p154"/>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1158" name="Google Shape;1158;p15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59" name="Google Shape;1159;p15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1160" name="Shape 1160"/>
        <p:cNvGrpSpPr/>
        <p:nvPr/>
      </p:nvGrpSpPr>
      <p:grpSpPr>
        <a:xfrm>
          <a:off x="0" y="0"/>
          <a:ext cx="0" cy="0"/>
          <a:chOff x="0" y="0"/>
          <a:chExt cx="0" cy="0"/>
        </a:xfrm>
      </p:grpSpPr>
      <p:pic>
        <p:nvPicPr>
          <p:cNvPr id="1161" name="Google Shape;1161;p155"/>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1162" name="Google Shape;1162;p155"/>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1163" name="Google Shape;1163;p155"/>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64" name="Google Shape;1164;p15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165" name="Google Shape;1165;p15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66" name="Google Shape;1166;p155"/>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155"/>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1168" name="Google Shape;1168;p155"/>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69" name="Google Shape;1169;p155"/>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1170" name="Google Shape;1170;p155"/>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1171" name="Shape 1171"/>
        <p:cNvGrpSpPr/>
        <p:nvPr/>
      </p:nvGrpSpPr>
      <p:grpSpPr>
        <a:xfrm>
          <a:off x="0" y="0"/>
          <a:ext cx="0" cy="0"/>
          <a:chOff x="0" y="0"/>
          <a:chExt cx="0" cy="0"/>
        </a:xfrm>
      </p:grpSpPr>
      <p:pic>
        <p:nvPicPr>
          <p:cNvPr id="1172" name="Google Shape;1172;p15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173" name="Google Shape;1173;p156"/>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1174" name="Google Shape;1174;p15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175" name="Google Shape;1175;p156"/>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76" name="Google Shape;1176;p15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77" name="Google Shape;1177;p15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78" name="Google Shape;1178;p156"/>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1179" name="Google Shape;1179;p15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80" name="Google Shape;1180;p15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1181" name="Shape 1181"/>
        <p:cNvGrpSpPr/>
        <p:nvPr/>
      </p:nvGrpSpPr>
      <p:grpSpPr>
        <a:xfrm>
          <a:off x="0" y="0"/>
          <a:ext cx="0" cy="0"/>
          <a:chOff x="0" y="0"/>
          <a:chExt cx="0" cy="0"/>
        </a:xfrm>
      </p:grpSpPr>
      <p:pic>
        <p:nvPicPr>
          <p:cNvPr id="1182" name="Google Shape;1182;p157"/>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183" name="Google Shape;1183;p157"/>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184" name="Google Shape;1184;p15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185" name="Google Shape;1185;p157"/>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86" name="Google Shape;1186;p15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87" name="Google Shape;1187;p15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88" name="Google Shape;1188;p15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1189" name="Google Shape;1189;p15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90" name="Google Shape;1190;p15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1191" name="Shape 1191"/>
        <p:cNvGrpSpPr/>
        <p:nvPr/>
      </p:nvGrpSpPr>
      <p:grpSpPr>
        <a:xfrm>
          <a:off x="0" y="0"/>
          <a:ext cx="0" cy="0"/>
          <a:chOff x="0" y="0"/>
          <a:chExt cx="0" cy="0"/>
        </a:xfrm>
      </p:grpSpPr>
      <p:pic>
        <p:nvPicPr>
          <p:cNvPr id="1192" name="Google Shape;1192;p158"/>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1193" name="Google Shape;1193;p15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94" name="Google Shape;1194;p158"/>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1195" name="Google Shape;1195;p158"/>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1196" name="Google Shape;1196;p158"/>
          <p:cNvSpPr txBox="1"/>
          <p:nvPr/>
        </p:nvSpPr>
        <p:spPr>
          <a:xfrm>
            <a:off x="1050100" y="1332050"/>
            <a:ext cx="7204800" cy="26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1197" name="Google Shape;1197;p158"/>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1198" name="Shape 1198"/>
        <p:cNvGrpSpPr/>
        <p:nvPr/>
      </p:nvGrpSpPr>
      <p:grpSpPr>
        <a:xfrm>
          <a:off x="0" y="0"/>
          <a:ext cx="0" cy="0"/>
          <a:chOff x="0" y="0"/>
          <a:chExt cx="0" cy="0"/>
        </a:xfrm>
      </p:grpSpPr>
      <p:pic>
        <p:nvPicPr>
          <p:cNvPr descr="Divider1.png" id="1199" name="Google Shape;1199;p159"/>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200" name="Google Shape;1200;p159"/>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01" name="Google Shape;1201;p159"/>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1202" name="Shape 1202"/>
        <p:cNvGrpSpPr/>
        <p:nvPr/>
      </p:nvGrpSpPr>
      <p:grpSpPr>
        <a:xfrm>
          <a:off x="0" y="0"/>
          <a:ext cx="0" cy="0"/>
          <a:chOff x="0" y="0"/>
          <a:chExt cx="0" cy="0"/>
        </a:xfrm>
      </p:grpSpPr>
      <p:pic>
        <p:nvPicPr>
          <p:cNvPr id="1203" name="Google Shape;1203;p160"/>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1204" name="Google Shape;1204;p160"/>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1205" name="Google Shape;1205;p160"/>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160"/>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1207" name="Shape 1207"/>
        <p:cNvGrpSpPr/>
        <p:nvPr/>
      </p:nvGrpSpPr>
      <p:grpSpPr>
        <a:xfrm>
          <a:off x="0" y="0"/>
          <a:ext cx="0" cy="0"/>
          <a:chOff x="0" y="0"/>
          <a:chExt cx="0" cy="0"/>
        </a:xfrm>
      </p:grpSpPr>
      <p:pic>
        <p:nvPicPr>
          <p:cNvPr id="1208" name="Google Shape;1208;p161"/>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209" name="Shape 1209"/>
        <p:cNvGrpSpPr/>
        <p:nvPr/>
      </p:nvGrpSpPr>
      <p:grpSpPr>
        <a:xfrm>
          <a:off x="0" y="0"/>
          <a:ext cx="0" cy="0"/>
          <a:chOff x="0" y="0"/>
          <a:chExt cx="0" cy="0"/>
        </a:xfrm>
      </p:grpSpPr>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1210" name="Shape 1210"/>
        <p:cNvGrpSpPr/>
        <p:nvPr/>
      </p:nvGrpSpPr>
      <p:grpSpPr>
        <a:xfrm>
          <a:off x="0" y="0"/>
          <a:ext cx="0" cy="0"/>
          <a:chOff x="0" y="0"/>
          <a:chExt cx="0" cy="0"/>
        </a:xfrm>
      </p:grpSpPr>
      <p:grpSp>
        <p:nvGrpSpPr>
          <p:cNvPr id="1211" name="Google Shape;1211;p163"/>
          <p:cNvGrpSpPr/>
          <p:nvPr/>
        </p:nvGrpSpPr>
        <p:grpSpPr>
          <a:xfrm>
            <a:off x="6262100" y="-3850"/>
            <a:ext cx="2886900" cy="485125"/>
            <a:chOff x="6262100" y="-3850"/>
            <a:chExt cx="2886900" cy="485125"/>
          </a:xfrm>
        </p:grpSpPr>
        <p:pic>
          <p:nvPicPr>
            <p:cNvPr descr="1.png" id="1212" name="Google Shape;1212;p163"/>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1213" name="Google Shape;1213;p163"/>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1214" name="Google Shape;1214;p163"/>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1215" name="Google Shape;1215;p163"/>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1216" name="Google Shape;1216;p16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217" name="Google Shape;1217;p16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218" name="Google Shape;1218;p163"/>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1219" name="Google Shape;1219;p163"/>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1220" name="Google Shape;1220;p163"/>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1221" name="Google Shape;1221;p163"/>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1222" name="Google Shape;1222;p163"/>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1223" name="Google Shape;1223;p163"/>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1224" name="Google Shape;1224;p163"/>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1225" name="Shape 1225"/>
        <p:cNvGrpSpPr/>
        <p:nvPr/>
      </p:nvGrpSpPr>
      <p:grpSpPr>
        <a:xfrm>
          <a:off x="0" y="0"/>
          <a:ext cx="0" cy="0"/>
          <a:chOff x="0" y="0"/>
          <a:chExt cx="0" cy="0"/>
        </a:xfrm>
      </p:grpSpPr>
      <p:pic>
        <p:nvPicPr>
          <p:cNvPr id="1226" name="Google Shape;1226;p164"/>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227" name="Google Shape;1227;p164"/>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1228" name="Google Shape;1228;p16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229" name="Google Shape;1229;p16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230" name="Google Shape;1230;p164"/>
          <p:cNvSpPr txBox="1"/>
          <p:nvPr/>
        </p:nvSpPr>
        <p:spPr>
          <a:xfrm>
            <a:off x="565375" y="333100"/>
            <a:ext cx="5005800" cy="4080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1231" name="Google Shape;1231;p164"/>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5.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theme" Target="../theme/theme3.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9.xml"/><Relationship Id="rId22" Type="http://schemas.openxmlformats.org/officeDocument/2006/relationships/slideLayout" Target="../slideLayouts/slideLayout61.xml"/><Relationship Id="rId21" Type="http://schemas.openxmlformats.org/officeDocument/2006/relationships/slideLayout" Target="../slideLayouts/slideLayout60.xml"/><Relationship Id="rId24" Type="http://schemas.openxmlformats.org/officeDocument/2006/relationships/slideLayout" Target="../slideLayouts/slideLayout63.xml"/><Relationship Id="rId23" Type="http://schemas.openxmlformats.org/officeDocument/2006/relationships/slideLayout" Target="../slideLayouts/slideLayout62.xml"/><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9" Type="http://schemas.openxmlformats.org/officeDocument/2006/relationships/slideLayout" Target="../slideLayouts/slideLayout48.xml"/><Relationship Id="rId26" Type="http://schemas.openxmlformats.org/officeDocument/2006/relationships/slideLayout" Target="../slideLayouts/slideLayout65.xml"/><Relationship Id="rId25" Type="http://schemas.openxmlformats.org/officeDocument/2006/relationships/slideLayout" Target="../slideLayouts/slideLayout64.xml"/><Relationship Id="rId28" Type="http://schemas.openxmlformats.org/officeDocument/2006/relationships/theme" Target="../theme/theme7.xml"/><Relationship Id="rId27" Type="http://schemas.openxmlformats.org/officeDocument/2006/relationships/slideLayout" Target="../slideLayouts/slideLayout66.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slideLayout" Target="../slideLayouts/slideLayout47.xml"/><Relationship Id="rId11" Type="http://schemas.openxmlformats.org/officeDocument/2006/relationships/slideLayout" Target="../slideLayouts/slideLayout50.xml"/><Relationship Id="rId10" Type="http://schemas.openxmlformats.org/officeDocument/2006/relationships/slideLayout" Target="../slideLayouts/slideLayout49.xml"/><Relationship Id="rId13" Type="http://schemas.openxmlformats.org/officeDocument/2006/relationships/slideLayout" Target="../slideLayouts/slideLayout52.xml"/><Relationship Id="rId12" Type="http://schemas.openxmlformats.org/officeDocument/2006/relationships/slideLayout" Target="../slideLayouts/slideLayout51.xml"/><Relationship Id="rId15" Type="http://schemas.openxmlformats.org/officeDocument/2006/relationships/slideLayout" Target="../slideLayouts/slideLayout54.xml"/><Relationship Id="rId14" Type="http://schemas.openxmlformats.org/officeDocument/2006/relationships/slideLayout" Target="../slideLayouts/slideLayout53.xml"/><Relationship Id="rId17" Type="http://schemas.openxmlformats.org/officeDocument/2006/relationships/slideLayout" Target="../slideLayouts/slideLayout56.xml"/><Relationship Id="rId16" Type="http://schemas.openxmlformats.org/officeDocument/2006/relationships/slideLayout" Target="../slideLayouts/slideLayout55.xml"/><Relationship Id="rId19" Type="http://schemas.openxmlformats.org/officeDocument/2006/relationships/slideLayout" Target="../slideLayouts/slideLayout58.xml"/><Relationship Id="rId18" Type="http://schemas.openxmlformats.org/officeDocument/2006/relationships/slideLayout" Target="../slideLayouts/slideLayout57.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86.xml"/><Relationship Id="rId22" Type="http://schemas.openxmlformats.org/officeDocument/2006/relationships/slideLayout" Target="../slideLayouts/slideLayout88.xml"/><Relationship Id="rId21" Type="http://schemas.openxmlformats.org/officeDocument/2006/relationships/slideLayout" Target="../slideLayouts/slideLayout87.xml"/><Relationship Id="rId24" Type="http://schemas.openxmlformats.org/officeDocument/2006/relationships/slideLayout" Target="../slideLayouts/slideLayout90.xml"/><Relationship Id="rId23" Type="http://schemas.openxmlformats.org/officeDocument/2006/relationships/slideLayout" Target="../slideLayouts/slideLayout89.xml"/><Relationship Id="rId1" Type="http://schemas.openxmlformats.org/officeDocument/2006/relationships/slideLayout" Target="../slideLayouts/slideLayout67.xml"/><Relationship Id="rId2" Type="http://schemas.openxmlformats.org/officeDocument/2006/relationships/slideLayout" Target="../slideLayouts/slideLayout68.xml"/><Relationship Id="rId3" Type="http://schemas.openxmlformats.org/officeDocument/2006/relationships/slideLayout" Target="../slideLayouts/slideLayout69.xml"/><Relationship Id="rId4" Type="http://schemas.openxmlformats.org/officeDocument/2006/relationships/slideLayout" Target="../slideLayouts/slideLayout70.xml"/><Relationship Id="rId9" Type="http://schemas.openxmlformats.org/officeDocument/2006/relationships/slideLayout" Target="../slideLayouts/slideLayout75.xml"/><Relationship Id="rId26" Type="http://schemas.openxmlformats.org/officeDocument/2006/relationships/slideLayout" Target="../slideLayouts/slideLayout92.xml"/><Relationship Id="rId25" Type="http://schemas.openxmlformats.org/officeDocument/2006/relationships/slideLayout" Target="../slideLayouts/slideLayout91.xml"/><Relationship Id="rId28" Type="http://schemas.openxmlformats.org/officeDocument/2006/relationships/slideLayout" Target="../slideLayouts/slideLayout94.xml"/><Relationship Id="rId27" Type="http://schemas.openxmlformats.org/officeDocument/2006/relationships/slideLayout" Target="../slideLayouts/slideLayout93.xml"/><Relationship Id="rId5" Type="http://schemas.openxmlformats.org/officeDocument/2006/relationships/slideLayout" Target="../slideLayouts/slideLayout71.xml"/><Relationship Id="rId6" Type="http://schemas.openxmlformats.org/officeDocument/2006/relationships/slideLayout" Target="../slideLayouts/slideLayout72.xml"/><Relationship Id="rId29" Type="http://schemas.openxmlformats.org/officeDocument/2006/relationships/slideLayout" Target="../slideLayouts/slideLayout95.xml"/><Relationship Id="rId7" Type="http://schemas.openxmlformats.org/officeDocument/2006/relationships/slideLayout" Target="../slideLayouts/slideLayout73.xml"/><Relationship Id="rId8" Type="http://schemas.openxmlformats.org/officeDocument/2006/relationships/slideLayout" Target="../slideLayouts/slideLayout74.xml"/><Relationship Id="rId31" Type="http://schemas.openxmlformats.org/officeDocument/2006/relationships/slideLayout" Target="../slideLayouts/slideLayout97.xml"/><Relationship Id="rId30" Type="http://schemas.openxmlformats.org/officeDocument/2006/relationships/slideLayout" Target="../slideLayouts/slideLayout96.xml"/><Relationship Id="rId11" Type="http://schemas.openxmlformats.org/officeDocument/2006/relationships/slideLayout" Target="../slideLayouts/slideLayout77.xml"/><Relationship Id="rId33" Type="http://schemas.openxmlformats.org/officeDocument/2006/relationships/slideLayout" Target="../slideLayouts/slideLayout99.xml"/><Relationship Id="rId10" Type="http://schemas.openxmlformats.org/officeDocument/2006/relationships/slideLayout" Target="../slideLayouts/slideLayout76.xml"/><Relationship Id="rId32" Type="http://schemas.openxmlformats.org/officeDocument/2006/relationships/slideLayout" Target="../slideLayouts/slideLayout98.xml"/><Relationship Id="rId13" Type="http://schemas.openxmlformats.org/officeDocument/2006/relationships/slideLayout" Target="../slideLayouts/slideLayout79.xml"/><Relationship Id="rId35" Type="http://schemas.openxmlformats.org/officeDocument/2006/relationships/slideLayout" Target="../slideLayouts/slideLayout101.xml"/><Relationship Id="rId12" Type="http://schemas.openxmlformats.org/officeDocument/2006/relationships/slideLayout" Target="../slideLayouts/slideLayout78.xml"/><Relationship Id="rId34" Type="http://schemas.openxmlformats.org/officeDocument/2006/relationships/slideLayout" Target="../slideLayouts/slideLayout100.xml"/><Relationship Id="rId15" Type="http://schemas.openxmlformats.org/officeDocument/2006/relationships/slideLayout" Target="../slideLayouts/slideLayout81.xml"/><Relationship Id="rId37" Type="http://schemas.openxmlformats.org/officeDocument/2006/relationships/slideLayout" Target="../slideLayouts/slideLayout103.xml"/><Relationship Id="rId14" Type="http://schemas.openxmlformats.org/officeDocument/2006/relationships/slideLayout" Target="../slideLayouts/slideLayout80.xml"/><Relationship Id="rId36" Type="http://schemas.openxmlformats.org/officeDocument/2006/relationships/slideLayout" Target="../slideLayouts/slideLayout102.xml"/><Relationship Id="rId17" Type="http://schemas.openxmlformats.org/officeDocument/2006/relationships/slideLayout" Target="../slideLayouts/slideLayout83.xml"/><Relationship Id="rId39" Type="http://schemas.openxmlformats.org/officeDocument/2006/relationships/theme" Target="../theme/theme6.xml"/><Relationship Id="rId16" Type="http://schemas.openxmlformats.org/officeDocument/2006/relationships/slideLayout" Target="../slideLayouts/slideLayout82.xml"/><Relationship Id="rId38" Type="http://schemas.openxmlformats.org/officeDocument/2006/relationships/slideLayout" Target="../slideLayouts/slideLayout104.xml"/><Relationship Id="rId19" Type="http://schemas.openxmlformats.org/officeDocument/2006/relationships/slideLayout" Target="../slideLayouts/slideLayout85.xml"/><Relationship Id="rId18" Type="http://schemas.openxmlformats.org/officeDocument/2006/relationships/slideLayout" Target="../slideLayouts/slideLayout84.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24.xml"/><Relationship Id="rId22" Type="http://schemas.openxmlformats.org/officeDocument/2006/relationships/slideLayout" Target="../slideLayouts/slideLayout126.xml"/><Relationship Id="rId21" Type="http://schemas.openxmlformats.org/officeDocument/2006/relationships/slideLayout" Target="../slideLayouts/slideLayout125.xml"/><Relationship Id="rId24" Type="http://schemas.openxmlformats.org/officeDocument/2006/relationships/slideLayout" Target="../slideLayouts/slideLayout128.xml"/><Relationship Id="rId23" Type="http://schemas.openxmlformats.org/officeDocument/2006/relationships/slideLayout" Target="../slideLayouts/slideLayout127.xml"/><Relationship Id="rId1" Type="http://schemas.openxmlformats.org/officeDocument/2006/relationships/slideLayout" Target="../slideLayouts/slideLayout105.xml"/><Relationship Id="rId2" Type="http://schemas.openxmlformats.org/officeDocument/2006/relationships/slideLayout" Target="../slideLayouts/slideLayout106.xml"/><Relationship Id="rId3" Type="http://schemas.openxmlformats.org/officeDocument/2006/relationships/slideLayout" Target="../slideLayouts/slideLayout107.xml"/><Relationship Id="rId4" Type="http://schemas.openxmlformats.org/officeDocument/2006/relationships/slideLayout" Target="../slideLayouts/slideLayout108.xml"/><Relationship Id="rId9" Type="http://schemas.openxmlformats.org/officeDocument/2006/relationships/slideLayout" Target="../slideLayouts/slideLayout113.xml"/><Relationship Id="rId26" Type="http://schemas.openxmlformats.org/officeDocument/2006/relationships/slideLayout" Target="../slideLayouts/slideLayout130.xml"/><Relationship Id="rId25" Type="http://schemas.openxmlformats.org/officeDocument/2006/relationships/slideLayout" Target="../slideLayouts/slideLayout129.xml"/><Relationship Id="rId28" Type="http://schemas.openxmlformats.org/officeDocument/2006/relationships/theme" Target="../theme/theme1.xml"/><Relationship Id="rId27" Type="http://schemas.openxmlformats.org/officeDocument/2006/relationships/slideLayout" Target="../slideLayouts/slideLayout131.xml"/><Relationship Id="rId5" Type="http://schemas.openxmlformats.org/officeDocument/2006/relationships/slideLayout" Target="../slideLayouts/slideLayout109.xml"/><Relationship Id="rId6" Type="http://schemas.openxmlformats.org/officeDocument/2006/relationships/slideLayout" Target="../slideLayouts/slideLayout110.xml"/><Relationship Id="rId7" Type="http://schemas.openxmlformats.org/officeDocument/2006/relationships/slideLayout" Target="../slideLayouts/slideLayout111.xml"/><Relationship Id="rId8" Type="http://schemas.openxmlformats.org/officeDocument/2006/relationships/slideLayout" Target="../slideLayouts/slideLayout112.xml"/><Relationship Id="rId11" Type="http://schemas.openxmlformats.org/officeDocument/2006/relationships/slideLayout" Target="../slideLayouts/slideLayout115.xml"/><Relationship Id="rId10" Type="http://schemas.openxmlformats.org/officeDocument/2006/relationships/slideLayout" Target="../slideLayouts/slideLayout114.xml"/><Relationship Id="rId13" Type="http://schemas.openxmlformats.org/officeDocument/2006/relationships/slideLayout" Target="../slideLayouts/slideLayout117.xml"/><Relationship Id="rId12" Type="http://schemas.openxmlformats.org/officeDocument/2006/relationships/slideLayout" Target="../slideLayouts/slideLayout116.xml"/><Relationship Id="rId15" Type="http://schemas.openxmlformats.org/officeDocument/2006/relationships/slideLayout" Target="../slideLayouts/slideLayout119.xml"/><Relationship Id="rId14" Type="http://schemas.openxmlformats.org/officeDocument/2006/relationships/slideLayout" Target="../slideLayouts/slideLayout118.xml"/><Relationship Id="rId17" Type="http://schemas.openxmlformats.org/officeDocument/2006/relationships/slideLayout" Target="../slideLayouts/slideLayout121.xml"/><Relationship Id="rId16" Type="http://schemas.openxmlformats.org/officeDocument/2006/relationships/slideLayout" Target="../slideLayouts/slideLayout120.xml"/><Relationship Id="rId19" Type="http://schemas.openxmlformats.org/officeDocument/2006/relationships/slideLayout" Target="../slideLayouts/slideLayout123.xml"/><Relationship Id="rId18" Type="http://schemas.openxmlformats.org/officeDocument/2006/relationships/slideLayout" Target="../slideLayouts/slideLayout122.xml"/></Relationships>
</file>

<file path=ppt/slideMasters/_rels/slideMaster6.xml.rels><?xml version="1.0" encoding="UTF-8" standalone="yes"?><Relationships xmlns="http://schemas.openxmlformats.org/package/2006/relationships"><Relationship Id="rId20" Type="http://schemas.openxmlformats.org/officeDocument/2006/relationships/slideLayout" Target="../slideLayouts/slideLayout151.xml"/><Relationship Id="rId22" Type="http://schemas.openxmlformats.org/officeDocument/2006/relationships/slideLayout" Target="../slideLayouts/slideLayout153.xml"/><Relationship Id="rId21" Type="http://schemas.openxmlformats.org/officeDocument/2006/relationships/slideLayout" Target="../slideLayouts/slideLayout152.xml"/><Relationship Id="rId24" Type="http://schemas.openxmlformats.org/officeDocument/2006/relationships/slideLayout" Target="../slideLayouts/slideLayout155.xml"/><Relationship Id="rId23" Type="http://schemas.openxmlformats.org/officeDocument/2006/relationships/slideLayout" Target="../slideLayouts/slideLayout154.xml"/><Relationship Id="rId1" Type="http://schemas.openxmlformats.org/officeDocument/2006/relationships/slideLayout" Target="../slideLayouts/slideLayout132.xml"/><Relationship Id="rId2" Type="http://schemas.openxmlformats.org/officeDocument/2006/relationships/slideLayout" Target="../slideLayouts/slideLayout133.xml"/><Relationship Id="rId3" Type="http://schemas.openxmlformats.org/officeDocument/2006/relationships/slideLayout" Target="../slideLayouts/slideLayout134.xml"/><Relationship Id="rId4" Type="http://schemas.openxmlformats.org/officeDocument/2006/relationships/slideLayout" Target="../slideLayouts/slideLayout135.xml"/><Relationship Id="rId9" Type="http://schemas.openxmlformats.org/officeDocument/2006/relationships/slideLayout" Target="../slideLayouts/slideLayout140.xml"/><Relationship Id="rId26" Type="http://schemas.openxmlformats.org/officeDocument/2006/relationships/slideLayout" Target="../slideLayouts/slideLayout157.xml"/><Relationship Id="rId25" Type="http://schemas.openxmlformats.org/officeDocument/2006/relationships/slideLayout" Target="../slideLayouts/slideLayout156.xml"/><Relationship Id="rId28" Type="http://schemas.openxmlformats.org/officeDocument/2006/relationships/theme" Target="../theme/theme4.xml"/><Relationship Id="rId27" Type="http://schemas.openxmlformats.org/officeDocument/2006/relationships/slideLayout" Target="../slideLayouts/slideLayout158.xml"/><Relationship Id="rId5" Type="http://schemas.openxmlformats.org/officeDocument/2006/relationships/slideLayout" Target="../slideLayouts/slideLayout136.xml"/><Relationship Id="rId6" Type="http://schemas.openxmlformats.org/officeDocument/2006/relationships/slideLayout" Target="../slideLayouts/slideLayout137.xml"/><Relationship Id="rId7" Type="http://schemas.openxmlformats.org/officeDocument/2006/relationships/slideLayout" Target="../slideLayouts/slideLayout138.xml"/><Relationship Id="rId8" Type="http://schemas.openxmlformats.org/officeDocument/2006/relationships/slideLayout" Target="../slideLayouts/slideLayout139.xml"/><Relationship Id="rId11" Type="http://schemas.openxmlformats.org/officeDocument/2006/relationships/slideLayout" Target="../slideLayouts/slideLayout142.xml"/><Relationship Id="rId10" Type="http://schemas.openxmlformats.org/officeDocument/2006/relationships/slideLayout" Target="../slideLayouts/slideLayout141.xml"/><Relationship Id="rId13" Type="http://schemas.openxmlformats.org/officeDocument/2006/relationships/slideLayout" Target="../slideLayouts/slideLayout144.xml"/><Relationship Id="rId12" Type="http://schemas.openxmlformats.org/officeDocument/2006/relationships/slideLayout" Target="../slideLayouts/slideLayout143.xml"/><Relationship Id="rId15" Type="http://schemas.openxmlformats.org/officeDocument/2006/relationships/slideLayout" Target="../slideLayouts/slideLayout146.xml"/><Relationship Id="rId14" Type="http://schemas.openxmlformats.org/officeDocument/2006/relationships/slideLayout" Target="../slideLayouts/slideLayout145.xml"/><Relationship Id="rId17" Type="http://schemas.openxmlformats.org/officeDocument/2006/relationships/slideLayout" Target="../slideLayouts/slideLayout148.xml"/><Relationship Id="rId16" Type="http://schemas.openxmlformats.org/officeDocument/2006/relationships/slideLayout" Target="../slideLayouts/slideLayout147.xml"/><Relationship Id="rId19" Type="http://schemas.openxmlformats.org/officeDocument/2006/relationships/slideLayout" Target="../slideLayouts/slideLayout150.xml"/><Relationship Id="rId18" Type="http://schemas.openxmlformats.org/officeDocument/2006/relationships/slideLayout" Target="../slideLayouts/slideLayout14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81" name="Shape 281"/>
        <p:cNvGrpSpPr/>
        <p:nvPr/>
      </p:nvGrpSpPr>
      <p:grpSpPr>
        <a:xfrm>
          <a:off x="0" y="0"/>
          <a:ext cx="0" cy="0"/>
          <a:chOff x="0" y="0"/>
          <a:chExt cx="0" cy="0"/>
        </a:xfrm>
      </p:grpSpPr>
      <p:sp>
        <p:nvSpPr>
          <p:cNvPr id="282" name="Google Shape;282;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283" name="Google Shape;283;p4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1" name="Shape 501"/>
        <p:cNvGrpSpPr/>
        <p:nvPr/>
      </p:nvGrpSpPr>
      <p:grpSpPr>
        <a:xfrm>
          <a:off x="0" y="0"/>
          <a:ext cx="0" cy="0"/>
          <a:chOff x="0" y="0"/>
          <a:chExt cx="0" cy="0"/>
        </a:xfrm>
      </p:grpSpPr>
      <p:sp>
        <p:nvSpPr>
          <p:cNvPr id="502" name="Google Shape;502;p7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03" name="Google Shape;503;p7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 id="2147483736" r:id="rId23"/>
    <p:sldLayoutId id="2147483737" r:id="rId24"/>
    <p:sldLayoutId id="2147483738" r:id="rId25"/>
    <p:sldLayoutId id="2147483739" r:id="rId26"/>
    <p:sldLayoutId id="2147483740" r:id="rId27"/>
    <p:sldLayoutId id="2147483741" r:id="rId28"/>
    <p:sldLayoutId id="2147483742" r:id="rId29"/>
    <p:sldLayoutId id="2147483743" r:id="rId30"/>
    <p:sldLayoutId id="2147483744" r:id="rId31"/>
    <p:sldLayoutId id="2147483745" r:id="rId32"/>
    <p:sldLayoutId id="2147483746" r:id="rId33"/>
    <p:sldLayoutId id="2147483747" r:id="rId34"/>
    <p:sldLayoutId id="2147483748" r:id="rId35"/>
    <p:sldLayoutId id="2147483749" r:id="rId36"/>
    <p:sldLayoutId id="2147483750" r:id="rId37"/>
    <p:sldLayoutId id="2147483751" r:id="rId3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92" name="Shape 792"/>
        <p:cNvGrpSpPr/>
        <p:nvPr/>
      </p:nvGrpSpPr>
      <p:grpSpPr>
        <a:xfrm>
          <a:off x="0" y="0"/>
          <a:ext cx="0" cy="0"/>
          <a:chOff x="0" y="0"/>
          <a:chExt cx="0" cy="0"/>
        </a:xfrm>
      </p:grpSpPr>
      <p:sp>
        <p:nvSpPr>
          <p:cNvPr id="793" name="Google Shape;793;p10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94" name="Google Shape;794;p10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 id="2147483768" r:id="rId17"/>
    <p:sldLayoutId id="2147483769" r:id="rId18"/>
    <p:sldLayoutId id="2147483770" r:id="rId19"/>
    <p:sldLayoutId id="2147483771" r:id="rId20"/>
    <p:sldLayoutId id="2147483772" r:id="rId21"/>
    <p:sldLayoutId id="2147483773" r:id="rId22"/>
    <p:sldLayoutId id="2147483774" r:id="rId23"/>
    <p:sldLayoutId id="2147483775" r:id="rId24"/>
    <p:sldLayoutId id="2147483776" r:id="rId25"/>
    <p:sldLayoutId id="2147483777" r:id="rId26"/>
    <p:sldLayoutId id="2147483778"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012" name="Shape 1012"/>
        <p:cNvGrpSpPr/>
        <p:nvPr/>
      </p:nvGrpSpPr>
      <p:grpSpPr>
        <a:xfrm>
          <a:off x="0" y="0"/>
          <a:ext cx="0" cy="0"/>
          <a:chOff x="0" y="0"/>
          <a:chExt cx="0" cy="0"/>
        </a:xfrm>
      </p:grpSpPr>
      <p:sp>
        <p:nvSpPr>
          <p:cNvPr id="1013" name="Google Shape;1013;p1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014" name="Google Shape;1014;p1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 id="2147483796" r:id="rId18"/>
    <p:sldLayoutId id="2147483797" r:id="rId19"/>
    <p:sldLayoutId id="2147483798" r:id="rId20"/>
    <p:sldLayoutId id="2147483799" r:id="rId21"/>
    <p:sldLayoutId id="2147483800" r:id="rId22"/>
    <p:sldLayoutId id="2147483801" r:id="rId23"/>
    <p:sldLayoutId id="2147483802" r:id="rId24"/>
    <p:sldLayoutId id="2147483803" r:id="rId25"/>
    <p:sldLayoutId id="2147483804" r:id="rId26"/>
    <p:sldLayoutId id="2147483805"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4.xml"/><Relationship Id="rId3" Type="http://schemas.openxmlformats.org/officeDocument/2006/relationships/image" Target="../media/image196.png"/><Relationship Id="rId4" Type="http://schemas.openxmlformats.org/officeDocument/2006/relationships/image" Target="../media/image19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7.xml"/><Relationship Id="rId3" Type="http://schemas.openxmlformats.org/officeDocument/2006/relationships/image" Target="../media/image19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0.xml"/><Relationship Id="rId3" Type="http://schemas.openxmlformats.org/officeDocument/2006/relationships/image" Target="../media/image20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2.xml"/><Relationship Id="rId3" Type="http://schemas.openxmlformats.org/officeDocument/2006/relationships/image" Target="../media/image19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20.xml"/><Relationship Id="rId3" Type="http://schemas.openxmlformats.org/officeDocument/2006/relationships/image" Target="../media/image20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21.xml"/><Relationship Id="rId3" Type="http://schemas.openxmlformats.org/officeDocument/2006/relationships/image" Target="../media/image19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22.xml"/><Relationship Id="rId3" Type="http://schemas.openxmlformats.org/officeDocument/2006/relationships/image" Target="../media/image20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24.xml"/><Relationship Id="rId3" Type="http://schemas.openxmlformats.org/officeDocument/2006/relationships/image" Target="../media/image19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7.xml"/><Relationship Id="rId2" Type="http://schemas.openxmlformats.org/officeDocument/2006/relationships/notesSlide" Target="../notesSlides/notesSlide25.xml"/><Relationship Id="rId3" Type="http://schemas.openxmlformats.org/officeDocument/2006/relationships/hyperlink" Target="http://www.youtube.com/watch?v=Jwd_lkXoLKk" TargetMode="External"/><Relationship Id="rId4" Type="http://schemas.openxmlformats.org/officeDocument/2006/relationships/image" Target="../media/image20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0.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notesSlide" Target="../notesSlides/notesSlide30.xml"/><Relationship Id="rId3" Type="http://schemas.openxmlformats.org/officeDocument/2006/relationships/image" Target="../media/image204.png"/><Relationship Id="rId4" Type="http://schemas.openxmlformats.org/officeDocument/2006/relationships/hyperlink" Target="http://www.youtube.com/watch?v=BTZMUDKSpSs" TargetMode="External"/><Relationship Id="rId5" Type="http://schemas.openxmlformats.org/officeDocument/2006/relationships/image" Target="../media/image20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6.xml"/><Relationship Id="rId2" Type="http://schemas.openxmlformats.org/officeDocument/2006/relationships/notesSlide" Target="../notesSlides/notesSlide31.xml"/><Relationship Id="rId3" Type="http://schemas.openxmlformats.org/officeDocument/2006/relationships/image" Target="../media/image20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p165"/>
          <p:cNvSpPr txBox="1"/>
          <p:nvPr>
            <p:ph type="title"/>
          </p:nvPr>
        </p:nvSpPr>
        <p:spPr>
          <a:xfrm>
            <a:off x="1628200" y="1807975"/>
            <a:ext cx="5887800" cy="72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600"/>
              <a:t>Binary Trees</a:t>
            </a:r>
            <a:endParaRPr sz="3600"/>
          </a:p>
        </p:txBody>
      </p:sp>
      <p:sp>
        <p:nvSpPr>
          <p:cNvPr id="1237" name="Google Shape;1237;p165"/>
          <p:cNvSpPr txBox="1"/>
          <p:nvPr>
            <p:ph idx="1" type="subTitle"/>
          </p:nvPr>
        </p:nvSpPr>
        <p:spPr>
          <a:xfrm>
            <a:off x="3582450" y="3105825"/>
            <a:ext cx="1979100" cy="38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TIP101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1" name="Shape 1241"/>
        <p:cNvGrpSpPr/>
        <p:nvPr/>
      </p:nvGrpSpPr>
      <p:grpSpPr>
        <a:xfrm>
          <a:off x="0" y="0"/>
          <a:ext cx="0" cy="0"/>
          <a:chOff x="0" y="0"/>
          <a:chExt cx="0" cy="0"/>
        </a:xfrm>
      </p:grpSpPr>
      <p:sp>
        <p:nvSpPr>
          <p:cNvPr id="1242" name="Google Shape;1242;p16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243" name="Google Shape;1243;p166"/>
          <p:cNvGraphicFramePr/>
          <p:nvPr/>
        </p:nvGraphicFramePr>
        <p:xfrm>
          <a:off x="451525" y="1242597"/>
          <a:ext cx="3000000" cy="3000000"/>
        </p:xfrm>
        <a:graphic>
          <a:graphicData uri="http://schemas.openxmlformats.org/drawingml/2006/table">
            <a:tbl>
              <a:tblPr>
                <a:noFill/>
                <a:tableStyleId>{FC588904-FDD7-457D-82D8-29104F4FA285}</a:tableStyleId>
              </a:tblPr>
              <a:tblGrid>
                <a:gridCol w="411100"/>
                <a:gridCol w="4569375"/>
                <a:gridCol w="1883200"/>
              </a:tblGrid>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1</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Poppins"/>
                          <a:ea typeface="Poppins"/>
                          <a:cs typeface="Poppins"/>
                          <a:sym typeface="Poppins"/>
                        </a:rPr>
                        <a:t>Welcome 👋🏽</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2</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Binary Trees</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35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3</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sz="1800">
                          <a:solidFill>
                            <a:schemeClr val="dk1"/>
                          </a:solidFill>
                          <a:latin typeface="Poppins"/>
                          <a:ea typeface="Poppins"/>
                          <a:cs typeface="Poppins"/>
                          <a:sym typeface="Poppins"/>
                        </a:rPr>
                        <a:t>BREAK</a:t>
                      </a:r>
                      <a:endParaRPr sz="1800">
                        <a:solidFill>
                          <a:schemeClr val="dk1"/>
                        </a:solidFill>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5 minutes</a:t>
                      </a:r>
                      <a:endParaRPr sz="1800">
                        <a:solidFill>
                          <a:schemeClr val="dk1"/>
                        </a:solidFill>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4</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Collaborative Problem Solving</a:t>
                      </a:r>
                      <a:endParaRPr b="1"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60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5</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Wrap Up</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p167"/>
          <p:cNvSpPr txBox="1"/>
          <p:nvPr>
            <p:ph type="title"/>
          </p:nvPr>
        </p:nvSpPr>
        <p:spPr>
          <a:xfrm>
            <a:off x="884825" y="2317200"/>
            <a:ext cx="34953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Welcome! 👋🏽</a:t>
            </a:r>
            <a:endParaRPr/>
          </a:p>
        </p:txBody>
      </p:sp>
      <p:sp>
        <p:nvSpPr>
          <p:cNvPr id="1249" name="Google Shape;1249;p167"/>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3" name="Shape 1253"/>
        <p:cNvGrpSpPr/>
        <p:nvPr/>
      </p:nvGrpSpPr>
      <p:grpSpPr>
        <a:xfrm>
          <a:off x="0" y="0"/>
          <a:ext cx="0" cy="0"/>
          <a:chOff x="0" y="0"/>
          <a:chExt cx="0" cy="0"/>
        </a:xfrm>
      </p:grpSpPr>
      <p:sp>
        <p:nvSpPr>
          <p:cNvPr id="1254" name="Google Shape;1254;p16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55" name="Google Shape;1255;p168"/>
          <p:cNvPicPr preferRelativeResize="0"/>
          <p:nvPr/>
        </p:nvPicPr>
        <p:blipFill>
          <a:blip r:embed="rId3">
            <a:alphaModFix/>
          </a:blip>
          <a:stretch>
            <a:fillRect/>
          </a:stretch>
        </p:blipFill>
        <p:spPr>
          <a:xfrm>
            <a:off x="1045500" y="424463"/>
            <a:ext cx="3066374" cy="3066374"/>
          </a:xfrm>
          <a:prstGeom prst="rect">
            <a:avLst/>
          </a:prstGeom>
          <a:noFill/>
          <a:ln>
            <a:noFill/>
          </a:ln>
        </p:spPr>
      </p:pic>
      <p:sp>
        <p:nvSpPr>
          <p:cNvPr id="1256" name="Google Shape;1256;p168"/>
          <p:cNvSpPr txBox="1"/>
          <p:nvPr>
            <p:ph type="title"/>
          </p:nvPr>
        </p:nvSpPr>
        <p:spPr>
          <a:xfrm>
            <a:off x="1364138" y="3490838"/>
            <a:ext cx="24291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Turn on your cameras</a:t>
            </a:r>
            <a:endParaRPr/>
          </a:p>
        </p:txBody>
      </p:sp>
      <p:pic>
        <p:nvPicPr>
          <p:cNvPr id="1257" name="Google Shape;1257;p168"/>
          <p:cNvPicPr preferRelativeResize="0"/>
          <p:nvPr/>
        </p:nvPicPr>
        <p:blipFill>
          <a:blip r:embed="rId4">
            <a:alphaModFix/>
          </a:blip>
          <a:stretch>
            <a:fillRect/>
          </a:stretch>
        </p:blipFill>
        <p:spPr>
          <a:xfrm>
            <a:off x="5032137" y="424475"/>
            <a:ext cx="3066350" cy="3066350"/>
          </a:xfrm>
          <a:prstGeom prst="rect">
            <a:avLst/>
          </a:prstGeom>
          <a:noFill/>
          <a:ln>
            <a:noFill/>
          </a:ln>
        </p:spPr>
      </p:pic>
      <p:sp>
        <p:nvSpPr>
          <p:cNvPr id="1258" name="Google Shape;1258;p168"/>
          <p:cNvSpPr txBox="1"/>
          <p:nvPr>
            <p:ph type="title"/>
          </p:nvPr>
        </p:nvSpPr>
        <p:spPr>
          <a:xfrm>
            <a:off x="5195963" y="3490838"/>
            <a:ext cx="27387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Fill out the entry ticket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p169"/>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2 minutes</a:t>
            </a:r>
            <a:endParaRPr/>
          </a:p>
        </p:txBody>
      </p:sp>
      <p:sp>
        <p:nvSpPr>
          <p:cNvPr id="1264" name="Google Shape;1264;p16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65" name="Google Shape;1265;p16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📱Question:</a:t>
            </a:r>
            <a:endParaRPr b="1"/>
          </a:p>
          <a:p>
            <a:pPr indent="0" lvl="0" marL="0" rtl="0" algn="l">
              <a:spcBef>
                <a:spcPts val="1000"/>
              </a:spcBef>
              <a:spcAft>
                <a:spcPts val="0"/>
              </a:spcAft>
              <a:buNone/>
            </a:pPr>
            <a:r>
              <a:rPr lang="en"/>
              <a:t>Have you ever tried or wanted to try mobile development? Are you team iPhone or Android?</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
              <a:t>💬Answer: </a:t>
            </a:r>
            <a:endParaRPr b="1"/>
          </a:p>
          <a:p>
            <a:pPr indent="0" lvl="0" marL="0" rtl="0" algn="l">
              <a:spcBef>
                <a:spcPts val="1000"/>
              </a:spcBef>
              <a:spcAft>
                <a:spcPts val="1000"/>
              </a:spcAft>
              <a:buNone/>
            </a:pPr>
            <a:r>
              <a:rPr lang="en"/>
              <a:t>Share your answer in the Zoom chat below. What kinds of pets do you have if any? If you don’t have any, share what type you would like to have, if any.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9" name="Shape 1269"/>
        <p:cNvGrpSpPr/>
        <p:nvPr/>
      </p:nvGrpSpPr>
      <p:grpSpPr>
        <a:xfrm>
          <a:off x="0" y="0"/>
          <a:ext cx="0" cy="0"/>
          <a:chOff x="0" y="0"/>
          <a:chExt cx="0" cy="0"/>
        </a:xfrm>
      </p:grpSpPr>
      <p:sp>
        <p:nvSpPr>
          <p:cNvPr id="1270" name="Google Shape;1270;p170"/>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Recursion foundations went well, building on that this week!</a:t>
            </a:r>
            <a:endParaRPr/>
          </a:p>
          <a:p>
            <a:pPr indent="-342900" lvl="0" marL="457200" rtl="0" algn="l">
              <a:spcBef>
                <a:spcPts val="0"/>
              </a:spcBef>
              <a:spcAft>
                <a:spcPts val="0"/>
              </a:spcAft>
              <a:buSzPts val="1800"/>
              <a:buChar char="+"/>
            </a:pPr>
            <a:r>
              <a:rPr lang="en"/>
              <a:t>Students appreciated peer to peer experience</a:t>
            </a:r>
            <a:endParaRPr/>
          </a:p>
        </p:txBody>
      </p:sp>
      <p:sp>
        <p:nvSpPr>
          <p:cNvPr id="1271" name="Google Shape;1271;p17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72" name="Google Shape;1272;p170"/>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 Interview + Breakout rooms seems a bit heavy</a:t>
            </a:r>
            <a:endParaRPr sz="1700"/>
          </a:p>
          <a:p>
            <a:pPr indent="0" lvl="0" marL="0" rtl="0" algn="l">
              <a:spcBef>
                <a:spcPts val="1600"/>
              </a:spcBef>
              <a:spcAft>
                <a:spcPts val="1600"/>
              </a:spcAft>
              <a:buNone/>
            </a:pPr>
            <a:r>
              <a:rPr lang="en" sz="1700"/>
              <a:t>- [Followup] More Interview Prep Resources: </a:t>
            </a:r>
            <a:r>
              <a:rPr b="1" lang="en" sz="1700"/>
              <a:t>Hackerank</a:t>
            </a:r>
            <a:r>
              <a:rPr lang="en" sz="1700"/>
              <a:t> </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6" name="Shape 1276"/>
        <p:cNvGrpSpPr/>
        <p:nvPr/>
      </p:nvGrpSpPr>
      <p:grpSpPr>
        <a:xfrm>
          <a:off x="0" y="0"/>
          <a:ext cx="0" cy="0"/>
          <a:chOff x="0" y="0"/>
          <a:chExt cx="0" cy="0"/>
        </a:xfrm>
      </p:grpSpPr>
      <p:sp>
        <p:nvSpPr>
          <p:cNvPr id="1277" name="Google Shape;1277;p171"/>
          <p:cNvSpPr txBox="1"/>
          <p:nvPr>
            <p:ph type="title"/>
          </p:nvPr>
        </p:nvSpPr>
        <p:spPr>
          <a:xfrm>
            <a:off x="1132000" y="481275"/>
            <a:ext cx="75594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Announcements &amp; Reminders</a:t>
            </a:r>
            <a:endParaRPr/>
          </a:p>
        </p:txBody>
      </p:sp>
      <p:sp>
        <p:nvSpPr>
          <p:cNvPr id="1278" name="Google Shape;1278;p171"/>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Problem Set Validator email sent out a few hours ago</a:t>
            </a:r>
            <a:endParaRPr/>
          </a:p>
          <a:p>
            <a:pPr indent="-342900" lvl="1" marL="914400" rtl="0" algn="l">
              <a:spcBef>
                <a:spcPts val="0"/>
              </a:spcBef>
              <a:spcAft>
                <a:spcPts val="0"/>
              </a:spcAft>
              <a:buSzPts val="1800"/>
              <a:buChar char="●"/>
            </a:pPr>
            <a:r>
              <a:rPr lang="en"/>
              <a:t>We will demo right before the break!</a:t>
            </a:r>
            <a:endParaRPr/>
          </a:p>
          <a:p>
            <a:pPr indent="-342900" lvl="1" marL="914400" rtl="0" algn="l">
              <a:spcBef>
                <a:spcPts val="0"/>
              </a:spcBef>
              <a:spcAft>
                <a:spcPts val="0"/>
              </a:spcAft>
              <a:buSzPts val="1800"/>
              <a:buChar char="●"/>
            </a:pPr>
            <a:r>
              <a:rPr lang="en"/>
              <a:t>Totally optional tool that we built based on you guys’ feedback.</a:t>
            </a:r>
            <a:endParaRPr/>
          </a:p>
          <a:p>
            <a:pPr indent="0" lvl="0" marL="914400" rtl="0" algn="l">
              <a:spcBef>
                <a:spcPts val="1600"/>
              </a:spcBef>
              <a:spcAft>
                <a:spcPts val="1600"/>
              </a:spcAft>
              <a:buNone/>
            </a:pPr>
            <a:r>
              <a:t/>
            </a:r>
            <a:endParaRPr/>
          </a:p>
        </p:txBody>
      </p:sp>
      <p:sp>
        <p:nvSpPr>
          <p:cNvPr id="1279" name="Google Shape;1279;p17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80" name="Google Shape;1280;p171"/>
          <p:cNvPicPr preferRelativeResize="0"/>
          <p:nvPr/>
        </p:nvPicPr>
        <p:blipFill>
          <a:blip r:embed="rId3">
            <a:alphaModFix/>
          </a:blip>
          <a:stretch>
            <a:fillRect/>
          </a:stretch>
        </p:blipFill>
        <p:spPr>
          <a:xfrm>
            <a:off x="452400" y="350275"/>
            <a:ext cx="679601" cy="6796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4" name="Shape 1284"/>
        <p:cNvGrpSpPr/>
        <p:nvPr/>
      </p:nvGrpSpPr>
      <p:grpSpPr>
        <a:xfrm>
          <a:off x="0" y="0"/>
          <a:ext cx="0" cy="0"/>
          <a:chOff x="0" y="0"/>
          <a:chExt cx="0" cy="0"/>
        </a:xfrm>
      </p:grpSpPr>
      <p:sp>
        <p:nvSpPr>
          <p:cNvPr id="1285" name="Google Shape;1285;p172"/>
          <p:cNvSpPr txBox="1"/>
          <p:nvPr>
            <p:ph type="title"/>
          </p:nvPr>
        </p:nvSpPr>
        <p:spPr>
          <a:xfrm>
            <a:off x="884825" y="2317200"/>
            <a:ext cx="32865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Binary Trees</a:t>
            </a:r>
            <a:endParaRPr/>
          </a:p>
        </p:txBody>
      </p:sp>
      <p:sp>
        <p:nvSpPr>
          <p:cNvPr id="1286" name="Google Shape;1286;p172"/>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35 minutes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0" name="Shape 1290"/>
        <p:cNvGrpSpPr/>
        <p:nvPr/>
      </p:nvGrpSpPr>
      <p:grpSpPr>
        <a:xfrm>
          <a:off x="0" y="0"/>
          <a:ext cx="0" cy="0"/>
          <a:chOff x="0" y="0"/>
          <a:chExt cx="0" cy="0"/>
        </a:xfrm>
      </p:grpSpPr>
      <p:sp>
        <p:nvSpPr>
          <p:cNvPr id="1291" name="Google Shape;1291;p173"/>
          <p:cNvSpPr txBox="1"/>
          <p:nvPr>
            <p:ph idx="1" type="body"/>
          </p:nvPr>
        </p:nvSpPr>
        <p:spPr>
          <a:xfrm>
            <a:off x="604800" y="1412888"/>
            <a:ext cx="8239200" cy="1735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sz="2800"/>
              <a:t>In the chat . . .</a:t>
            </a:r>
            <a:endParaRPr b="1" sz="2800"/>
          </a:p>
          <a:p>
            <a:pPr indent="0" lvl="0" marL="0" rtl="0" algn="ctr">
              <a:spcBef>
                <a:spcPts val="1000"/>
              </a:spcBef>
              <a:spcAft>
                <a:spcPts val="1000"/>
              </a:spcAft>
              <a:buNone/>
            </a:pPr>
            <a:r>
              <a:rPr lang="en" sz="2800"/>
              <a:t>What do you already know about binary trees or binary search trees?</a:t>
            </a:r>
            <a:endParaRPr sz="2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5" name="Shape 1295"/>
        <p:cNvGrpSpPr/>
        <p:nvPr/>
      </p:nvGrpSpPr>
      <p:grpSpPr>
        <a:xfrm>
          <a:off x="0" y="0"/>
          <a:ext cx="0" cy="0"/>
          <a:chOff x="0" y="0"/>
          <a:chExt cx="0" cy="0"/>
        </a:xfrm>
      </p:grpSpPr>
      <p:sp>
        <p:nvSpPr>
          <p:cNvPr id="1296" name="Google Shape;1296;p174"/>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a Binary Tree?</a:t>
            </a:r>
            <a:endParaRPr/>
          </a:p>
        </p:txBody>
      </p:sp>
      <p:pic>
        <p:nvPicPr>
          <p:cNvPr id="1297" name="Google Shape;1297;p174"/>
          <p:cNvPicPr preferRelativeResize="0"/>
          <p:nvPr/>
        </p:nvPicPr>
        <p:blipFill>
          <a:blip r:embed="rId3">
            <a:alphaModFix/>
          </a:blip>
          <a:stretch>
            <a:fillRect/>
          </a:stretch>
        </p:blipFill>
        <p:spPr>
          <a:xfrm>
            <a:off x="1432415" y="1193225"/>
            <a:ext cx="6279175" cy="35463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1" name="Shape 1301"/>
        <p:cNvGrpSpPr/>
        <p:nvPr/>
      </p:nvGrpSpPr>
      <p:grpSpPr>
        <a:xfrm>
          <a:off x="0" y="0"/>
          <a:ext cx="0" cy="0"/>
          <a:chOff x="0" y="0"/>
          <a:chExt cx="0" cy="0"/>
        </a:xfrm>
      </p:grpSpPr>
      <p:sp>
        <p:nvSpPr>
          <p:cNvPr id="1302" name="Google Shape;1302;p175"/>
          <p:cNvSpPr txBox="1"/>
          <p:nvPr>
            <p:ph idx="1" type="body"/>
          </p:nvPr>
        </p:nvSpPr>
        <p:spPr>
          <a:xfrm>
            <a:off x="604800" y="14128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600"/>
              <a:t>In the chat . . .</a:t>
            </a:r>
            <a:endParaRPr b="1" sz="2600"/>
          </a:p>
          <a:p>
            <a:pPr indent="0" lvl="0" marL="0" rtl="0" algn="ctr">
              <a:spcBef>
                <a:spcPts val="1000"/>
              </a:spcBef>
              <a:spcAft>
                <a:spcPts val="1000"/>
              </a:spcAft>
              <a:buNone/>
            </a:pPr>
            <a:r>
              <a:rPr lang="en" sz="2600"/>
              <a:t>What are some real-world examples where a binary tree structure might be useful?</a:t>
            </a:r>
            <a:endParaRPr sz="2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6" name="Shape 1306"/>
        <p:cNvGrpSpPr/>
        <p:nvPr/>
      </p:nvGrpSpPr>
      <p:grpSpPr>
        <a:xfrm>
          <a:off x="0" y="0"/>
          <a:ext cx="0" cy="0"/>
          <a:chOff x="0" y="0"/>
          <a:chExt cx="0" cy="0"/>
        </a:xfrm>
      </p:grpSpPr>
      <p:sp>
        <p:nvSpPr>
          <p:cNvPr id="1307" name="Google Shape;1307;p17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Binary Search Trees (BSTs)</a:t>
            </a:r>
            <a:endParaRPr/>
          </a:p>
        </p:txBody>
      </p:sp>
      <p:pic>
        <p:nvPicPr>
          <p:cNvPr id="1308" name="Google Shape;1308;p176"/>
          <p:cNvPicPr preferRelativeResize="0"/>
          <p:nvPr/>
        </p:nvPicPr>
        <p:blipFill>
          <a:blip r:embed="rId3">
            <a:alphaModFix/>
          </a:blip>
          <a:stretch>
            <a:fillRect/>
          </a:stretch>
        </p:blipFill>
        <p:spPr>
          <a:xfrm>
            <a:off x="1760344" y="1222950"/>
            <a:ext cx="5623325" cy="34510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2" name="Shape 1312"/>
        <p:cNvGrpSpPr/>
        <p:nvPr/>
      </p:nvGrpSpPr>
      <p:grpSpPr>
        <a:xfrm>
          <a:off x="0" y="0"/>
          <a:ext cx="0" cy="0"/>
          <a:chOff x="0" y="0"/>
          <a:chExt cx="0" cy="0"/>
        </a:xfrm>
      </p:grpSpPr>
      <p:sp>
        <p:nvSpPr>
          <p:cNvPr id="1313" name="Google Shape;1313;p177"/>
          <p:cNvSpPr txBox="1"/>
          <p:nvPr>
            <p:ph idx="1" type="body"/>
          </p:nvPr>
        </p:nvSpPr>
        <p:spPr>
          <a:xfrm>
            <a:off x="452400" y="12604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How does the ordering in a BST help with search operations?</a:t>
            </a:r>
            <a:endParaRPr sz="1600"/>
          </a:p>
          <a:p>
            <a:pPr indent="-330200" lvl="0" marL="457200" rtl="0" algn="l">
              <a:spcBef>
                <a:spcPts val="2000"/>
              </a:spcBef>
              <a:spcAft>
                <a:spcPts val="0"/>
              </a:spcAft>
              <a:buSzPts val="1600"/>
              <a:buAutoNum type="alphaUcPeriod"/>
            </a:pPr>
            <a:r>
              <a:rPr lang="en" sz="1600"/>
              <a:t>It allows you to search only the left subtree for all values.</a:t>
            </a:r>
            <a:endParaRPr sz="1600"/>
          </a:p>
          <a:p>
            <a:pPr indent="-330200" lvl="0" marL="457200" rtl="0" algn="l">
              <a:spcBef>
                <a:spcPts val="2000"/>
              </a:spcBef>
              <a:spcAft>
                <a:spcPts val="0"/>
              </a:spcAft>
              <a:buSzPts val="1600"/>
              <a:buAutoNum type="alphaUcPeriod"/>
            </a:pPr>
            <a:r>
              <a:rPr lang="en" sz="1600"/>
              <a:t>It ensures that all values are stored in a sorted array.</a:t>
            </a:r>
            <a:endParaRPr sz="1600"/>
          </a:p>
          <a:p>
            <a:pPr indent="-330200" lvl="0" marL="457200" rtl="0" algn="l">
              <a:spcBef>
                <a:spcPts val="2000"/>
              </a:spcBef>
              <a:spcAft>
                <a:spcPts val="0"/>
              </a:spcAft>
              <a:buSzPts val="1600"/>
              <a:buAutoNum type="alphaUcPeriod"/>
            </a:pPr>
            <a:r>
              <a:rPr lang="en" sz="1600"/>
              <a:t>It allows you to decide whether to go left or right based on the value you're searching for, reducing the number of nodes to check.</a:t>
            </a:r>
            <a:endParaRPr sz="1600"/>
          </a:p>
          <a:p>
            <a:pPr indent="-330200" lvl="0" marL="457200" rtl="0" algn="l">
              <a:spcBef>
                <a:spcPts val="2000"/>
              </a:spcBef>
              <a:spcAft>
                <a:spcPts val="2000"/>
              </a:spcAft>
              <a:buSzPts val="1600"/>
              <a:buAutoNum type="alphaUcPeriod"/>
            </a:pPr>
            <a:r>
              <a:rPr lang="en" sz="1600"/>
              <a:t>It makes the tree balanced automatically, leading to faster search times.</a:t>
            </a:r>
            <a:endParaRPr sz="1600"/>
          </a:p>
        </p:txBody>
      </p:sp>
      <p:sp>
        <p:nvSpPr>
          <p:cNvPr id="1314" name="Google Shape;1314;p177"/>
          <p:cNvSpPr/>
          <p:nvPr/>
        </p:nvSpPr>
        <p:spPr>
          <a:xfrm>
            <a:off x="404850" y="2781600"/>
            <a:ext cx="8316000" cy="837600"/>
          </a:xfrm>
          <a:prstGeom prst="rect">
            <a:avLst/>
          </a:prstGeom>
          <a:noFill/>
          <a:ln cap="flat" cmpd="sng" w="38100">
            <a:solidFill>
              <a:srgbClr val="FFCB0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8" name="Shape 1318"/>
        <p:cNvGrpSpPr/>
        <p:nvPr/>
      </p:nvGrpSpPr>
      <p:grpSpPr>
        <a:xfrm>
          <a:off x="0" y="0"/>
          <a:ext cx="0" cy="0"/>
          <a:chOff x="0" y="0"/>
          <a:chExt cx="0" cy="0"/>
        </a:xfrm>
      </p:grpSpPr>
      <p:sp>
        <p:nvSpPr>
          <p:cNvPr id="1319" name="Google Shape;1319;p178"/>
          <p:cNvSpPr txBox="1"/>
          <p:nvPr>
            <p:ph idx="1" type="body"/>
          </p:nvPr>
        </p:nvSpPr>
        <p:spPr>
          <a:xfrm>
            <a:off x="452400" y="12604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Why might you choose a BST over a general binary tree?</a:t>
            </a:r>
            <a:endParaRPr sz="1600"/>
          </a:p>
          <a:p>
            <a:pPr indent="-330200" lvl="0" marL="457200" rtl="0" algn="l">
              <a:spcBef>
                <a:spcPts val="2000"/>
              </a:spcBef>
              <a:spcAft>
                <a:spcPts val="0"/>
              </a:spcAft>
              <a:buSzPts val="1600"/>
              <a:buAutoNum type="alphaUcPeriod"/>
            </a:pPr>
            <a:r>
              <a:rPr lang="en" sz="1600"/>
              <a:t>A BST requires less memory than a general binary tree.</a:t>
            </a:r>
            <a:endParaRPr sz="1600"/>
          </a:p>
          <a:p>
            <a:pPr indent="-330200" lvl="0" marL="457200" rtl="0" algn="l">
              <a:spcBef>
                <a:spcPts val="2000"/>
              </a:spcBef>
              <a:spcAft>
                <a:spcPts val="0"/>
              </a:spcAft>
              <a:buSzPts val="1600"/>
              <a:buAutoNum type="alphaUcPeriod"/>
            </a:pPr>
            <a:r>
              <a:rPr lang="en" sz="1600"/>
              <a:t>A BST maintains an ordered structure, allowing for efficient search, insertion, and deletion operations.</a:t>
            </a:r>
            <a:endParaRPr sz="1600"/>
          </a:p>
          <a:p>
            <a:pPr indent="-330200" lvl="0" marL="457200" rtl="0" algn="l">
              <a:spcBef>
                <a:spcPts val="2000"/>
              </a:spcBef>
              <a:spcAft>
                <a:spcPts val="0"/>
              </a:spcAft>
              <a:buSzPts val="1600"/>
              <a:buAutoNum type="alphaUcPeriod"/>
            </a:pPr>
            <a:r>
              <a:rPr lang="en" sz="1600"/>
              <a:t>A BST automatically balances itself, leading to faster operations.</a:t>
            </a:r>
            <a:endParaRPr sz="1600"/>
          </a:p>
          <a:p>
            <a:pPr indent="-330200" lvl="0" marL="457200" rtl="0" algn="l">
              <a:spcBef>
                <a:spcPts val="2000"/>
              </a:spcBef>
              <a:spcAft>
                <a:spcPts val="2000"/>
              </a:spcAft>
              <a:buSzPts val="1600"/>
              <a:buAutoNum type="alphaUcPeriod"/>
            </a:pPr>
            <a:r>
              <a:rPr lang="en" sz="1600"/>
              <a:t>A BST can store more nodes than a general binary tree.</a:t>
            </a:r>
            <a:endParaRPr sz="1600"/>
          </a:p>
        </p:txBody>
      </p:sp>
      <p:sp>
        <p:nvSpPr>
          <p:cNvPr id="1320" name="Google Shape;1320;p178"/>
          <p:cNvSpPr/>
          <p:nvPr/>
        </p:nvSpPr>
        <p:spPr>
          <a:xfrm>
            <a:off x="414000" y="2271275"/>
            <a:ext cx="8316000" cy="837600"/>
          </a:xfrm>
          <a:prstGeom prst="rect">
            <a:avLst/>
          </a:prstGeom>
          <a:noFill/>
          <a:ln cap="flat" cmpd="sng" w="38100">
            <a:solidFill>
              <a:srgbClr val="FFCB0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4" name="Shape 1324"/>
        <p:cNvGrpSpPr/>
        <p:nvPr/>
      </p:nvGrpSpPr>
      <p:grpSpPr>
        <a:xfrm>
          <a:off x="0" y="0"/>
          <a:ext cx="0" cy="0"/>
          <a:chOff x="0" y="0"/>
          <a:chExt cx="0" cy="0"/>
        </a:xfrm>
      </p:grpSpPr>
      <p:sp>
        <p:nvSpPr>
          <p:cNvPr id="1325" name="Google Shape;1325;p179"/>
          <p:cNvSpPr txBox="1"/>
          <p:nvPr>
            <p:ph type="title"/>
          </p:nvPr>
        </p:nvSpPr>
        <p:spPr>
          <a:xfrm>
            <a:off x="452400" y="481275"/>
            <a:ext cx="35976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TreeNode Class</a:t>
            </a:r>
            <a:endParaRPr/>
          </a:p>
        </p:txBody>
      </p:sp>
      <p:sp>
        <p:nvSpPr>
          <p:cNvPr id="1326" name="Google Shape;1326;p179"/>
          <p:cNvSpPr txBox="1"/>
          <p:nvPr>
            <p:ph idx="1" type="body"/>
          </p:nvPr>
        </p:nvSpPr>
        <p:spPr>
          <a:xfrm>
            <a:off x="452400" y="1132825"/>
            <a:ext cx="3349800" cy="10989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Each </a:t>
            </a:r>
            <a:r>
              <a:rPr b="1" lang="en">
                <a:latin typeface="Consolas"/>
                <a:ea typeface="Consolas"/>
                <a:cs typeface="Consolas"/>
                <a:sym typeface="Consolas"/>
              </a:rPr>
              <a:t>TreeNode</a:t>
            </a:r>
            <a:r>
              <a:rPr lang="en"/>
              <a:t> contains a value, and references to its left and right children.</a:t>
            </a:r>
            <a:endParaRPr/>
          </a:p>
        </p:txBody>
      </p:sp>
      <p:sp>
        <p:nvSpPr>
          <p:cNvPr id="1327" name="Google Shape;1327;p179"/>
          <p:cNvSpPr/>
          <p:nvPr/>
        </p:nvSpPr>
        <p:spPr>
          <a:xfrm>
            <a:off x="5419224" y="53622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13</a:t>
            </a:r>
            <a:endParaRPr b="1" sz="1800">
              <a:solidFill>
                <a:schemeClr val="lt1"/>
              </a:solidFill>
              <a:latin typeface="Poppins"/>
              <a:ea typeface="Poppins"/>
              <a:cs typeface="Poppins"/>
              <a:sym typeface="Poppins"/>
            </a:endParaRPr>
          </a:p>
        </p:txBody>
      </p:sp>
      <p:sp>
        <p:nvSpPr>
          <p:cNvPr id="1328" name="Google Shape;1328;p179"/>
          <p:cNvSpPr/>
          <p:nvPr/>
        </p:nvSpPr>
        <p:spPr>
          <a:xfrm>
            <a:off x="4330937" y="1635150"/>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6</a:t>
            </a:r>
            <a:endParaRPr b="1" sz="1800">
              <a:solidFill>
                <a:schemeClr val="lt1"/>
              </a:solidFill>
              <a:latin typeface="Poppins"/>
              <a:ea typeface="Poppins"/>
              <a:cs typeface="Poppins"/>
              <a:sym typeface="Poppins"/>
            </a:endParaRPr>
          </a:p>
        </p:txBody>
      </p:sp>
      <p:cxnSp>
        <p:nvCxnSpPr>
          <p:cNvPr id="1329" name="Google Shape;1329;p179"/>
          <p:cNvCxnSpPr>
            <a:stCxn id="1327" idx="3"/>
            <a:endCxn id="1328" idx="0"/>
          </p:cNvCxnSpPr>
          <p:nvPr/>
        </p:nvCxnSpPr>
        <p:spPr>
          <a:xfrm flipH="1">
            <a:off x="4681210" y="1134139"/>
            <a:ext cx="840600" cy="501000"/>
          </a:xfrm>
          <a:prstGeom prst="straightConnector1">
            <a:avLst/>
          </a:prstGeom>
          <a:noFill/>
          <a:ln cap="flat" cmpd="sng" w="9525">
            <a:solidFill>
              <a:srgbClr val="000000"/>
            </a:solidFill>
            <a:prstDash val="solid"/>
            <a:round/>
            <a:headEnd len="med" w="med" type="none"/>
            <a:tailEnd len="med" w="med" type="none"/>
          </a:ln>
        </p:spPr>
      </p:cxnSp>
      <p:sp>
        <p:nvSpPr>
          <p:cNvPr id="1330" name="Google Shape;1330;p179"/>
          <p:cNvSpPr/>
          <p:nvPr/>
        </p:nvSpPr>
        <p:spPr>
          <a:xfrm>
            <a:off x="6679549" y="1635150"/>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21</a:t>
            </a:r>
            <a:endParaRPr b="1" sz="1800">
              <a:solidFill>
                <a:schemeClr val="lt1"/>
              </a:solidFill>
              <a:latin typeface="Poppins"/>
              <a:ea typeface="Poppins"/>
              <a:cs typeface="Poppins"/>
              <a:sym typeface="Poppins"/>
            </a:endParaRPr>
          </a:p>
        </p:txBody>
      </p:sp>
      <p:cxnSp>
        <p:nvCxnSpPr>
          <p:cNvPr id="1331" name="Google Shape;1331;p179"/>
          <p:cNvCxnSpPr>
            <a:stCxn id="1327" idx="5"/>
            <a:endCxn id="1330" idx="0"/>
          </p:cNvCxnSpPr>
          <p:nvPr/>
        </p:nvCxnSpPr>
        <p:spPr>
          <a:xfrm>
            <a:off x="6017139" y="1134139"/>
            <a:ext cx="1012800" cy="501000"/>
          </a:xfrm>
          <a:prstGeom prst="straightConnector1">
            <a:avLst/>
          </a:prstGeom>
          <a:noFill/>
          <a:ln cap="flat" cmpd="sng" w="9525">
            <a:solidFill>
              <a:srgbClr val="000000"/>
            </a:solidFill>
            <a:prstDash val="solid"/>
            <a:round/>
            <a:headEnd len="med" w="med" type="none"/>
            <a:tailEnd len="med" w="med" type="none"/>
          </a:ln>
        </p:spPr>
      </p:cxnSp>
      <p:sp>
        <p:nvSpPr>
          <p:cNvPr id="1332" name="Google Shape;1332;p179"/>
          <p:cNvSpPr/>
          <p:nvPr/>
        </p:nvSpPr>
        <p:spPr>
          <a:xfrm>
            <a:off x="3630437" y="275877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4</a:t>
            </a:r>
            <a:endParaRPr b="1" sz="1800">
              <a:solidFill>
                <a:schemeClr val="lt1"/>
              </a:solidFill>
              <a:latin typeface="Poppins"/>
              <a:ea typeface="Poppins"/>
              <a:cs typeface="Poppins"/>
              <a:sym typeface="Poppins"/>
            </a:endParaRPr>
          </a:p>
        </p:txBody>
      </p:sp>
      <p:sp>
        <p:nvSpPr>
          <p:cNvPr id="1333" name="Google Shape;1333;p179"/>
          <p:cNvSpPr/>
          <p:nvPr/>
        </p:nvSpPr>
        <p:spPr>
          <a:xfrm>
            <a:off x="4928862" y="275877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8</a:t>
            </a:r>
            <a:endParaRPr b="1" sz="1800">
              <a:solidFill>
                <a:schemeClr val="lt1"/>
              </a:solidFill>
              <a:latin typeface="Poppins"/>
              <a:ea typeface="Poppins"/>
              <a:cs typeface="Poppins"/>
              <a:sym typeface="Poppins"/>
            </a:endParaRPr>
          </a:p>
        </p:txBody>
      </p:sp>
      <p:cxnSp>
        <p:nvCxnSpPr>
          <p:cNvPr id="1334" name="Google Shape;1334;p179"/>
          <p:cNvCxnSpPr>
            <a:stCxn id="1328" idx="3"/>
            <a:endCxn id="1332" idx="0"/>
          </p:cNvCxnSpPr>
          <p:nvPr/>
        </p:nvCxnSpPr>
        <p:spPr>
          <a:xfrm flipH="1">
            <a:off x="3980823" y="2233064"/>
            <a:ext cx="452700" cy="525600"/>
          </a:xfrm>
          <a:prstGeom prst="straightConnector1">
            <a:avLst/>
          </a:prstGeom>
          <a:noFill/>
          <a:ln cap="flat" cmpd="sng" w="9525">
            <a:solidFill>
              <a:srgbClr val="000000"/>
            </a:solidFill>
            <a:prstDash val="solid"/>
            <a:round/>
            <a:headEnd len="med" w="med" type="none"/>
            <a:tailEnd len="med" w="med" type="none"/>
          </a:ln>
        </p:spPr>
      </p:cxnSp>
      <p:cxnSp>
        <p:nvCxnSpPr>
          <p:cNvPr id="1335" name="Google Shape;1335;p179"/>
          <p:cNvCxnSpPr>
            <a:stCxn id="1328" idx="5"/>
            <a:endCxn id="1333" idx="0"/>
          </p:cNvCxnSpPr>
          <p:nvPr/>
        </p:nvCxnSpPr>
        <p:spPr>
          <a:xfrm>
            <a:off x="4928851" y="2233064"/>
            <a:ext cx="350400" cy="525600"/>
          </a:xfrm>
          <a:prstGeom prst="straightConnector1">
            <a:avLst/>
          </a:prstGeom>
          <a:noFill/>
          <a:ln cap="flat" cmpd="sng" w="9525">
            <a:solidFill>
              <a:srgbClr val="000000"/>
            </a:solidFill>
            <a:prstDash val="solid"/>
            <a:round/>
            <a:headEnd len="med" w="med" type="none"/>
            <a:tailEnd len="med" w="med" type="none"/>
          </a:ln>
        </p:spPr>
      </p:cxnSp>
      <p:sp>
        <p:nvSpPr>
          <p:cNvPr id="1336" name="Google Shape;1336;p179"/>
          <p:cNvSpPr/>
          <p:nvPr/>
        </p:nvSpPr>
        <p:spPr>
          <a:xfrm>
            <a:off x="6017149" y="276902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15</a:t>
            </a:r>
            <a:endParaRPr b="1" sz="1800">
              <a:solidFill>
                <a:schemeClr val="lt1"/>
              </a:solidFill>
              <a:latin typeface="Poppins"/>
              <a:ea typeface="Poppins"/>
              <a:cs typeface="Poppins"/>
              <a:sym typeface="Poppins"/>
            </a:endParaRPr>
          </a:p>
        </p:txBody>
      </p:sp>
      <p:sp>
        <p:nvSpPr>
          <p:cNvPr id="1337" name="Google Shape;1337;p179"/>
          <p:cNvSpPr/>
          <p:nvPr/>
        </p:nvSpPr>
        <p:spPr>
          <a:xfrm>
            <a:off x="7459999" y="275877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24</a:t>
            </a:r>
            <a:endParaRPr b="1" sz="1800">
              <a:solidFill>
                <a:schemeClr val="lt1"/>
              </a:solidFill>
              <a:latin typeface="Poppins"/>
              <a:ea typeface="Poppins"/>
              <a:cs typeface="Poppins"/>
              <a:sym typeface="Poppins"/>
            </a:endParaRPr>
          </a:p>
        </p:txBody>
      </p:sp>
      <p:sp>
        <p:nvSpPr>
          <p:cNvPr id="1338" name="Google Shape;1338;p179"/>
          <p:cNvSpPr/>
          <p:nvPr/>
        </p:nvSpPr>
        <p:spPr>
          <a:xfrm>
            <a:off x="8057924" y="3794400"/>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26</a:t>
            </a:r>
            <a:endParaRPr b="1" sz="1800">
              <a:solidFill>
                <a:schemeClr val="lt1"/>
              </a:solidFill>
              <a:latin typeface="Poppins"/>
              <a:ea typeface="Poppins"/>
              <a:cs typeface="Poppins"/>
              <a:sym typeface="Poppins"/>
            </a:endParaRPr>
          </a:p>
        </p:txBody>
      </p:sp>
      <p:cxnSp>
        <p:nvCxnSpPr>
          <p:cNvPr id="1339" name="Google Shape;1339;p179"/>
          <p:cNvCxnSpPr>
            <a:stCxn id="1330" idx="3"/>
            <a:endCxn id="1336" idx="0"/>
          </p:cNvCxnSpPr>
          <p:nvPr/>
        </p:nvCxnSpPr>
        <p:spPr>
          <a:xfrm flipH="1">
            <a:off x="6367535" y="2233064"/>
            <a:ext cx="414600" cy="536100"/>
          </a:xfrm>
          <a:prstGeom prst="straightConnector1">
            <a:avLst/>
          </a:prstGeom>
          <a:noFill/>
          <a:ln cap="flat" cmpd="sng" w="9525">
            <a:solidFill>
              <a:srgbClr val="000000"/>
            </a:solidFill>
            <a:prstDash val="solid"/>
            <a:round/>
            <a:headEnd len="med" w="med" type="none"/>
            <a:tailEnd len="med" w="med" type="none"/>
          </a:ln>
        </p:spPr>
      </p:cxnSp>
      <p:cxnSp>
        <p:nvCxnSpPr>
          <p:cNvPr id="1340" name="Google Shape;1340;p179"/>
          <p:cNvCxnSpPr>
            <a:stCxn id="1330" idx="5"/>
            <a:endCxn id="1337" idx="0"/>
          </p:cNvCxnSpPr>
          <p:nvPr/>
        </p:nvCxnSpPr>
        <p:spPr>
          <a:xfrm>
            <a:off x="7277464" y="2233064"/>
            <a:ext cx="532800" cy="525600"/>
          </a:xfrm>
          <a:prstGeom prst="straightConnector1">
            <a:avLst/>
          </a:prstGeom>
          <a:noFill/>
          <a:ln cap="flat" cmpd="sng" w="9525">
            <a:solidFill>
              <a:srgbClr val="000000"/>
            </a:solidFill>
            <a:prstDash val="solid"/>
            <a:round/>
            <a:headEnd len="med" w="med" type="none"/>
            <a:tailEnd len="med" w="med" type="none"/>
          </a:ln>
        </p:spPr>
      </p:cxnSp>
      <p:cxnSp>
        <p:nvCxnSpPr>
          <p:cNvPr id="1341" name="Google Shape;1341;p179"/>
          <p:cNvCxnSpPr>
            <a:stCxn id="1337" idx="5"/>
            <a:endCxn id="1338" idx="0"/>
          </p:cNvCxnSpPr>
          <p:nvPr/>
        </p:nvCxnSpPr>
        <p:spPr>
          <a:xfrm>
            <a:off x="8057914" y="3356689"/>
            <a:ext cx="350400" cy="437700"/>
          </a:xfrm>
          <a:prstGeom prst="straightConnector1">
            <a:avLst/>
          </a:prstGeom>
          <a:noFill/>
          <a:ln cap="flat" cmpd="sng" w="9525">
            <a:solidFill>
              <a:srgbClr val="000000"/>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sp>
        <p:nvSpPr>
          <p:cNvPr id="1346" name="Google Shape;1346;p180"/>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Node Insertion</a:t>
            </a:r>
            <a:endParaRPr/>
          </a:p>
        </p:txBody>
      </p:sp>
      <p:sp>
        <p:nvSpPr>
          <p:cNvPr id="1347" name="Google Shape;1347;p180"/>
          <p:cNvSpPr/>
          <p:nvPr/>
        </p:nvSpPr>
        <p:spPr>
          <a:xfrm>
            <a:off x="5419224" y="53622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13</a:t>
            </a:r>
            <a:endParaRPr b="1" sz="1800">
              <a:solidFill>
                <a:schemeClr val="lt1"/>
              </a:solidFill>
              <a:latin typeface="Poppins"/>
              <a:ea typeface="Poppins"/>
              <a:cs typeface="Poppins"/>
              <a:sym typeface="Poppins"/>
            </a:endParaRPr>
          </a:p>
        </p:txBody>
      </p:sp>
      <p:sp>
        <p:nvSpPr>
          <p:cNvPr id="1348" name="Google Shape;1348;p180"/>
          <p:cNvSpPr/>
          <p:nvPr/>
        </p:nvSpPr>
        <p:spPr>
          <a:xfrm>
            <a:off x="4330937" y="1635150"/>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6</a:t>
            </a:r>
            <a:endParaRPr b="1" sz="1800">
              <a:solidFill>
                <a:schemeClr val="lt1"/>
              </a:solidFill>
              <a:latin typeface="Poppins"/>
              <a:ea typeface="Poppins"/>
              <a:cs typeface="Poppins"/>
              <a:sym typeface="Poppins"/>
            </a:endParaRPr>
          </a:p>
        </p:txBody>
      </p:sp>
      <p:cxnSp>
        <p:nvCxnSpPr>
          <p:cNvPr id="1349" name="Google Shape;1349;p180"/>
          <p:cNvCxnSpPr>
            <a:stCxn id="1347" idx="3"/>
            <a:endCxn id="1348" idx="0"/>
          </p:cNvCxnSpPr>
          <p:nvPr/>
        </p:nvCxnSpPr>
        <p:spPr>
          <a:xfrm flipH="1">
            <a:off x="4681210" y="1134139"/>
            <a:ext cx="840600" cy="501000"/>
          </a:xfrm>
          <a:prstGeom prst="straightConnector1">
            <a:avLst/>
          </a:prstGeom>
          <a:noFill/>
          <a:ln cap="flat" cmpd="sng" w="9525">
            <a:solidFill>
              <a:srgbClr val="000000"/>
            </a:solidFill>
            <a:prstDash val="solid"/>
            <a:round/>
            <a:headEnd len="med" w="med" type="none"/>
            <a:tailEnd len="med" w="med" type="none"/>
          </a:ln>
        </p:spPr>
      </p:cxnSp>
      <p:sp>
        <p:nvSpPr>
          <p:cNvPr id="1350" name="Google Shape;1350;p180"/>
          <p:cNvSpPr/>
          <p:nvPr/>
        </p:nvSpPr>
        <p:spPr>
          <a:xfrm>
            <a:off x="6679549" y="1635150"/>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21</a:t>
            </a:r>
            <a:endParaRPr b="1" sz="1800">
              <a:solidFill>
                <a:schemeClr val="lt1"/>
              </a:solidFill>
              <a:latin typeface="Poppins"/>
              <a:ea typeface="Poppins"/>
              <a:cs typeface="Poppins"/>
              <a:sym typeface="Poppins"/>
            </a:endParaRPr>
          </a:p>
        </p:txBody>
      </p:sp>
      <p:cxnSp>
        <p:nvCxnSpPr>
          <p:cNvPr id="1351" name="Google Shape;1351;p180"/>
          <p:cNvCxnSpPr>
            <a:stCxn id="1347" idx="5"/>
            <a:endCxn id="1350" idx="0"/>
          </p:cNvCxnSpPr>
          <p:nvPr/>
        </p:nvCxnSpPr>
        <p:spPr>
          <a:xfrm>
            <a:off x="6017139" y="1134139"/>
            <a:ext cx="1012800" cy="501000"/>
          </a:xfrm>
          <a:prstGeom prst="straightConnector1">
            <a:avLst/>
          </a:prstGeom>
          <a:noFill/>
          <a:ln cap="flat" cmpd="sng" w="9525">
            <a:solidFill>
              <a:srgbClr val="000000"/>
            </a:solidFill>
            <a:prstDash val="solid"/>
            <a:round/>
            <a:headEnd len="med" w="med" type="none"/>
            <a:tailEnd len="med" w="med" type="none"/>
          </a:ln>
        </p:spPr>
      </p:cxnSp>
      <p:sp>
        <p:nvSpPr>
          <p:cNvPr id="1352" name="Google Shape;1352;p180"/>
          <p:cNvSpPr/>
          <p:nvPr/>
        </p:nvSpPr>
        <p:spPr>
          <a:xfrm>
            <a:off x="3630437" y="275877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4</a:t>
            </a:r>
            <a:endParaRPr b="1" sz="1800">
              <a:solidFill>
                <a:schemeClr val="lt1"/>
              </a:solidFill>
              <a:latin typeface="Poppins"/>
              <a:ea typeface="Poppins"/>
              <a:cs typeface="Poppins"/>
              <a:sym typeface="Poppins"/>
            </a:endParaRPr>
          </a:p>
        </p:txBody>
      </p:sp>
      <p:sp>
        <p:nvSpPr>
          <p:cNvPr id="1353" name="Google Shape;1353;p180"/>
          <p:cNvSpPr/>
          <p:nvPr/>
        </p:nvSpPr>
        <p:spPr>
          <a:xfrm>
            <a:off x="4928862" y="275877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8</a:t>
            </a:r>
            <a:endParaRPr b="1" sz="1800">
              <a:solidFill>
                <a:schemeClr val="lt1"/>
              </a:solidFill>
              <a:latin typeface="Poppins"/>
              <a:ea typeface="Poppins"/>
              <a:cs typeface="Poppins"/>
              <a:sym typeface="Poppins"/>
            </a:endParaRPr>
          </a:p>
        </p:txBody>
      </p:sp>
      <p:cxnSp>
        <p:nvCxnSpPr>
          <p:cNvPr id="1354" name="Google Shape;1354;p180"/>
          <p:cNvCxnSpPr>
            <a:stCxn id="1348" idx="3"/>
            <a:endCxn id="1352" idx="0"/>
          </p:cNvCxnSpPr>
          <p:nvPr/>
        </p:nvCxnSpPr>
        <p:spPr>
          <a:xfrm flipH="1">
            <a:off x="3980823" y="2233064"/>
            <a:ext cx="452700" cy="525600"/>
          </a:xfrm>
          <a:prstGeom prst="straightConnector1">
            <a:avLst/>
          </a:prstGeom>
          <a:noFill/>
          <a:ln cap="flat" cmpd="sng" w="9525">
            <a:solidFill>
              <a:srgbClr val="000000"/>
            </a:solidFill>
            <a:prstDash val="solid"/>
            <a:round/>
            <a:headEnd len="med" w="med" type="none"/>
            <a:tailEnd len="med" w="med" type="none"/>
          </a:ln>
        </p:spPr>
      </p:cxnSp>
      <p:cxnSp>
        <p:nvCxnSpPr>
          <p:cNvPr id="1355" name="Google Shape;1355;p180"/>
          <p:cNvCxnSpPr>
            <a:stCxn id="1348" idx="5"/>
            <a:endCxn id="1353" idx="0"/>
          </p:cNvCxnSpPr>
          <p:nvPr/>
        </p:nvCxnSpPr>
        <p:spPr>
          <a:xfrm>
            <a:off x="4928851" y="2233064"/>
            <a:ext cx="350400" cy="525600"/>
          </a:xfrm>
          <a:prstGeom prst="straightConnector1">
            <a:avLst/>
          </a:prstGeom>
          <a:noFill/>
          <a:ln cap="flat" cmpd="sng" w="9525">
            <a:solidFill>
              <a:srgbClr val="000000"/>
            </a:solidFill>
            <a:prstDash val="solid"/>
            <a:round/>
            <a:headEnd len="med" w="med" type="none"/>
            <a:tailEnd len="med" w="med" type="none"/>
          </a:ln>
        </p:spPr>
      </p:cxnSp>
      <p:sp>
        <p:nvSpPr>
          <p:cNvPr id="1356" name="Google Shape;1356;p180"/>
          <p:cNvSpPr/>
          <p:nvPr/>
        </p:nvSpPr>
        <p:spPr>
          <a:xfrm>
            <a:off x="6017149" y="276902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15</a:t>
            </a:r>
            <a:endParaRPr b="1" sz="1800">
              <a:solidFill>
                <a:schemeClr val="lt1"/>
              </a:solidFill>
              <a:latin typeface="Poppins"/>
              <a:ea typeface="Poppins"/>
              <a:cs typeface="Poppins"/>
              <a:sym typeface="Poppins"/>
            </a:endParaRPr>
          </a:p>
        </p:txBody>
      </p:sp>
      <p:sp>
        <p:nvSpPr>
          <p:cNvPr id="1357" name="Google Shape;1357;p180"/>
          <p:cNvSpPr/>
          <p:nvPr/>
        </p:nvSpPr>
        <p:spPr>
          <a:xfrm>
            <a:off x="7459999" y="275877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24</a:t>
            </a:r>
            <a:endParaRPr b="1" sz="1800">
              <a:solidFill>
                <a:schemeClr val="lt1"/>
              </a:solidFill>
              <a:latin typeface="Poppins"/>
              <a:ea typeface="Poppins"/>
              <a:cs typeface="Poppins"/>
              <a:sym typeface="Poppins"/>
            </a:endParaRPr>
          </a:p>
        </p:txBody>
      </p:sp>
      <p:sp>
        <p:nvSpPr>
          <p:cNvPr id="1358" name="Google Shape;1358;p180"/>
          <p:cNvSpPr/>
          <p:nvPr/>
        </p:nvSpPr>
        <p:spPr>
          <a:xfrm>
            <a:off x="8057924" y="3794400"/>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26</a:t>
            </a:r>
            <a:endParaRPr b="1" sz="1800">
              <a:solidFill>
                <a:schemeClr val="lt1"/>
              </a:solidFill>
              <a:latin typeface="Poppins"/>
              <a:ea typeface="Poppins"/>
              <a:cs typeface="Poppins"/>
              <a:sym typeface="Poppins"/>
            </a:endParaRPr>
          </a:p>
        </p:txBody>
      </p:sp>
      <p:cxnSp>
        <p:nvCxnSpPr>
          <p:cNvPr id="1359" name="Google Shape;1359;p180"/>
          <p:cNvCxnSpPr>
            <a:stCxn id="1350" idx="3"/>
            <a:endCxn id="1356" idx="0"/>
          </p:cNvCxnSpPr>
          <p:nvPr/>
        </p:nvCxnSpPr>
        <p:spPr>
          <a:xfrm flipH="1">
            <a:off x="6367535" y="2233064"/>
            <a:ext cx="414600" cy="536100"/>
          </a:xfrm>
          <a:prstGeom prst="straightConnector1">
            <a:avLst/>
          </a:prstGeom>
          <a:noFill/>
          <a:ln cap="flat" cmpd="sng" w="9525">
            <a:solidFill>
              <a:srgbClr val="000000"/>
            </a:solidFill>
            <a:prstDash val="solid"/>
            <a:round/>
            <a:headEnd len="med" w="med" type="none"/>
            <a:tailEnd len="med" w="med" type="none"/>
          </a:ln>
        </p:spPr>
      </p:cxnSp>
      <p:cxnSp>
        <p:nvCxnSpPr>
          <p:cNvPr id="1360" name="Google Shape;1360;p180"/>
          <p:cNvCxnSpPr>
            <a:stCxn id="1350" idx="5"/>
            <a:endCxn id="1357" idx="0"/>
          </p:cNvCxnSpPr>
          <p:nvPr/>
        </p:nvCxnSpPr>
        <p:spPr>
          <a:xfrm>
            <a:off x="7277464" y="2233064"/>
            <a:ext cx="532800" cy="525600"/>
          </a:xfrm>
          <a:prstGeom prst="straightConnector1">
            <a:avLst/>
          </a:prstGeom>
          <a:noFill/>
          <a:ln cap="flat" cmpd="sng" w="9525">
            <a:solidFill>
              <a:srgbClr val="000000"/>
            </a:solidFill>
            <a:prstDash val="solid"/>
            <a:round/>
            <a:headEnd len="med" w="med" type="none"/>
            <a:tailEnd len="med" w="med" type="none"/>
          </a:ln>
        </p:spPr>
      </p:cxnSp>
      <p:cxnSp>
        <p:nvCxnSpPr>
          <p:cNvPr id="1361" name="Google Shape;1361;p180"/>
          <p:cNvCxnSpPr>
            <a:stCxn id="1357" idx="5"/>
            <a:endCxn id="1358" idx="0"/>
          </p:cNvCxnSpPr>
          <p:nvPr/>
        </p:nvCxnSpPr>
        <p:spPr>
          <a:xfrm>
            <a:off x="8057914" y="3356689"/>
            <a:ext cx="350400" cy="437700"/>
          </a:xfrm>
          <a:prstGeom prst="straightConnector1">
            <a:avLst/>
          </a:prstGeom>
          <a:noFill/>
          <a:ln cap="flat" cmpd="sng" w="9525">
            <a:solidFill>
              <a:srgbClr val="000000"/>
            </a:solidFill>
            <a:prstDash val="solid"/>
            <a:round/>
            <a:headEnd len="med" w="med" type="none"/>
            <a:tailEnd len="med" w="med" type="none"/>
          </a:ln>
        </p:spPr>
      </p:cxnSp>
      <p:sp>
        <p:nvSpPr>
          <p:cNvPr id="1362" name="Google Shape;1362;p180"/>
          <p:cNvSpPr txBox="1"/>
          <p:nvPr/>
        </p:nvSpPr>
        <p:spPr>
          <a:xfrm>
            <a:off x="452400" y="1381950"/>
            <a:ext cx="3220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latin typeface="Poppins"/>
                <a:ea typeface="Poppins"/>
                <a:cs typeface="Poppins"/>
                <a:sym typeface="Poppins"/>
              </a:rPr>
              <a:t>Value to Insert:</a:t>
            </a:r>
            <a:r>
              <a:rPr lang="en" sz="2400">
                <a:latin typeface="Poppins"/>
                <a:ea typeface="Poppins"/>
                <a:cs typeface="Poppins"/>
                <a:sym typeface="Poppins"/>
              </a:rPr>
              <a:t> 22</a:t>
            </a:r>
            <a:endParaRPr sz="2400">
              <a:latin typeface="Poppins"/>
              <a:ea typeface="Poppins"/>
              <a:cs typeface="Poppins"/>
              <a:sym typeface="Poppins"/>
            </a:endParaRPr>
          </a:p>
        </p:txBody>
      </p:sp>
      <p:sp>
        <p:nvSpPr>
          <p:cNvPr id="1363" name="Google Shape;1363;p180"/>
          <p:cNvSpPr/>
          <p:nvPr/>
        </p:nvSpPr>
        <p:spPr>
          <a:xfrm>
            <a:off x="6717649" y="3700800"/>
            <a:ext cx="700500" cy="700500"/>
          </a:xfrm>
          <a:prstGeom prst="ellipse">
            <a:avLst/>
          </a:prstGeom>
          <a:solidFill>
            <a:srgbClr val="6D9E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Poppins"/>
                <a:ea typeface="Poppins"/>
                <a:cs typeface="Poppins"/>
                <a:sym typeface="Poppins"/>
              </a:rPr>
              <a:t>22</a:t>
            </a:r>
            <a:endParaRPr b="1" sz="1800">
              <a:solidFill>
                <a:srgbClr val="FFFFFF"/>
              </a:solidFill>
              <a:latin typeface="Poppins"/>
              <a:ea typeface="Poppins"/>
              <a:cs typeface="Poppins"/>
              <a:sym typeface="Poppins"/>
            </a:endParaRPr>
          </a:p>
        </p:txBody>
      </p:sp>
      <p:cxnSp>
        <p:nvCxnSpPr>
          <p:cNvPr id="1364" name="Google Shape;1364;p180"/>
          <p:cNvCxnSpPr/>
          <p:nvPr/>
        </p:nvCxnSpPr>
        <p:spPr>
          <a:xfrm flipH="1">
            <a:off x="7180498" y="3307489"/>
            <a:ext cx="414600" cy="536100"/>
          </a:xfrm>
          <a:prstGeom prst="straightConnector1">
            <a:avLst/>
          </a:prstGeom>
          <a:noFill/>
          <a:ln cap="flat" cmpd="sng" w="9525">
            <a:solidFill>
              <a:srgbClr val="000000"/>
            </a:solidFill>
            <a:prstDash val="solid"/>
            <a:round/>
            <a:headEnd len="med" w="med" type="none"/>
            <a:tailEnd len="med" w="med"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8" name="Shape 1368"/>
        <p:cNvGrpSpPr/>
        <p:nvPr/>
      </p:nvGrpSpPr>
      <p:grpSpPr>
        <a:xfrm>
          <a:off x="0" y="0"/>
          <a:ext cx="0" cy="0"/>
          <a:chOff x="0" y="0"/>
          <a:chExt cx="0" cy="0"/>
        </a:xfrm>
      </p:grpSpPr>
      <p:sp>
        <p:nvSpPr>
          <p:cNvPr id="1369" name="Google Shape;1369;p181"/>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Node Insertion Algorithm: Pseudocode</a:t>
            </a:r>
            <a:endParaRPr/>
          </a:p>
        </p:txBody>
      </p:sp>
      <p:sp>
        <p:nvSpPr>
          <p:cNvPr id="1370" name="Google Shape;1370;p181"/>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Font typeface="Kalam"/>
              <a:buAutoNum type="arabicPeriod"/>
            </a:pPr>
            <a:r>
              <a:rPr lang="en" sz="2100">
                <a:latin typeface="Kalam"/>
                <a:ea typeface="Kalam"/>
                <a:cs typeface="Kalam"/>
                <a:sym typeface="Kalam"/>
              </a:rPr>
              <a:t>Start at the root.</a:t>
            </a:r>
            <a:endParaRPr sz="2100">
              <a:latin typeface="Kalam"/>
              <a:ea typeface="Kalam"/>
              <a:cs typeface="Kalam"/>
              <a:sym typeface="Kalam"/>
            </a:endParaRPr>
          </a:p>
          <a:p>
            <a:pPr indent="-361950" lvl="0" marL="457200" rtl="0" algn="l">
              <a:spcBef>
                <a:spcPts val="1000"/>
              </a:spcBef>
              <a:spcAft>
                <a:spcPts val="0"/>
              </a:spcAft>
              <a:buSzPts val="2100"/>
              <a:buFont typeface="Kalam"/>
              <a:buAutoNum type="arabicPeriod"/>
            </a:pPr>
            <a:r>
              <a:rPr lang="en" sz="2100">
                <a:latin typeface="Kalam"/>
                <a:ea typeface="Kalam"/>
                <a:cs typeface="Kalam"/>
                <a:sym typeface="Kalam"/>
              </a:rPr>
              <a:t>Compare the value to be inserted with the current node’s value.</a:t>
            </a:r>
            <a:endParaRPr sz="2100">
              <a:latin typeface="Kalam"/>
              <a:ea typeface="Kalam"/>
              <a:cs typeface="Kalam"/>
              <a:sym typeface="Kalam"/>
            </a:endParaRPr>
          </a:p>
          <a:p>
            <a:pPr indent="-361950" lvl="0" marL="457200" rtl="0" algn="l">
              <a:spcBef>
                <a:spcPts val="1000"/>
              </a:spcBef>
              <a:spcAft>
                <a:spcPts val="0"/>
              </a:spcAft>
              <a:buSzPts val="2100"/>
              <a:buFont typeface="Kalam"/>
              <a:buAutoNum type="arabicPeriod"/>
            </a:pPr>
            <a:r>
              <a:rPr lang="en" sz="2100">
                <a:latin typeface="Kalam"/>
                <a:ea typeface="Kalam"/>
                <a:cs typeface="Kalam"/>
                <a:sym typeface="Kalam"/>
              </a:rPr>
              <a:t>If the value is less, move to the left child; if greater, move to the right child.</a:t>
            </a:r>
            <a:endParaRPr sz="2100">
              <a:latin typeface="Kalam"/>
              <a:ea typeface="Kalam"/>
              <a:cs typeface="Kalam"/>
              <a:sym typeface="Kalam"/>
            </a:endParaRPr>
          </a:p>
          <a:p>
            <a:pPr indent="-361950" lvl="0" marL="457200" rtl="0" algn="l">
              <a:spcBef>
                <a:spcPts val="1000"/>
              </a:spcBef>
              <a:spcAft>
                <a:spcPts val="0"/>
              </a:spcAft>
              <a:buSzPts val="2100"/>
              <a:buFont typeface="Kalam"/>
              <a:buAutoNum type="arabicPeriod"/>
            </a:pPr>
            <a:r>
              <a:rPr lang="en" sz="2100">
                <a:latin typeface="Kalam"/>
                <a:ea typeface="Kalam"/>
                <a:cs typeface="Kalam"/>
                <a:sym typeface="Kalam"/>
              </a:rPr>
              <a:t>Repeat steps 2-3 until the correct position is found.</a:t>
            </a:r>
            <a:endParaRPr sz="2100">
              <a:latin typeface="Kalam"/>
              <a:ea typeface="Kalam"/>
              <a:cs typeface="Kalam"/>
              <a:sym typeface="Kalam"/>
            </a:endParaRPr>
          </a:p>
          <a:p>
            <a:pPr indent="-361950" lvl="0" marL="457200" rtl="0" algn="l">
              <a:spcBef>
                <a:spcPts val="1000"/>
              </a:spcBef>
              <a:spcAft>
                <a:spcPts val="1000"/>
              </a:spcAft>
              <a:buSzPts val="2100"/>
              <a:buFont typeface="Kalam"/>
              <a:buAutoNum type="arabicPeriod"/>
            </a:pPr>
            <a:r>
              <a:rPr lang="en" sz="2100">
                <a:latin typeface="Kalam"/>
                <a:ea typeface="Kalam"/>
                <a:cs typeface="Kalam"/>
                <a:sym typeface="Kalam"/>
              </a:rPr>
              <a:t>Insert the new node as a leaf.</a:t>
            </a:r>
            <a:endParaRPr sz="2100">
              <a:latin typeface="Kalam"/>
              <a:ea typeface="Kalam"/>
              <a:cs typeface="Kalam"/>
              <a:sym typeface="Kalam"/>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4" name="Shape 1374"/>
        <p:cNvGrpSpPr/>
        <p:nvPr/>
      </p:nvGrpSpPr>
      <p:grpSpPr>
        <a:xfrm>
          <a:off x="0" y="0"/>
          <a:ext cx="0" cy="0"/>
          <a:chOff x="0" y="0"/>
          <a:chExt cx="0" cy="0"/>
        </a:xfrm>
      </p:grpSpPr>
      <p:sp>
        <p:nvSpPr>
          <p:cNvPr id="1375" name="Google Shape;1375;p182"/>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Node Deletion</a:t>
            </a:r>
            <a:endParaRPr/>
          </a:p>
        </p:txBody>
      </p:sp>
      <p:sp>
        <p:nvSpPr>
          <p:cNvPr id="1376" name="Google Shape;1376;p182"/>
          <p:cNvSpPr/>
          <p:nvPr/>
        </p:nvSpPr>
        <p:spPr>
          <a:xfrm>
            <a:off x="5419224" y="53622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13</a:t>
            </a:r>
            <a:endParaRPr b="1" sz="1800">
              <a:solidFill>
                <a:schemeClr val="lt1"/>
              </a:solidFill>
              <a:latin typeface="Poppins"/>
              <a:ea typeface="Poppins"/>
              <a:cs typeface="Poppins"/>
              <a:sym typeface="Poppins"/>
            </a:endParaRPr>
          </a:p>
        </p:txBody>
      </p:sp>
      <p:sp>
        <p:nvSpPr>
          <p:cNvPr id="1377" name="Google Shape;1377;p182"/>
          <p:cNvSpPr/>
          <p:nvPr/>
        </p:nvSpPr>
        <p:spPr>
          <a:xfrm>
            <a:off x="4330937" y="1635150"/>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6</a:t>
            </a:r>
            <a:endParaRPr b="1" sz="1800">
              <a:solidFill>
                <a:schemeClr val="lt1"/>
              </a:solidFill>
              <a:latin typeface="Poppins"/>
              <a:ea typeface="Poppins"/>
              <a:cs typeface="Poppins"/>
              <a:sym typeface="Poppins"/>
            </a:endParaRPr>
          </a:p>
        </p:txBody>
      </p:sp>
      <p:cxnSp>
        <p:nvCxnSpPr>
          <p:cNvPr id="1378" name="Google Shape;1378;p182"/>
          <p:cNvCxnSpPr>
            <a:stCxn id="1376" idx="3"/>
            <a:endCxn id="1377" idx="0"/>
          </p:cNvCxnSpPr>
          <p:nvPr/>
        </p:nvCxnSpPr>
        <p:spPr>
          <a:xfrm flipH="1">
            <a:off x="4681210" y="1134139"/>
            <a:ext cx="840600" cy="501000"/>
          </a:xfrm>
          <a:prstGeom prst="straightConnector1">
            <a:avLst/>
          </a:prstGeom>
          <a:noFill/>
          <a:ln cap="flat" cmpd="sng" w="9525">
            <a:solidFill>
              <a:srgbClr val="000000"/>
            </a:solidFill>
            <a:prstDash val="solid"/>
            <a:round/>
            <a:headEnd len="med" w="med" type="none"/>
            <a:tailEnd len="med" w="med" type="none"/>
          </a:ln>
        </p:spPr>
      </p:cxnSp>
      <p:sp>
        <p:nvSpPr>
          <p:cNvPr id="1379" name="Google Shape;1379;p182"/>
          <p:cNvSpPr/>
          <p:nvPr/>
        </p:nvSpPr>
        <p:spPr>
          <a:xfrm>
            <a:off x="6679549" y="1635150"/>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21</a:t>
            </a:r>
            <a:endParaRPr b="1" sz="1800">
              <a:solidFill>
                <a:schemeClr val="lt1"/>
              </a:solidFill>
              <a:latin typeface="Poppins"/>
              <a:ea typeface="Poppins"/>
              <a:cs typeface="Poppins"/>
              <a:sym typeface="Poppins"/>
            </a:endParaRPr>
          </a:p>
        </p:txBody>
      </p:sp>
      <p:cxnSp>
        <p:nvCxnSpPr>
          <p:cNvPr id="1380" name="Google Shape;1380;p182"/>
          <p:cNvCxnSpPr>
            <a:stCxn id="1376" idx="5"/>
            <a:endCxn id="1379" idx="0"/>
          </p:cNvCxnSpPr>
          <p:nvPr/>
        </p:nvCxnSpPr>
        <p:spPr>
          <a:xfrm>
            <a:off x="6017139" y="1134139"/>
            <a:ext cx="1012800" cy="501000"/>
          </a:xfrm>
          <a:prstGeom prst="straightConnector1">
            <a:avLst/>
          </a:prstGeom>
          <a:noFill/>
          <a:ln cap="flat" cmpd="sng" w="9525">
            <a:solidFill>
              <a:srgbClr val="000000"/>
            </a:solidFill>
            <a:prstDash val="solid"/>
            <a:round/>
            <a:headEnd len="med" w="med" type="none"/>
            <a:tailEnd len="med" w="med" type="none"/>
          </a:ln>
        </p:spPr>
      </p:cxnSp>
      <p:sp>
        <p:nvSpPr>
          <p:cNvPr id="1381" name="Google Shape;1381;p182"/>
          <p:cNvSpPr/>
          <p:nvPr/>
        </p:nvSpPr>
        <p:spPr>
          <a:xfrm>
            <a:off x="3630437" y="275877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4</a:t>
            </a:r>
            <a:endParaRPr b="1" sz="1800">
              <a:solidFill>
                <a:schemeClr val="lt1"/>
              </a:solidFill>
              <a:latin typeface="Poppins"/>
              <a:ea typeface="Poppins"/>
              <a:cs typeface="Poppins"/>
              <a:sym typeface="Poppins"/>
            </a:endParaRPr>
          </a:p>
        </p:txBody>
      </p:sp>
      <p:sp>
        <p:nvSpPr>
          <p:cNvPr id="1382" name="Google Shape;1382;p182"/>
          <p:cNvSpPr/>
          <p:nvPr/>
        </p:nvSpPr>
        <p:spPr>
          <a:xfrm>
            <a:off x="4928862" y="275877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8</a:t>
            </a:r>
            <a:endParaRPr b="1" sz="1800">
              <a:solidFill>
                <a:schemeClr val="lt1"/>
              </a:solidFill>
              <a:latin typeface="Poppins"/>
              <a:ea typeface="Poppins"/>
              <a:cs typeface="Poppins"/>
              <a:sym typeface="Poppins"/>
            </a:endParaRPr>
          </a:p>
        </p:txBody>
      </p:sp>
      <p:cxnSp>
        <p:nvCxnSpPr>
          <p:cNvPr id="1383" name="Google Shape;1383;p182"/>
          <p:cNvCxnSpPr>
            <a:stCxn id="1377" idx="3"/>
            <a:endCxn id="1381" idx="0"/>
          </p:cNvCxnSpPr>
          <p:nvPr/>
        </p:nvCxnSpPr>
        <p:spPr>
          <a:xfrm flipH="1">
            <a:off x="3980823" y="2233064"/>
            <a:ext cx="452700" cy="525600"/>
          </a:xfrm>
          <a:prstGeom prst="straightConnector1">
            <a:avLst/>
          </a:prstGeom>
          <a:noFill/>
          <a:ln cap="flat" cmpd="sng" w="9525">
            <a:solidFill>
              <a:srgbClr val="000000"/>
            </a:solidFill>
            <a:prstDash val="solid"/>
            <a:round/>
            <a:headEnd len="med" w="med" type="none"/>
            <a:tailEnd len="med" w="med" type="none"/>
          </a:ln>
        </p:spPr>
      </p:cxnSp>
      <p:cxnSp>
        <p:nvCxnSpPr>
          <p:cNvPr id="1384" name="Google Shape;1384;p182"/>
          <p:cNvCxnSpPr>
            <a:stCxn id="1377" idx="5"/>
            <a:endCxn id="1382" idx="0"/>
          </p:cNvCxnSpPr>
          <p:nvPr/>
        </p:nvCxnSpPr>
        <p:spPr>
          <a:xfrm>
            <a:off x="4928851" y="2233064"/>
            <a:ext cx="350400" cy="525600"/>
          </a:xfrm>
          <a:prstGeom prst="straightConnector1">
            <a:avLst/>
          </a:prstGeom>
          <a:noFill/>
          <a:ln cap="flat" cmpd="sng" w="9525">
            <a:solidFill>
              <a:srgbClr val="000000"/>
            </a:solidFill>
            <a:prstDash val="solid"/>
            <a:round/>
            <a:headEnd len="med" w="med" type="none"/>
            <a:tailEnd len="med" w="med" type="none"/>
          </a:ln>
        </p:spPr>
      </p:cxnSp>
      <p:sp>
        <p:nvSpPr>
          <p:cNvPr id="1385" name="Google Shape;1385;p182"/>
          <p:cNvSpPr/>
          <p:nvPr/>
        </p:nvSpPr>
        <p:spPr>
          <a:xfrm>
            <a:off x="6017149" y="276902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15</a:t>
            </a:r>
            <a:endParaRPr b="1" sz="1800">
              <a:solidFill>
                <a:schemeClr val="lt1"/>
              </a:solidFill>
              <a:latin typeface="Poppins"/>
              <a:ea typeface="Poppins"/>
              <a:cs typeface="Poppins"/>
              <a:sym typeface="Poppins"/>
            </a:endParaRPr>
          </a:p>
        </p:txBody>
      </p:sp>
      <p:sp>
        <p:nvSpPr>
          <p:cNvPr id="1386" name="Google Shape;1386;p182"/>
          <p:cNvSpPr/>
          <p:nvPr/>
        </p:nvSpPr>
        <p:spPr>
          <a:xfrm>
            <a:off x="7459999" y="275877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24</a:t>
            </a:r>
            <a:endParaRPr b="1" sz="1800">
              <a:solidFill>
                <a:schemeClr val="lt1"/>
              </a:solidFill>
              <a:latin typeface="Poppins"/>
              <a:ea typeface="Poppins"/>
              <a:cs typeface="Poppins"/>
              <a:sym typeface="Poppins"/>
            </a:endParaRPr>
          </a:p>
        </p:txBody>
      </p:sp>
      <p:sp>
        <p:nvSpPr>
          <p:cNvPr id="1387" name="Google Shape;1387;p182"/>
          <p:cNvSpPr/>
          <p:nvPr/>
        </p:nvSpPr>
        <p:spPr>
          <a:xfrm>
            <a:off x="8057924" y="3794400"/>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26</a:t>
            </a:r>
            <a:endParaRPr b="1" sz="1800">
              <a:solidFill>
                <a:schemeClr val="lt1"/>
              </a:solidFill>
              <a:latin typeface="Poppins"/>
              <a:ea typeface="Poppins"/>
              <a:cs typeface="Poppins"/>
              <a:sym typeface="Poppins"/>
            </a:endParaRPr>
          </a:p>
        </p:txBody>
      </p:sp>
      <p:cxnSp>
        <p:nvCxnSpPr>
          <p:cNvPr id="1388" name="Google Shape;1388;p182"/>
          <p:cNvCxnSpPr>
            <a:stCxn id="1379" idx="3"/>
            <a:endCxn id="1385" idx="0"/>
          </p:cNvCxnSpPr>
          <p:nvPr/>
        </p:nvCxnSpPr>
        <p:spPr>
          <a:xfrm flipH="1">
            <a:off x="6367535" y="2233064"/>
            <a:ext cx="414600" cy="536100"/>
          </a:xfrm>
          <a:prstGeom prst="straightConnector1">
            <a:avLst/>
          </a:prstGeom>
          <a:noFill/>
          <a:ln cap="flat" cmpd="sng" w="9525">
            <a:solidFill>
              <a:srgbClr val="000000"/>
            </a:solidFill>
            <a:prstDash val="solid"/>
            <a:round/>
            <a:headEnd len="med" w="med" type="none"/>
            <a:tailEnd len="med" w="med" type="none"/>
          </a:ln>
        </p:spPr>
      </p:cxnSp>
      <p:cxnSp>
        <p:nvCxnSpPr>
          <p:cNvPr id="1389" name="Google Shape;1389;p182"/>
          <p:cNvCxnSpPr>
            <a:stCxn id="1379" idx="5"/>
            <a:endCxn id="1386" idx="0"/>
          </p:cNvCxnSpPr>
          <p:nvPr/>
        </p:nvCxnSpPr>
        <p:spPr>
          <a:xfrm>
            <a:off x="7277464" y="2233064"/>
            <a:ext cx="532800" cy="525600"/>
          </a:xfrm>
          <a:prstGeom prst="straightConnector1">
            <a:avLst/>
          </a:prstGeom>
          <a:noFill/>
          <a:ln cap="flat" cmpd="sng" w="9525">
            <a:solidFill>
              <a:srgbClr val="000000"/>
            </a:solidFill>
            <a:prstDash val="solid"/>
            <a:round/>
            <a:headEnd len="med" w="med" type="none"/>
            <a:tailEnd len="med" w="med" type="none"/>
          </a:ln>
        </p:spPr>
      </p:cxnSp>
      <p:cxnSp>
        <p:nvCxnSpPr>
          <p:cNvPr id="1390" name="Google Shape;1390;p182"/>
          <p:cNvCxnSpPr>
            <a:stCxn id="1386" idx="5"/>
            <a:endCxn id="1387" idx="0"/>
          </p:cNvCxnSpPr>
          <p:nvPr/>
        </p:nvCxnSpPr>
        <p:spPr>
          <a:xfrm>
            <a:off x="8057914" y="3356689"/>
            <a:ext cx="350400" cy="437700"/>
          </a:xfrm>
          <a:prstGeom prst="straightConnector1">
            <a:avLst/>
          </a:prstGeom>
          <a:noFill/>
          <a:ln cap="flat" cmpd="sng" w="9525">
            <a:solidFill>
              <a:srgbClr val="000000"/>
            </a:solidFill>
            <a:prstDash val="solid"/>
            <a:round/>
            <a:headEnd len="med" w="med" type="none"/>
            <a:tailEnd len="med" w="med" type="none"/>
          </a:ln>
        </p:spPr>
      </p:cxnSp>
      <p:sp>
        <p:nvSpPr>
          <p:cNvPr id="1391" name="Google Shape;1391;p182"/>
          <p:cNvSpPr txBox="1"/>
          <p:nvPr/>
        </p:nvSpPr>
        <p:spPr>
          <a:xfrm>
            <a:off x="452400" y="1381950"/>
            <a:ext cx="3220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latin typeface="Poppins"/>
                <a:ea typeface="Poppins"/>
                <a:cs typeface="Poppins"/>
                <a:sym typeface="Poppins"/>
              </a:rPr>
              <a:t>Value to Delete:</a:t>
            </a:r>
            <a:r>
              <a:rPr lang="en" sz="2400">
                <a:latin typeface="Poppins"/>
                <a:ea typeface="Poppins"/>
                <a:cs typeface="Poppins"/>
                <a:sym typeface="Poppins"/>
              </a:rPr>
              <a:t> 15</a:t>
            </a:r>
            <a:endParaRPr sz="2400">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5" name="Shape 1395"/>
        <p:cNvGrpSpPr/>
        <p:nvPr/>
      </p:nvGrpSpPr>
      <p:grpSpPr>
        <a:xfrm>
          <a:off x="0" y="0"/>
          <a:ext cx="0" cy="0"/>
          <a:chOff x="0" y="0"/>
          <a:chExt cx="0" cy="0"/>
        </a:xfrm>
      </p:grpSpPr>
      <p:sp>
        <p:nvSpPr>
          <p:cNvPr id="1396" name="Google Shape;1396;p183"/>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Deletion Cases</a:t>
            </a:r>
            <a:endParaRPr/>
          </a:p>
        </p:txBody>
      </p:sp>
      <p:sp>
        <p:nvSpPr>
          <p:cNvPr id="1397" name="Google Shape;1397;p183"/>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Three main cases to consider when deleting a node:</a:t>
            </a:r>
            <a:endParaRPr/>
          </a:p>
          <a:p>
            <a:pPr indent="-342900" lvl="0" marL="457200" rtl="0" algn="l">
              <a:spcBef>
                <a:spcPts val="1000"/>
              </a:spcBef>
              <a:spcAft>
                <a:spcPts val="0"/>
              </a:spcAft>
              <a:buSzPts val="1800"/>
              <a:buChar char="✱"/>
            </a:pPr>
            <a:r>
              <a:rPr lang="en"/>
              <a:t>Node has no children (leaf node).</a:t>
            </a:r>
            <a:endParaRPr/>
          </a:p>
          <a:p>
            <a:pPr indent="-342900" lvl="0" marL="457200" rtl="0" algn="l">
              <a:spcBef>
                <a:spcPts val="0"/>
              </a:spcBef>
              <a:spcAft>
                <a:spcPts val="0"/>
              </a:spcAft>
              <a:buSzPts val="1800"/>
              <a:buChar char="✱"/>
            </a:pPr>
            <a:r>
              <a:rPr lang="en"/>
              <a:t>Node has one child.</a:t>
            </a:r>
            <a:endParaRPr/>
          </a:p>
          <a:p>
            <a:pPr indent="-342900" lvl="0" marL="457200" rtl="0" algn="l">
              <a:spcBef>
                <a:spcPts val="0"/>
              </a:spcBef>
              <a:spcAft>
                <a:spcPts val="0"/>
              </a:spcAft>
              <a:buSzPts val="1800"/>
              <a:buChar char="✱"/>
            </a:pPr>
            <a:r>
              <a:rPr lang="en"/>
              <a:t>Node has two children.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1" name="Shape 1401"/>
        <p:cNvGrpSpPr/>
        <p:nvPr/>
      </p:nvGrpSpPr>
      <p:grpSpPr>
        <a:xfrm>
          <a:off x="0" y="0"/>
          <a:ext cx="0" cy="0"/>
          <a:chOff x="0" y="0"/>
          <a:chExt cx="0" cy="0"/>
        </a:xfrm>
      </p:grpSpPr>
      <p:sp>
        <p:nvSpPr>
          <p:cNvPr id="1402" name="Google Shape;1402;p184"/>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Case 1: Node with No Children</a:t>
            </a:r>
            <a:endParaRPr/>
          </a:p>
        </p:txBody>
      </p:sp>
      <p:pic>
        <p:nvPicPr>
          <p:cNvPr id="1403" name="Google Shape;1403;p184"/>
          <p:cNvPicPr preferRelativeResize="0"/>
          <p:nvPr/>
        </p:nvPicPr>
        <p:blipFill rotWithShape="1">
          <a:blip r:embed="rId3">
            <a:alphaModFix/>
          </a:blip>
          <a:srcRect b="16706" l="0" r="0" t="21512"/>
          <a:stretch/>
        </p:blipFill>
        <p:spPr>
          <a:xfrm>
            <a:off x="412375" y="1442650"/>
            <a:ext cx="8319225" cy="25697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18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Case 2: Node with One Child</a:t>
            </a:r>
            <a:endParaRPr/>
          </a:p>
        </p:txBody>
      </p:sp>
      <p:pic>
        <p:nvPicPr>
          <p:cNvPr id="1409" name="Google Shape;1409;p185"/>
          <p:cNvPicPr preferRelativeResize="0"/>
          <p:nvPr/>
        </p:nvPicPr>
        <p:blipFill rotWithShape="1">
          <a:blip r:embed="rId3">
            <a:alphaModFix/>
          </a:blip>
          <a:srcRect b="0" l="0" r="0" t="12945"/>
          <a:stretch/>
        </p:blipFill>
        <p:spPr>
          <a:xfrm>
            <a:off x="796963" y="1373200"/>
            <a:ext cx="7550075" cy="28241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3" name="Shape 1413"/>
        <p:cNvGrpSpPr/>
        <p:nvPr/>
      </p:nvGrpSpPr>
      <p:grpSpPr>
        <a:xfrm>
          <a:off x="0" y="0"/>
          <a:ext cx="0" cy="0"/>
          <a:chOff x="0" y="0"/>
          <a:chExt cx="0" cy="0"/>
        </a:xfrm>
      </p:grpSpPr>
      <p:sp>
        <p:nvSpPr>
          <p:cNvPr id="1414" name="Google Shape;1414;p18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Case 3: Node with Two Children</a:t>
            </a:r>
            <a:endParaRPr/>
          </a:p>
        </p:txBody>
      </p:sp>
      <p:pic>
        <p:nvPicPr>
          <p:cNvPr id="1415" name="Google Shape;1415;p186"/>
          <p:cNvPicPr preferRelativeResize="0"/>
          <p:nvPr/>
        </p:nvPicPr>
        <p:blipFill rotWithShape="1">
          <a:blip r:embed="rId3">
            <a:alphaModFix/>
          </a:blip>
          <a:srcRect b="16424" l="0" r="0" t="26430"/>
          <a:stretch/>
        </p:blipFill>
        <p:spPr>
          <a:xfrm>
            <a:off x="244400" y="1412875"/>
            <a:ext cx="8655199" cy="24705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9" name="Shape 1419"/>
        <p:cNvGrpSpPr/>
        <p:nvPr/>
      </p:nvGrpSpPr>
      <p:grpSpPr>
        <a:xfrm>
          <a:off x="0" y="0"/>
          <a:ext cx="0" cy="0"/>
          <a:chOff x="0" y="0"/>
          <a:chExt cx="0" cy="0"/>
        </a:xfrm>
      </p:grpSpPr>
      <p:sp>
        <p:nvSpPr>
          <p:cNvPr id="1420" name="Google Shape;1420;p187"/>
          <p:cNvSpPr txBox="1"/>
          <p:nvPr>
            <p:ph idx="1" type="body"/>
          </p:nvPr>
        </p:nvSpPr>
        <p:spPr>
          <a:xfrm>
            <a:off x="452400" y="12604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Why is finding the minimum value node in the right subtree important when deleting a node with two children?</a:t>
            </a:r>
            <a:endParaRPr sz="1600"/>
          </a:p>
          <a:p>
            <a:pPr indent="-330200" lvl="0" marL="457200" rtl="0" algn="l">
              <a:spcBef>
                <a:spcPts val="2000"/>
              </a:spcBef>
              <a:spcAft>
                <a:spcPts val="0"/>
              </a:spcAft>
              <a:buSzPts val="1600"/>
              <a:buAutoNum type="alphaUcPeriod"/>
            </a:pPr>
            <a:r>
              <a:rPr lang="en" sz="1600"/>
              <a:t>It ensures that the tree remains balanced after deletion.</a:t>
            </a:r>
            <a:endParaRPr sz="1600"/>
          </a:p>
          <a:p>
            <a:pPr indent="-330200" lvl="0" marL="457200" rtl="0" algn="l">
              <a:spcBef>
                <a:spcPts val="2000"/>
              </a:spcBef>
              <a:spcAft>
                <a:spcPts val="0"/>
              </a:spcAft>
              <a:buSzPts val="1600"/>
              <a:buAutoNum type="alphaUcPeriod"/>
            </a:pPr>
            <a:r>
              <a:rPr lang="en" sz="1600"/>
              <a:t>It helps in finding the largest node in the right subtree.</a:t>
            </a:r>
            <a:endParaRPr sz="1600"/>
          </a:p>
          <a:p>
            <a:pPr indent="-330200" lvl="0" marL="457200" rtl="0" algn="l">
              <a:spcBef>
                <a:spcPts val="2000"/>
              </a:spcBef>
              <a:spcAft>
                <a:spcPts val="0"/>
              </a:spcAft>
              <a:buSzPts val="1600"/>
              <a:buAutoNum type="alphaUcPeriod"/>
            </a:pPr>
            <a:r>
              <a:rPr lang="en" sz="1600"/>
              <a:t>It replaces the deleted node with the smallest value greater than the deleted node, maintaining the BST properties.</a:t>
            </a:r>
            <a:endParaRPr sz="1600"/>
          </a:p>
          <a:p>
            <a:pPr indent="-330200" lvl="0" marL="457200" rtl="0" algn="l">
              <a:spcBef>
                <a:spcPts val="2000"/>
              </a:spcBef>
              <a:spcAft>
                <a:spcPts val="2000"/>
              </a:spcAft>
              <a:buSzPts val="1600"/>
              <a:buAutoNum type="alphaUcPeriod"/>
            </a:pPr>
            <a:r>
              <a:rPr lang="en" sz="1600"/>
              <a:t>It simplifies the deletion process by removing a leaf node.</a:t>
            </a:r>
            <a:endParaRPr sz="1600"/>
          </a:p>
        </p:txBody>
      </p:sp>
      <p:sp>
        <p:nvSpPr>
          <p:cNvPr id="1421" name="Google Shape;1421;p187"/>
          <p:cNvSpPr/>
          <p:nvPr/>
        </p:nvSpPr>
        <p:spPr>
          <a:xfrm>
            <a:off x="414000" y="3060375"/>
            <a:ext cx="8316000" cy="873000"/>
          </a:xfrm>
          <a:prstGeom prst="rect">
            <a:avLst/>
          </a:prstGeom>
          <a:noFill/>
          <a:ln cap="flat" cmpd="sng" w="38100">
            <a:solidFill>
              <a:srgbClr val="FFCB0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sp>
        <p:nvSpPr>
          <p:cNvPr id="1426" name="Google Shape;1426;p188"/>
          <p:cNvSpPr txBox="1"/>
          <p:nvPr>
            <p:ph type="title"/>
          </p:nvPr>
        </p:nvSpPr>
        <p:spPr>
          <a:xfrm>
            <a:off x="1132000" y="481275"/>
            <a:ext cx="75594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Set Validator Demo</a:t>
            </a:r>
            <a:endParaRPr/>
          </a:p>
        </p:txBody>
      </p:sp>
      <p:sp>
        <p:nvSpPr>
          <p:cNvPr id="1427" name="Google Shape;1427;p18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Problem Set Validator email sent out a few hours ago</a:t>
            </a:r>
            <a:endParaRPr/>
          </a:p>
          <a:p>
            <a:pPr indent="-342900" lvl="1" marL="914400" rtl="0" algn="l">
              <a:spcBef>
                <a:spcPts val="0"/>
              </a:spcBef>
              <a:spcAft>
                <a:spcPts val="0"/>
              </a:spcAft>
              <a:buSzPts val="1800"/>
              <a:buChar char="●"/>
            </a:pPr>
            <a:r>
              <a:rPr lang="en"/>
              <a:t>We will demo right before the break!</a:t>
            </a:r>
            <a:endParaRPr/>
          </a:p>
          <a:p>
            <a:pPr indent="-342900" lvl="1" marL="914400" rtl="0" algn="l">
              <a:spcBef>
                <a:spcPts val="0"/>
              </a:spcBef>
              <a:spcAft>
                <a:spcPts val="0"/>
              </a:spcAft>
              <a:buSzPts val="1800"/>
              <a:buChar char="●"/>
            </a:pPr>
            <a:r>
              <a:rPr lang="en"/>
              <a:t>Totally optional tool that we built based on you guys’ feedback.</a:t>
            </a:r>
            <a:endParaRPr/>
          </a:p>
          <a:p>
            <a:pPr indent="0" lvl="0" marL="914400" rtl="0" algn="l">
              <a:spcBef>
                <a:spcPts val="1600"/>
              </a:spcBef>
              <a:spcAft>
                <a:spcPts val="1600"/>
              </a:spcAft>
              <a:buNone/>
            </a:pPr>
            <a:r>
              <a:t/>
            </a:r>
            <a:endParaRPr/>
          </a:p>
        </p:txBody>
      </p:sp>
      <p:sp>
        <p:nvSpPr>
          <p:cNvPr id="1428" name="Google Shape;1428;p18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429" name="Google Shape;1429;p188"/>
          <p:cNvPicPr preferRelativeResize="0"/>
          <p:nvPr/>
        </p:nvPicPr>
        <p:blipFill>
          <a:blip r:embed="rId3">
            <a:alphaModFix/>
          </a:blip>
          <a:stretch>
            <a:fillRect/>
          </a:stretch>
        </p:blipFill>
        <p:spPr>
          <a:xfrm>
            <a:off x="452400" y="350275"/>
            <a:ext cx="679601" cy="6796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3" name="Shape 1433"/>
        <p:cNvGrpSpPr/>
        <p:nvPr/>
      </p:nvGrpSpPr>
      <p:grpSpPr>
        <a:xfrm>
          <a:off x="0" y="0"/>
          <a:ext cx="0" cy="0"/>
          <a:chOff x="0" y="0"/>
          <a:chExt cx="0" cy="0"/>
        </a:xfrm>
      </p:grpSpPr>
      <p:sp>
        <p:nvSpPr>
          <p:cNvPr id="1434" name="Google Shape;1434;p189"/>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p>
            <a:pPr indent="0" lvl="0" marL="0" rtl="0" algn="ctr">
              <a:spcBef>
                <a:spcPts val="0"/>
              </a:spcBef>
              <a:spcAft>
                <a:spcPts val="0"/>
              </a:spcAft>
              <a:buClr>
                <a:schemeClr val="dk1"/>
              </a:buClr>
              <a:buSzPts val="1100"/>
              <a:buFont typeface="Arial"/>
              <a:buNone/>
            </a:pPr>
            <a:r>
              <a:rPr b="1" lang="en" sz="2300"/>
              <a:t>Break Time!</a:t>
            </a:r>
            <a:endParaRPr b="1" sz="2300"/>
          </a:p>
          <a:p>
            <a:pPr indent="0" lvl="0" marL="0" rtl="0" algn="ctr">
              <a:spcBef>
                <a:spcPts val="1000"/>
              </a:spcBef>
              <a:spcAft>
                <a:spcPts val="0"/>
              </a:spcAft>
              <a:buClr>
                <a:schemeClr val="dk1"/>
              </a:buClr>
              <a:buSzPts val="1100"/>
              <a:buFont typeface="Arial"/>
              <a:buNone/>
            </a:pPr>
            <a:r>
              <a:rPr lang="en" sz="1900"/>
              <a:t>Take 5 mins to step away from the computer. Feel free to turn off your camera and return promptly after 5 mins.</a:t>
            </a:r>
            <a:endParaRPr/>
          </a:p>
        </p:txBody>
      </p:sp>
      <p:pic>
        <p:nvPicPr>
          <p:cNvPr descr="5 minutes timer with relaxing music#5minutetimer #timer #relaxingmusic #relaxation" id="1435" name="Google Shape;1435;p189" title="5 Minutes Timer With Relaxing Music">
            <a:hlinkClick r:id="rId3"/>
          </p:cNvPr>
          <p:cNvPicPr preferRelativeResize="0"/>
          <p:nvPr/>
        </p:nvPicPr>
        <p:blipFill>
          <a:blip r:embed="rId4">
            <a:alphaModFix/>
          </a:blip>
          <a:stretch>
            <a:fillRect/>
          </a:stretch>
        </p:blipFill>
        <p:spPr>
          <a:xfrm>
            <a:off x="6355850" y="1739175"/>
            <a:ext cx="2198300" cy="1236550"/>
          </a:xfrm>
          <a:prstGeom prst="rect">
            <a:avLst/>
          </a:prstGeom>
          <a:noFill/>
          <a:ln cap="flat" cmpd="sng" w="76200">
            <a:solidFill>
              <a:srgbClr val="1B1C57"/>
            </a:solidFill>
            <a:prstDash val="solid"/>
            <a:round/>
            <a:headEnd len="sm" w="sm" type="none"/>
            <a:tailEnd len="sm" w="sm" type="none"/>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9" name="Shape 1439"/>
        <p:cNvGrpSpPr/>
        <p:nvPr/>
      </p:nvGrpSpPr>
      <p:grpSpPr>
        <a:xfrm>
          <a:off x="0" y="0"/>
          <a:ext cx="0" cy="0"/>
          <a:chOff x="0" y="0"/>
          <a:chExt cx="0" cy="0"/>
        </a:xfrm>
      </p:grpSpPr>
      <p:sp>
        <p:nvSpPr>
          <p:cNvPr id="1440" name="Google Shape;1440;p190"/>
          <p:cNvSpPr txBox="1"/>
          <p:nvPr>
            <p:ph type="title"/>
          </p:nvPr>
        </p:nvSpPr>
        <p:spPr>
          <a:xfrm>
            <a:off x="884825" y="2317200"/>
            <a:ext cx="74328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Collaborative Problem Solving</a:t>
            </a:r>
            <a:endParaRPr/>
          </a:p>
        </p:txBody>
      </p:sp>
      <p:sp>
        <p:nvSpPr>
          <p:cNvPr id="1441" name="Google Shape;1441;p190"/>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 minutes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5" name="Shape 1445"/>
        <p:cNvGrpSpPr/>
        <p:nvPr/>
      </p:nvGrpSpPr>
      <p:grpSpPr>
        <a:xfrm>
          <a:off x="0" y="0"/>
          <a:ext cx="0" cy="0"/>
          <a:chOff x="0" y="0"/>
          <a:chExt cx="0" cy="0"/>
        </a:xfrm>
      </p:grpSpPr>
      <p:sp>
        <p:nvSpPr>
          <p:cNvPr id="1446" name="Google Shape;1446;p191"/>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60 minutes</a:t>
            </a:r>
            <a:endParaRPr/>
          </a:p>
        </p:txBody>
      </p:sp>
      <p:sp>
        <p:nvSpPr>
          <p:cNvPr id="1447" name="Google Shape;1447;p19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48" name="Google Shape;1448;p191"/>
          <p:cNvSpPr txBox="1"/>
          <p:nvPr/>
        </p:nvSpPr>
        <p:spPr>
          <a:xfrm>
            <a:off x="452400" y="1260500"/>
            <a:ext cx="7685700" cy="15588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Navigate to your breakout room.</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Introduce yourselves!</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1000"/>
              </a:spcAft>
              <a:buClr>
                <a:srgbClr val="6EC396"/>
              </a:buClr>
              <a:buSzPts val="2200"/>
              <a:buFont typeface="Poppins"/>
              <a:buAutoNum type="arabicPeriod"/>
            </a:pPr>
            <a:r>
              <a:rPr lang="en" sz="2200">
                <a:solidFill>
                  <a:srgbClr val="000000"/>
                </a:solidFill>
                <a:latin typeface="Poppins"/>
                <a:ea typeface="Poppins"/>
                <a:cs typeface="Poppins"/>
                <a:sym typeface="Poppins"/>
              </a:rPr>
              <a:t>🧑🏽‍💻 Work on the problems for your </a:t>
            </a:r>
            <a:r>
              <a:rPr lang="en" sz="2200">
                <a:latin typeface="Poppins"/>
                <a:ea typeface="Poppins"/>
                <a:cs typeface="Poppins"/>
                <a:sym typeface="Poppins"/>
              </a:rPr>
              <a:t>selected unit</a:t>
            </a:r>
            <a:r>
              <a:rPr lang="en" sz="2200">
                <a:solidFill>
                  <a:srgbClr val="000000"/>
                </a:solidFill>
                <a:latin typeface="Poppins"/>
                <a:ea typeface="Poppins"/>
                <a:cs typeface="Poppins"/>
                <a:sym typeface="Poppins"/>
              </a:rPr>
              <a:t>.</a:t>
            </a:r>
            <a:endParaRPr sz="2200">
              <a:solidFill>
                <a:srgbClr val="000000"/>
              </a:solidFill>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2" name="Shape 1452"/>
        <p:cNvGrpSpPr/>
        <p:nvPr/>
      </p:nvGrpSpPr>
      <p:grpSpPr>
        <a:xfrm>
          <a:off x="0" y="0"/>
          <a:ext cx="0" cy="0"/>
          <a:chOff x="0" y="0"/>
          <a:chExt cx="0" cy="0"/>
        </a:xfrm>
      </p:grpSpPr>
      <p:sp>
        <p:nvSpPr>
          <p:cNvPr id="1453" name="Google Shape;1453;p192"/>
          <p:cNvSpPr txBox="1"/>
          <p:nvPr>
            <p:ph type="title"/>
          </p:nvPr>
        </p:nvSpPr>
        <p:spPr>
          <a:xfrm>
            <a:off x="884825" y="2317200"/>
            <a:ext cx="19827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Wrap Up</a:t>
            </a:r>
            <a:endParaRPr/>
          </a:p>
        </p:txBody>
      </p:sp>
      <p:sp>
        <p:nvSpPr>
          <p:cNvPr id="1454" name="Google Shape;1454;p192"/>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8" name="Shape 1458"/>
        <p:cNvGrpSpPr/>
        <p:nvPr/>
      </p:nvGrpSpPr>
      <p:grpSpPr>
        <a:xfrm>
          <a:off x="0" y="0"/>
          <a:ext cx="0" cy="0"/>
          <a:chOff x="0" y="0"/>
          <a:chExt cx="0" cy="0"/>
        </a:xfrm>
      </p:grpSpPr>
      <p:sp>
        <p:nvSpPr>
          <p:cNvPr id="1459" name="Google Shape;1459;p193"/>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3" name="Shape 1463"/>
        <p:cNvGrpSpPr/>
        <p:nvPr/>
      </p:nvGrpSpPr>
      <p:grpSpPr>
        <a:xfrm>
          <a:off x="0" y="0"/>
          <a:ext cx="0" cy="0"/>
          <a:chOff x="0" y="0"/>
          <a:chExt cx="0" cy="0"/>
        </a:xfrm>
      </p:grpSpPr>
      <p:sp>
        <p:nvSpPr>
          <p:cNvPr id="1464" name="Google Shape;1464;p194"/>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65" name="Google Shape;1465;p194"/>
          <p:cNvSpPr txBox="1"/>
          <p:nvPr/>
        </p:nvSpPr>
        <p:spPr>
          <a:xfrm>
            <a:off x="1048400" y="1031050"/>
            <a:ext cx="4693200" cy="16623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4800">
                <a:solidFill>
                  <a:schemeClr val="dk1"/>
                </a:solidFill>
                <a:latin typeface="Poppins"/>
                <a:ea typeface="Poppins"/>
                <a:cs typeface="Poppins"/>
                <a:sym typeface="Poppins"/>
              </a:rPr>
              <a:t>Session Survey Time!</a:t>
            </a:r>
            <a:endParaRPr b="1" sz="4800">
              <a:solidFill>
                <a:schemeClr val="dk1"/>
              </a:solidFill>
              <a:latin typeface="Poppins"/>
              <a:ea typeface="Poppins"/>
              <a:cs typeface="Poppins"/>
              <a:sym typeface="Poppins"/>
            </a:endParaRPr>
          </a:p>
        </p:txBody>
      </p:sp>
      <p:pic>
        <p:nvPicPr>
          <p:cNvPr id="1466" name="Google Shape;1466;p194"/>
          <p:cNvPicPr preferRelativeResize="0"/>
          <p:nvPr/>
        </p:nvPicPr>
        <p:blipFill>
          <a:blip r:embed="rId3">
            <a:alphaModFix/>
          </a:blip>
          <a:stretch>
            <a:fillRect/>
          </a:stretch>
        </p:blipFill>
        <p:spPr>
          <a:xfrm>
            <a:off x="5983375" y="758775"/>
            <a:ext cx="2206851" cy="2206851"/>
          </a:xfrm>
          <a:prstGeom prst="rect">
            <a:avLst/>
          </a:prstGeom>
          <a:noFill/>
          <a:ln>
            <a:noFill/>
          </a:ln>
        </p:spPr>
      </p:pic>
      <p:pic>
        <p:nvPicPr>
          <p:cNvPr descr="3 Minute Timer Relaxing Music Lofi Sky Background&#10;&#10;&#10;&#10;&#10;&#10;&#10;&#10;&#10;Tags&#10;1 minute&#10;1 minute countdown&#10;1 minute lo-fi hiphop timer&#10;1 minute timer&#10;countdown&#10;lo-fi music&#10;lofi study song&#10;study music&#10;study timer&#10;time&#10;timer&#10;working music&#10;1 minute timer with music&#10;1 minute clock&#10;lofi hiphop&#10;relaxing timers&#10;relaxing music&#10;relaxing lofi timer&#10;nature timer&#10;meditation&#10;meditation music&#10;relaxing sleep music&#10;school timer&#10;sleep timer&#10;chill timer&#10;chill music&#10;lofi timer&#10;lofi hiphop timer&#10;lofi hip hop" id="1467" name="Google Shape;1467;p194" title="3 Minute Timer Relaxing Music Lofi Sky Background">
            <a:hlinkClick r:id="rId4"/>
          </p:cNvPr>
          <p:cNvPicPr preferRelativeResize="0"/>
          <p:nvPr/>
        </p:nvPicPr>
        <p:blipFill>
          <a:blip r:embed="rId5">
            <a:alphaModFix/>
          </a:blip>
          <a:stretch>
            <a:fillRect/>
          </a:stretch>
        </p:blipFill>
        <p:spPr>
          <a:xfrm>
            <a:off x="3437925" y="3125450"/>
            <a:ext cx="2268150" cy="1275840"/>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1" name="Shape 1471"/>
        <p:cNvGrpSpPr/>
        <p:nvPr/>
      </p:nvGrpSpPr>
      <p:grpSpPr>
        <a:xfrm>
          <a:off x="0" y="0"/>
          <a:ext cx="0" cy="0"/>
          <a:chOff x="0" y="0"/>
          <a:chExt cx="0" cy="0"/>
        </a:xfrm>
      </p:grpSpPr>
      <p:sp>
        <p:nvSpPr>
          <p:cNvPr id="1472" name="Google Shape;1472;p195"/>
          <p:cNvSpPr txBox="1"/>
          <p:nvPr>
            <p:ph type="title"/>
          </p:nvPr>
        </p:nvSpPr>
        <p:spPr>
          <a:xfrm>
            <a:off x="1123700" y="481275"/>
            <a:ext cx="7568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Reminders</a:t>
            </a:r>
            <a:endParaRPr/>
          </a:p>
        </p:txBody>
      </p:sp>
      <p:sp>
        <p:nvSpPr>
          <p:cNvPr id="1473" name="Google Shape;1473;p195"/>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74" name="Google Shape;1474;p195"/>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Finish the problem sets for additional practice</a:t>
            </a:r>
            <a:endParaRPr/>
          </a:p>
          <a:p>
            <a:pPr indent="-342900" lvl="0" marL="457200" rtl="0" algn="l">
              <a:spcBef>
                <a:spcPts val="0"/>
              </a:spcBef>
              <a:spcAft>
                <a:spcPts val="0"/>
              </a:spcAft>
              <a:buSzPts val="1800"/>
              <a:buChar char="❒"/>
            </a:pPr>
            <a:r>
              <a:rPr lang="en"/>
              <a:t>Take the weekly HackerRank assessment by Sunday @ midnight</a:t>
            </a:r>
            <a:endParaRPr/>
          </a:p>
          <a:p>
            <a:pPr indent="-342900" lvl="0" marL="457200" rtl="0" algn="l">
              <a:spcBef>
                <a:spcPts val="0"/>
              </a:spcBef>
              <a:spcAft>
                <a:spcPts val="0"/>
              </a:spcAft>
              <a:buSzPts val="1800"/>
              <a:buChar char="❒"/>
            </a:pPr>
            <a:r>
              <a:rPr lang="en"/>
              <a:t>Visit a </a:t>
            </a:r>
            <a:r>
              <a:rPr b="1" lang="en"/>
              <a:t>Study Hall Session</a:t>
            </a:r>
            <a:r>
              <a:rPr lang="en"/>
              <a:t> to deepen your understanding, work through challenges, and connect with course material alongside your peers!</a:t>
            </a:r>
            <a:endParaRPr/>
          </a:p>
        </p:txBody>
      </p:sp>
      <p:pic>
        <p:nvPicPr>
          <p:cNvPr id="1475" name="Google Shape;1475;p195"/>
          <p:cNvPicPr preferRelativeResize="0"/>
          <p:nvPr/>
        </p:nvPicPr>
        <p:blipFill>
          <a:blip r:embed="rId3">
            <a:alphaModFix/>
          </a:blip>
          <a:stretch>
            <a:fillRect/>
          </a:stretch>
        </p:blipFill>
        <p:spPr>
          <a:xfrm>
            <a:off x="452400" y="438175"/>
            <a:ext cx="608050" cy="6080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