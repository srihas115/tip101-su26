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129.xml"/>
  <Override ContentType="application/vnd.openxmlformats-officedocument.presentationml.slideLayout+xml" PartName="/ppt/slideLayouts/slideLayout29.xml"/>
  <Override ContentType="application/vnd.openxmlformats-officedocument.presentationml.slideLayout+xml" PartName="/ppt/slideLayouts/slideLayout120.xml"/>
  <Override ContentType="application/vnd.openxmlformats-officedocument.presentationml.slideLayout+xml" PartName="/ppt/slideLayouts/slideLayout96.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98.xml"/>
  <Override ContentType="application/vnd.openxmlformats-officedocument.presentationml.slideLayout+xml" PartName="/ppt/slideLayouts/slideLayout110.xml"/>
  <Override ContentType="application/vnd.openxmlformats-officedocument.presentationml.slideLayout+xml" PartName="/ppt/slideLayouts/slideLayout61.xml"/>
  <Override ContentType="application/vnd.openxmlformats-officedocument.presentationml.slideLayout+xml" PartName="/ppt/slideLayouts/slideLayout12.xml"/>
  <Override ContentType="application/vnd.openxmlformats-officedocument.presentationml.slideLayout+xml" PartName="/ppt/slideLayouts/slideLayout102.xml"/>
  <Override ContentType="application/vnd.openxmlformats-officedocument.presentationml.slideLayout+xml" PartName="/ppt/slideLayouts/slideLayout119.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78.xml"/>
  <Override ContentType="application/vnd.openxmlformats-officedocument.presentationml.slideLayout+xml" PartName="/ppt/slideLayouts/slideLayout65.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122.xml"/>
  <Override ContentType="application/vnd.openxmlformats-officedocument.presentationml.slideLayout+xml" PartName="/ppt/slideLayouts/slideLayout49.xml"/>
  <Override ContentType="application/vnd.openxmlformats-officedocument.presentationml.slideLayout+xml" PartName="/ppt/slideLayouts/slideLayout104.xml"/>
  <Override ContentType="application/vnd.openxmlformats-officedocument.presentationml.slideLayout+xml" PartName="/ppt/slideLayouts/slideLayout19.xml"/>
  <Override ContentType="application/vnd.openxmlformats-officedocument.presentationml.slideLayout+xml" PartName="/ppt/slideLayouts/slideLayout117.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71.xml"/>
  <Override ContentType="application/vnd.openxmlformats-officedocument.presentationml.slideLayout+xml" PartName="/ppt/slideLayouts/slideLayout41.xml"/>
  <Override ContentType="application/vnd.openxmlformats-officedocument.presentationml.slideLayout+xml" PartName="/ppt/slideLayouts/slideLayout84.xml"/>
  <Override ContentType="application/vnd.openxmlformats-officedocument.presentationml.slideLayout+xml" PartName="/ppt/slideLayouts/slideLayout24.xml"/>
  <Override ContentType="application/vnd.openxmlformats-officedocument.presentationml.slideLayout+xml" PartName="/ppt/slideLayouts/slideLayout67.xml"/>
  <Override ContentType="application/vnd.openxmlformats-officedocument.presentationml.slideLayout+xml" PartName="/ppt/slideLayouts/slideLayout92.xml"/>
  <Override ContentType="application/vnd.openxmlformats-officedocument.presentationml.slideLayout+xml" PartName="/ppt/slideLayouts/slideLayout116.xml"/>
  <Override ContentType="application/vnd.openxmlformats-officedocument.presentationml.slideLayout+xml" PartName="/ppt/slideLayouts/slideLayout83.xml"/>
  <Override ContentType="application/vnd.openxmlformats-officedocument.presentationml.slideLayout+xml" PartName="/ppt/slideLayouts/slideLayout40.xml"/>
  <Override ContentType="application/vnd.openxmlformats-officedocument.presentationml.slideLayout+xml" PartName="/ppt/slideLayouts/slideLayout133.xml"/>
  <Override ContentType="application/vnd.openxmlformats-officedocument.presentationml.slideLayout+xml" PartName="/ppt/slideLayouts/slideLayout17.xml"/>
  <Override ContentType="application/vnd.openxmlformats-officedocument.presentationml.slideLayout+xml" PartName="/ppt/slideLayouts/slideLayout34.xml"/>
  <Override ContentType="application/vnd.openxmlformats-officedocument.presentationml.slideLayout+xml" PartName="/ppt/slideLayouts/slideLayout90.xml"/>
  <Override ContentType="application/vnd.openxmlformats-officedocument.presentationml.slideLayout+xml" PartName="/ppt/slideLayouts/slideLayout6.xml"/>
  <Override ContentType="application/vnd.openxmlformats-officedocument.presentationml.slideLayout+xml" PartName="/ppt/slideLayouts/slideLayout106.xml"/>
  <Override ContentType="application/vnd.openxmlformats-officedocument.presentationml.slideLayout+xml" PartName="/ppt/slideLayouts/slideLayout77.xml"/>
  <Override ContentType="application/vnd.openxmlformats-officedocument.presentationml.slideLayout+xml" PartName="/ppt/slideLayouts/slideLayout30.xml"/>
  <Override ContentType="application/vnd.openxmlformats-officedocument.presentationml.slideLayout+xml" PartName="/ppt/slideLayouts/slideLayout73.xml"/>
  <Override ContentType="application/vnd.openxmlformats-officedocument.presentationml.slideLayout+xml" PartName="/ppt/slideLayouts/slideLayout123.xml"/>
  <Override ContentType="application/vnd.openxmlformats-officedocument.presentationml.slideLayout+xml" PartName="/ppt/slideLayouts/slideLayout86.xml"/>
  <Override ContentType="application/vnd.openxmlformats-officedocument.presentationml.slideLayout+xml" PartName="/ppt/slideLayouts/slideLayout56.xml"/>
  <Override ContentType="application/vnd.openxmlformats-officedocument.presentationml.slideLayout+xml" PartName="/ppt/slideLayouts/slideLayout81.xml"/>
  <Override ContentType="application/vnd.openxmlformats-officedocument.presentationml.slideLayout+xml" PartName="/ppt/slideLayouts/slideLayout127.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69.xml"/>
  <Override ContentType="application/vnd.openxmlformats-officedocument.presentationml.slideLayout+xml" PartName="/ppt/slideLayouts/slideLayout94.xml"/>
  <Override ContentType="application/vnd.openxmlformats-officedocument.presentationml.slideLayout+xml" PartName="/ppt/slideLayouts/slideLayout114.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131.xml"/>
  <Override ContentType="application/vnd.openxmlformats-officedocument.presentationml.slideLayout+xml" PartName="/ppt/slideLayouts/slideLayout28.xml"/>
  <Override ContentType="application/vnd.openxmlformats-officedocument.presentationml.slideLayout+xml" PartName="/ppt/slideLayouts/slideLayout58.xml"/>
  <Override ContentType="application/vnd.openxmlformats-officedocument.presentationml.slideLayout+xml" PartName="/ppt/slideLayouts/slideLayout125.xml"/>
  <Override ContentType="application/vnd.openxmlformats-officedocument.presentationml.slideLayout+xml" PartName="/ppt/slideLayouts/slideLayout15.xml"/>
  <Override ContentType="application/vnd.openxmlformats-officedocument.presentationml.slideLayout+xml" PartName="/ppt/slideLayouts/slideLayout88.xml"/>
  <Override ContentType="application/vnd.openxmlformats-officedocument.presentationml.slideLayout+xml" PartName="/ppt/slideLayouts/slideLayout112.xml"/>
  <Override ContentType="application/vnd.openxmlformats-officedocument.presentationml.slideLayout+xml" PartName="/ppt/slideLayouts/slideLayout8.xml"/>
  <Override ContentType="application/vnd.openxmlformats-officedocument.presentationml.slideLayout+xml" PartName="/ppt/slideLayouts/slideLayout75.xml"/>
  <Override ContentType="application/vnd.openxmlformats-officedocument.presentationml.slideLayout+xml" PartName="/ppt/slideLayouts/slideLayout10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Layout+xml" PartName="/ppt/slideLayouts/slideLayout97.xml"/>
  <Override ContentType="application/vnd.openxmlformats-officedocument.presentationml.slideLayout+xml" PartName="/ppt/slideLayouts/slideLayout111.xml"/>
  <Override ContentType="application/vnd.openxmlformats-officedocument.presentationml.slideLayout+xml" PartName="/ppt/slideLayouts/slideLayout62.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103.xml"/>
  <Override ContentType="application/vnd.openxmlformats-officedocument.presentationml.slideLayout+xml" PartName="/ppt/slideLayouts/slideLayout46.xml"/>
  <Override ContentType="application/vnd.openxmlformats-officedocument.presentationml.slideLayout+xml" PartName="/ppt/slideLayouts/slideLayout89.xml"/>
  <Override ContentType="application/vnd.openxmlformats-officedocument.presentationml.slideLayout+xml" PartName="/ppt/slideLayouts/slideLayout70.xml"/>
  <Override ContentType="application/vnd.openxmlformats-officedocument.presentationml.slideLayout+xml" PartName="/ppt/slideLayouts/slideLayout128.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52.xml"/>
  <Override ContentType="application/vnd.openxmlformats-officedocument.presentationml.slideLayout+xml" PartName="/ppt/slideLayouts/slideLayout95.xml"/>
  <Override ContentType="application/vnd.openxmlformats-officedocument.presentationml.slideLayout+xml" PartName="/ppt/slideLayouts/slideLayout101.xml"/>
  <Override ContentType="application/vnd.openxmlformats-officedocument.presentationml.slideLayout+xml" PartName="/ppt/slideLayouts/slideLayout64.xml"/>
  <Override ContentType="application/vnd.openxmlformats-officedocument.presentationml.slideLayout+xml" PartName="/ppt/slideLayouts/slideLayout99.xml"/>
  <Override ContentType="application/vnd.openxmlformats-officedocument.presentationml.slideLayout+xml" PartName="/ppt/slideLayouts/slideLayout21.xml"/>
  <Override ContentType="application/vnd.openxmlformats-officedocument.presentationml.slideLayout+xml" PartName="/ppt/slideLayouts/slideLayout60.xml"/>
  <Override ContentType="application/vnd.openxmlformats-officedocument.presentationml.slideLayout+xml" PartName="/ppt/slideLayouts/slideLayout18.xml"/>
  <Override ContentType="application/vnd.openxmlformats-officedocument.presentationml.slideLayout+xml" PartName="/ppt/slideLayouts/slideLayout105.xml"/>
  <Override ContentType="application/vnd.openxmlformats-officedocument.presentationml.slideLayout+xml" PartName="/ppt/slideLayouts/slideLayout118.xml"/>
  <Override ContentType="application/vnd.openxmlformats-officedocument.presentationml.slideLayout+xml" PartName="/ppt/slideLayouts/slideLayout48.xml"/>
  <Override ContentType="application/vnd.openxmlformats-officedocument.presentationml.slideLayout+xml" PartName="/ppt/slideLayouts/slideLayout85.xml"/>
  <Override ContentType="application/vnd.openxmlformats-officedocument.presentationml.slideLayout+xml" PartName="/ppt/slideLayouts/slideLayout72.xml"/>
  <Override ContentType="application/vnd.openxmlformats-officedocument.presentationml.slideLayout+xml" PartName="/ppt/slideLayouts/slideLayout79.xml"/>
  <Override ContentType="application/vnd.openxmlformats-officedocument.presentationml.slideLayout+xml" PartName="/ppt/slideLayouts/slideLayout134.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66.xml"/>
  <Override ContentType="application/vnd.openxmlformats-officedocument.presentationml.slideLayout+xml" PartName="/ppt/slideLayouts/slideLayout23.xml"/>
  <Override ContentType="application/vnd.openxmlformats-officedocument.presentationml.slideLayout+xml" PartName="/ppt/slideLayouts/slideLayout12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76.xml"/>
  <Override ContentType="application/vnd.openxmlformats-officedocument.presentationml.slideLayout+xml" PartName="/ppt/slideLayouts/slideLayout107.xml"/>
  <Override ContentType="application/vnd.openxmlformats-officedocument.presentationml.slideLayout+xml" PartName="/ppt/slideLayouts/slideLayout59.xml"/>
  <Override ContentType="application/vnd.openxmlformats-officedocument.presentationml.slideLayout+xml" PartName="/ppt/slideLayouts/slideLayout124.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74.xml"/>
  <Override ContentType="application/vnd.openxmlformats-officedocument.presentationml.slideLayout+xml" PartName="/ppt/slideLayouts/slideLayout109.xml"/>
  <Override ContentType="application/vnd.openxmlformats-officedocument.presentationml.slideLayout+xml" PartName="/ppt/slideLayouts/slideLayout42.xml"/>
  <Override ContentType="application/vnd.openxmlformats-officedocument.presentationml.slideLayout+xml" PartName="/ppt/slideLayouts/slideLayout91.xml"/>
  <Override ContentType="application/vnd.openxmlformats-officedocument.presentationml.slideLayout+xml" PartName="/ppt/slideLayouts/slideLayout68.xml"/>
  <Override ContentType="application/vnd.openxmlformats-officedocument.presentationml.slideLayout+xml" PartName="/ppt/slideLayouts/slideLayout115.xml"/>
  <Override ContentType="application/vnd.openxmlformats-officedocument.presentationml.slideLayout+xml" PartName="/ppt/slideLayouts/slideLayout82.xml"/>
  <Override ContentType="application/vnd.openxmlformats-officedocument.presentationml.slideLayout+xml" PartName="/ppt/slideLayouts/slideLayout132.xml"/>
  <Override ContentType="application/vnd.openxmlformats-officedocument.presentationml.slideLayout+xml" PartName="/ppt/slideLayouts/slideLayout100.xml"/>
  <Override ContentType="application/vnd.openxmlformats-officedocument.presentationml.slideLayout+xml" PartName="/ppt/slideLayouts/slideLayout130.xml"/>
  <Override ContentType="application/vnd.openxmlformats-officedocument.presentationml.slideLayout+xml" PartName="/ppt/slideLayouts/slideLayout113.xml"/>
  <Override ContentType="application/vnd.openxmlformats-officedocument.presentationml.slideLayout+xml" PartName="/ppt/slideLayouts/slideLayout57.xml"/>
  <Override ContentType="application/vnd.openxmlformats-officedocument.presentationml.slideLayout+xml" PartName="/ppt/slideLayouts/slideLayout126.xml"/>
  <Override ContentType="application/vnd.openxmlformats-officedocument.presentationml.slideLayout+xml" PartName="/ppt/slideLayouts/slideLayout87.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8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63.xml"/>
  <Override ContentType="application/vnd.openxmlformats-officedocument.presentationml.slideLayout+xml" PartName="/ppt/slideLayouts/slideLayout93.xml"/>
  <Override ContentType="application/vnd.openxmlformats-officedocument.presentationml.slideLayout+xml" PartName="/ppt/slideLayouts/slideLayout27.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Master+xml" PartName="/ppt/slideMasters/slideMaster4.xml"/>
  <Override ContentType="application/vnd.openxmlformats-officedocument.presentationml.slideMaster+xml" PartName="/ppt/slideMasters/slideMaster6.xml"/>
  <Override ContentType="application/vnd.openxmlformats-officedocument.presentationml.slideMaster+xml" PartName="/ppt/slideMasters/slideMaster5.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7.xml"/>
  <Override ContentType="application/vnd.openxmlformats-officedocument.theme+xml" PartName="/ppt/theme/theme6.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theme+xml" PartName="/ppt/theme/theme5.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782" r:id="rId5"/>
    <p:sldMasterId id="2147483783" r:id="rId6"/>
    <p:sldMasterId id="2147483784" r:id="rId7"/>
    <p:sldMasterId id="2147483785" r:id="rId8"/>
    <p:sldMasterId id="2147483786" r:id="rId9"/>
    <p:sldMasterId id="2147483787" r:id="rId10"/>
  </p:sldMasterIdLst>
  <p:notesMasterIdLst>
    <p:notesMasterId r:id="rId11"/>
  </p:notesMasterIdLst>
  <p:sldIdLst>
    <p:sldId id="256" r:id="rId12"/>
    <p:sldId id="257" r:id="rId13"/>
    <p:sldId id="258" r:id="rId14"/>
    <p:sldId id="259" r:id="rId15"/>
    <p:sldId id="260" r:id="rId16"/>
    <p:sldId id="261" r:id="rId17"/>
    <p:sldId id="262" r:id="rId18"/>
    <p:sldId id="263" r:id="rId19"/>
    <p:sldId id="264" r:id="rId20"/>
    <p:sldId id="265" r:id="rId21"/>
    <p:sldId id="266" r:id="rId22"/>
    <p:sldId id="267" r:id="rId23"/>
    <p:sldId id="268" r:id="rId24"/>
    <p:sldId id="269" r:id="rId25"/>
    <p:sldId id="270" r:id="rId26"/>
    <p:sldId id="271" r:id="rId27"/>
    <p:sldId id="272" r:id="rId28"/>
    <p:sldId id="273" r:id="rId29"/>
    <p:sldId id="274" r:id="rId30"/>
    <p:sldId id="275" r:id="rId31"/>
    <p:sldId id="276" r:id="rId32"/>
    <p:sldId id="277" r:id="rId33"/>
    <p:sldId id="278" r:id="rId34"/>
    <p:sldId id="279" r:id="rId35"/>
    <p:sldId id="280" r:id="rId36"/>
    <p:sldId id="281" r:id="rId37"/>
    <p:sldId id="282" r:id="rId38"/>
    <p:sldId id="283" r:id="rId39"/>
  </p:sldIdLst>
  <p:sldSz cy="5143500" cx="9144000"/>
  <p:notesSz cx="6858000" cy="9144000"/>
  <p:embeddedFontLst>
    <p:embeddedFont>
      <p:font typeface="Space Mono"/>
      <p:regular r:id="rId40"/>
      <p:bold r:id="rId41"/>
      <p:italic r:id="rId42"/>
      <p:boldItalic r:id="rId43"/>
    </p:embeddedFont>
    <p:embeddedFont>
      <p:font typeface="Poppins"/>
      <p:regular r:id="rId44"/>
      <p:bold r:id="rId45"/>
      <p:italic r:id="rId46"/>
      <p:boldItalic r:id="rId47"/>
    </p:embeddedFont>
    <p:embeddedFont>
      <p:font typeface="Roboto Mono"/>
      <p:regular r:id="rId48"/>
      <p:bold r:id="rId49"/>
      <p:italic r:id="rId50"/>
      <p:boldItalic r:id="rId5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guide id="3" pos="576">
          <p15:clr>
            <a:srgbClr val="9AA0A6"/>
          </p15:clr>
        </p15:guide>
        <p15:guide id="4" pos="1152">
          <p15:clr>
            <a:srgbClr val="9AA0A6"/>
          </p15:clr>
        </p15:guide>
        <p15:guide id="5" pos="1728">
          <p15:clr>
            <a:srgbClr val="9AA0A6"/>
          </p15:clr>
        </p15:guide>
        <p15:guide id="6" pos="2304">
          <p15:clr>
            <a:srgbClr val="9AA0A6"/>
          </p15:clr>
        </p15:guide>
        <p15:guide id="7" pos="3456">
          <p15:clr>
            <a:srgbClr val="9AA0A6"/>
          </p15:clr>
        </p15:guide>
        <p15:guide id="8" pos="4032">
          <p15:clr>
            <a:srgbClr val="9AA0A6"/>
          </p15:clr>
        </p15:guide>
        <p15:guide id="9" pos="4608">
          <p15:clr>
            <a:srgbClr val="9AA0A6"/>
          </p15:clr>
        </p15:guide>
        <p15:guide id="10" pos="5184">
          <p15:clr>
            <a:srgbClr val="9AA0A6"/>
          </p15:clr>
        </p15:guide>
        <p15:guide id="11" orient="horz" pos="468">
          <p15:clr>
            <a:srgbClr val="9AA0A6"/>
          </p15:clr>
        </p15:guide>
        <p15:guide id="12" orient="horz" pos="1044">
          <p15:clr>
            <a:srgbClr val="9AA0A6"/>
          </p15:clr>
        </p15:guide>
        <p15:guide id="13" orient="horz" pos="2772">
          <p15:clr>
            <a:srgbClr val="9AA0A6"/>
          </p15:clr>
        </p15:guide>
        <p15:guide id="14" orient="horz" pos="2196">
          <p15:clr>
            <a:srgbClr val="9AA0A6"/>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A5FD2C5C-C3D4-4F50-9AC7-C26E261ADC74}">
  <a:tblStyle styleId="{A5FD2C5C-C3D4-4F50-9AC7-C26E261ADC74}"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 pos="576"/>
        <p:guide pos="1152"/>
        <p:guide pos="1728"/>
        <p:guide pos="2304"/>
        <p:guide pos="3456"/>
        <p:guide pos="4032"/>
        <p:guide pos="4608"/>
        <p:guide pos="5184"/>
        <p:guide pos="468" orient="horz"/>
        <p:guide pos="1044" orient="horz"/>
        <p:guide pos="2772" orient="horz"/>
        <p:guide pos="2196" orient="horz"/>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SpaceMono-regular.fntdata"/><Relationship Id="rId42" Type="http://schemas.openxmlformats.org/officeDocument/2006/relationships/font" Target="fonts/SpaceMono-italic.fntdata"/><Relationship Id="rId41" Type="http://schemas.openxmlformats.org/officeDocument/2006/relationships/font" Target="fonts/SpaceMono-bold.fntdata"/><Relationship Id="rId44" Type="http://schemas.openxmlformats.org/officeDocument/2006/relationships/font" Target="fonts/Poppins-regular.fntdata"/><Relationship Id="rId43" Type="http://schemas.openxmlformats.org/officeDocument/2006/relationships/font" Target="fonts/SpaceMono-boldItalic.fntdata"/><Relationship Id="rId46" Type="http://schemas.openxmlformats.org/officeDocument/2006/relationships/font" Target="fonts/Poppins-italic.fntdata"/><Relationship Id="rId45" Type="http://schemas.openxmlformats.org/officeDocument/2006/relationships/font" Target="fonts/Poppins-bold.fntdata"/><Relationship Id="rId1" Type="http://schemas.openxmlformats.org/officeDocument/2006/relationships/theme" Target="theme/theme6.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Master" Target="slideMasters/slideMaster5.xml"/><Relationship Id="rId48" Type="http://schemas.openxmlformats.org/officeDocument/2006/relationships/font" Target="fonts/RobotoMono-regular.fntdata"/><Relationship Id="rId47" Type="http://schemas.openxmlformats.org/officeDocument/2006/relationships/font" Target="fonts/Poppins-boldItalic.fntdata"/><Relationship Id="rId49" Type="http://schemas.openxmlformats.org/officeDocument/2006/relationships/font" Target="fonts/RobotoMono-bold.fntdata"/><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slideMaster" Target="slideMasters/slideMaster3.xml"/><Relationship Id="rId8" Type="http://schemas.openxmlformats.org/officeDocument/2006/relationships/slideMaster" Target="slideMasters/slideMaster4.xml"/><Relationship Id="rId31" Type="http://schemas.openxmlformats.org/officeDocument/2006/relationships/slide" Target="slides/slide20.xml"/><Relationship Id="rId30" Type="http://schemas.openxmlformats.org/officeDocument/2006/relationships/slide" Target="slides/slide19.xml"/><Relationship Id="rId33" Type="http://schemas.openxmlformats.org/officeDocument/2006/relationships/slide" Target="slides/slide22.xml"/><Relationship Id="rId32" Type="http://schemas.openxmlformats.org/officeDocument/2006/relationships/slide" Target="slides/slide21.xml"/><Relationship Id="rId35" Type="http://schemas.openxmlformats.org/officeDocument/2006/relationships/slide" Target="slides/slide24.xml"/><Relationship Id="rId34" Type="http://schemas.openxmlformats.org/officeDocument/2006/relationships/slide" Target="slides/slide23.xml"/><Relationship Id="rId37" Type="http://schemas.openxmlformats.org/officeDocument/2006/relationships/slide" Target="slides/slide26.xml"/><Relationship Id="rId36" Type="http://schemas.openxmlformats.org/officeDocument/2006/relationships/slide" Target="slides/slide25.xml"/><Relationship Id="rId39" Type="http://schemas.openxmlformats.org/officeDocument/2006/relationships/slide" Target="slides/slide28.xml"/><Relationship Id="rId38" Type="http://schemas.openxmlformats.org/officeDocument/2006/relationships/slide" Target="slides/slide27.xml"/><Relationship Id="rId20" Type="http://schemas.openxmlformats.org/officeDocument/2006/relationships/slide" Target="slides/slide9.xml"/><Relationship Id="rId22" Type="http://schemas.openxmlformats.org/officeDocument/2006/relationships/slide" Target="slides/slide11.xml"/><Relationship Id="rId21" Type="http://schemas.openxmlformats.org/officeDocument/2006/relationships/slide" Target="slides/slide10.xml"/><Relationship Id="rId24" Type="http://schemas.openxmlformats.org/officeDocument/2006/relationships/slide" Target="slides/slide13.xml"/><Relationship Id="rId23" Type="http://schemas.openxmlformats.org/officeDocument/2006/relationships/slide" Target="slides/slide12.xml"/><Relationship Id="rId26" Type="http://schemas.openxmlformats.org/officeDocument/2006/relationships/slide" Target="slides/slide15.xml"/><Relationship Id="rId25" Type="http://schemas.openxmlformats.org/officeDocument/2006/relationships/slide" Target="slides/slide14.xml"/><Relationship Id="rId28" Type="http://schemas.openxmlformats.org/officeDocument/2006/relationships/slide" Target="slides/slide17.xml"/><Relationship Id="rId27" Type="http://schemas.openxmlformats.org/officeDocument/2006/relationships/slide" Target="slides/slide16.xml"/><Relationship Id="rId29" Type="http://schemas.openxmlformats.org/officeDocument/2006/relationships/slide" Target="slides/slide18.xml"/><Relationship Id="rId51" Type="http://schemas.openxmlformats.org/officeDocument/2006/relationships/font" Target="fonts/RobotoMono-boldItalic.fntdata"/><Relationship Id="rId50" Type="http://schemas.openxmlformats.org/officeDocument/2006/relationships/font" Target="fonts/RobotoMono-italic.fntdata"/><Relationship Id="rId11" Type="http://schemas.openxmlformats.org/officeDocument/2006/relationships/notesMaster" Target="notesMasters/notesMaster1.xml"/><Relationship Id="rId10" Type="http://schemas.openxmlformats.org/officeDocument/2006/relationships/slideMaster" Target="slideMasters/slideMaster6.xml"/><Relationship Id="rId13" Type="http://schemas.openxmlformats.org/officeDocument/2006/relationships/slide" Target="slides/slide2.xml"/><Relationship Id="rId12" Type="http://schemas.openxmlformats.org/officeDocument/2006/relationships/slide" Target="slides/slide1.xml"/><Relationship Id="rId15" Type="http://schemas.openxmlformats.org/officeDocument/2006/relationships/slide" Target="slides/slide4.xml"/><Relationship Id="rId14" Type="http://schemas.openxmlformats.org/officeDocument/2006/relationships/slide" Target="slides/slide3.xml"/><Relationship Id="rId17" Type="http://schemas.openxmlformats.org/officeDocument/2006/relationships/slide" Target="slides/slide6.xml"/><Relationship Id="rId16" Type="http://schemas.openxmlformats.org/officeDocument/2006/relationships/slide" Target="slides/slide5.xml"/><Relationship Id="rId19" Type="http://schemas.openxmlformats.org/officeDocument/2006/relationships/slide" Target="slides/slide8.xml"/><Relationship Id="rId1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1" name="Shape 1011"/>
        <p:cNvGrpSpPr/>
        <p:nvPr/>
      </p:nvGrpSpPr>
      <p:grpSpPr>
        <a:xfrm>
          <a:off x="0" y="0"/>
          <a:ext cx="0" cy="0"/>
          <a:chOff x="0" y="0"/>
          <a:chExt cx="0" cy="0"/>
        </a:xfrm>
      </p:grpSpPr>
      <p:sp>
        <p:nvSpPr>
          <p:cNvPr id="1012" name="Google Shape;1012;g32861b7b300_0_7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3" name="Google Shape;1013;g32861b7b300_0_7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a:solidFill>
                  <a:schemeClr val="dk1"/>
                </a:solidFill>
              </a:rPr>
              <a:t>🌟 Purpose:</a:t>
            </a:r>
            <a:r>
              <a:rPr lang="en">
                <a:solidFill>
                  <a:schemeClr val="dk1"/>
                </a:solidFill>
              </a:rPr>
              <a:t> Introduce the session and prepare students for mock interviews.</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 What should I be doing?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Welcome students and set an enthusiastic tone for the session.</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Explain the importance of mock interviews in preparing for technical interviews.</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 What should I be saying?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Welcome to Week 5, Session 2 of TIP101! Today is a big day—we’ll be conducting mock interviews. This is an opportunity to practice the skills you’ve been building and to gain experience in a real-world interview setting.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Remember, mock interviews are about learning and improving. Mistakes are okay—they help us grow.</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 How should I engage students?</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Ask: "What’s one thing you’re looking forward to or feel nervous about in today’s session?" Acknowledge responses to build rapport.</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7" name="Shape 1017"/>
        <p:cNvGrpSpPr/>
        <p:nvPr/>
      </p:nvGrpSpPr>
      <p:grpSpPr>
        <a:xfrm>
          <a:off x="0" y="0"/>
          <a:ext cx="0" cy="0"/>
          <a:chOff x="0" y="0"/>
          <a:chExt cx="0" cy="0"/>
        </a:xfrm>
      </p:grpSpPr>
      <p:sp>
        <p:nvSpPr>
          <p:cNvPr id="1018" name="Google Shape;1018;g32861b7b300_0_7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9" name="Google Shape;1019;g32861b7b300_0_7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a:solidFill>
                  <a:schemeClr val="dk1"/>
                </a:solidFill>
              </a:rPr>
              <a:t>🌟 Purpose:</a:t>
            </a:r>
            <a:r>
              <a:rPr lang="en">
                <a:solidFill>
                  <a:schemeClr val="dk1"/>
                </a:solidFill>
              </a:rPr>
              <a:t> Outline the flow of the session and set clear expectations.</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 What should I be doing?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Provide an overview of the agenda and ensure students understand the structure of the session.</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 What should I be saying?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Here’s the plan for today: We’ll start with a mock interview demonstration, take a short break, and then move into collaborative problem-solving. We’ll finish with a quick wrap-up and reflection.</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The focus today is on applying the UMPIRE strategy in a technical interview format.</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 How should I engage students?</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Pause for questions or clarification about the agenda.</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3" name="Shape 1023"/>
        <p:cNvGrpSpPr/>
        <p:nvPr/>
      </p:nvGrpSpPr>
      <p:grpSpPr>
        <a:xfrm>
          <a:off x="0" y="0"/>
          <a:ext cx="0" cy="0"/>
          <a:chOff x="0" y="0"/>
          <a:chExt cx="0" cy="0"/>
        </a:xfrm>
      </p:grpSpPr>
      <p:sp>
        <p:nvSpPr>
          <p:cNvPr id="1024" name="Google Shape;1024;g32861b7b300_0_7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5" name="Google Shape;1025;g32861b7b300_0_7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9" name="Shape 1029"/>
        <p:cNvGrpSpPr/>
        <p:nvPr/>
      </p:nvGrpSpPr>
      <p:grpSpPr>
        <a:xfrm>
          <a:off x="0" y="0"/>
          <a:ext cx="0" cy="0"/>
          <a:chOff x="0" y="0"/>
          <a:chExt cx="0" cy="0"/>
        </a:xfrm>
      </p:grpSpPr>
      <p:sp>
        <p:nvSpPr>
          <p:cNvPr id="1030" name="Google Shape;1030;SLIDES_API547609929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1" name="Google Shape;1031;SLIDES_API547609929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a:solidFill>
                  <a:schemeClr val="dk1"/>
                </a:solidFill>
              </a:rPr>
              <a:t>🌟 Purpose:</a:t>
            </a:r>
            <a:r>
              <a:rPr lang="en">
                <a:solidFill>
                  <a:schemeClr val="dk1"/>
                </a:solidFill>
              </a:rPr>
              <a:t> Encourage visual engagement to foster connection during the session.</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 What should I be doing?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Prompt students to enable their cameras and submit the entry ticket. </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 What should I be saying?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Let’s kick off our session by turning on our cameras!</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Also, don’t forget to fill out the entry ticket to help us organize breakout rooms later.</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 How should I engage students?</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Use humor or compliments: "Let’s see those smiles!"</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Acknowledge and thank students who turn on their cameras.</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None/>
            </a:pPr>
            <a:r>
              <a:t/>
            </a:r>
            <a:endParaRPr b="1">
              <a:solidFill>
                <a:schemeClr val="dk1"/>
              </a:solidFil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8" name="Shape 1038"/>
        <p:cNvGrpSpPr/>
        <p:nvPr/>
      </p:nvGrpSpPr>
      <p:grpSpPr>
        <a:xfrm>
          <a:off x="0" y="0"/>
          <a:ext cx="0" cy="0"/>
          <a:chOff x="0" y="0"/>
          <a:chExt cx="0" cy="0"/>
        </a:xfrm>
      </p:grpSpPr>
      <p:sp>
        <p:nvSpPr>
          <p:cNvPr id="1039" name="Google Shape;1039;g3f07be31a3c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0" name="Google Shape;1040;g3f07be31a3c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5" name="Shape 1045"/>
        <p:cNvGrpSpPr/>
        <p:nvPr/>
      </p:nvGrpSpPr>
      <p:grpSpPr>
        <a:xfrm>
          <a:off x="0" y="0"/>
          <a:ext cx="0" cy="0"/>
          <a:chOff x="0" y="0"/>
          <a:chExt cx="0" cy="0"/>
        </a:xfrm>
      </p:grpSpPr>
      <p:sp>
        <p:nvSpPr>
          <p:cNvPr id="1046" name="Google Shape;1046;g3f07987da21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7" name="Google Shape;1047;g3f07987da2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a:solidFill>
                  <a:schemeClr val="dk1"/>
                </a:solidFill>
              </a:rPr>
              <a:t>🌟 Purpose:</a:t>
            </a:r>
            <a:r>
              <a:rPr lang="en">
                <a:solidFill>
                  <a:schemeClr val="dk1"/>
                </a:solidFill>
              </a:rPr>
              <a:t> Share feedback from the previous session and highlight areas of success and improvement.</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 What should I be doing?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Summarize feedback from the previous session's survey and present key takeaways.</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 What should I be saying?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From your feedback, it seems many of you enjoyed [highlighted aspect]. One suggestion was [area for improvement]. We’ll work on that today.</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 How should I engage students?</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Ask: "Does anyone have additional feedback or suggestions?"</a:t>
            </a:r>
            <a:endParaRPr>
              <a:solidFill>
                <a:schemeClr val="dk1"/>
              </a:solidFill>
            </a:endParaRPr>
          </a:p>
          <a:p>
            <a:pPr indent="0" lvl="0" marL="0" rtl="0" algn="l">
              <a:spcBef>
                <a:spcPts val="0"/>
              </a:spcBef>
              <a:spcAft>
                <a:spcPts val="0"/>
              </a:spcAft>
              <a:buNone/>
            </a:pPr>
            <a:r>
              <a:t/>
            </a:r>
            <a:endParaRPr b="1">
              <a:solidFill>
                <a:schemeClr val="dk1"/>
              </a:solidFil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2" name="Shape 1052"/>
        <p:cNvGrpSpPr/>
        <p:nvPr/>
      </p:nvGrpSpPr>
      <p:grpSpPr>
        <a:xfrm>
          <a:off x="0" y="0"/>
          <a:ext cx="0" cy="0"/>
          <a:chOff x="0" y="0"/>
          <a:chExt cx="0" cy="0"/>
        </a:xfrm>
      </p:grpSpPr>
      <p:sp>
        <p:nvSpPr>
          <p:cNvPr id="1053" name="Google Shape;1053;g3f07987da21_0_2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54" name="Google Shape;1054;g3f07987da21_0_2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0" name="Shape 1060"/>
        <p:cNvGrpSpPr/>
        <p:nvPr/>
      </p:nvGrpSpPr>
      <p:grpSpPr>
        <a:xfrm>
          <a:off x="0" y="0"/>
          <a:ext cx="0" cy="0"/>
          <a:chOff x="0" y="0"/>
          <a:chExt cx="0" cy="0"/>
        </a:xfrm>
      </p:grpSpPr>
      <p:sp>
        <p:nvSpPr>
          <p:cNvPr id="1061" name="Google Shape;1061;g3225c650747_0_5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2" name="Google Shape;1062;g3225c650747_0_5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Before day of ideally, ask for a couple student volunteers to conduct mock interviews with. You can ask the students to walk through either both questions or try to get a volunteer to go through each with. Try to treat this close to a technical interview by offering help if they get stuck and also encourage them to voice their thought process throughout for other students to learn from.</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If no student(s) end up volunteering in the worst case scenario, you can demo walking through the problems as if you are the interviewee and noting the steps you take care to go through as you complete the problem(s) in front of the class (the interviewers).</a:t>
            </a:r>
            <a:endParaRPr>
              <a:solidFill>
                <a:schemeClr val="dk1"/>
              </a:solidFil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6" name="Shape 1066"/>
        <p:cNvGrpSpPr/>
        <p:nvPr/>
      </p:nvGrpSpPr>
      <p:grpSpPr>
        <a:xfrm>
          <a:off x="0" y="0"/>
          <a:ext cx="0" cy="0"/>
          <a:chOff x="0" y="0"/>
          <a:chExt cx="0" cy="0"/>
        </a:xfrm>
      </p:grpSpPr>
      <p:sp>
        <p:nvSpPr>
          <p:cNvPr id="1067" name="Google Shape;1067;g3225c650747_0_5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8" name="Google Shape;1068;g3225c650747_0_5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a:solidFill>
                  <a:schemeClr val="dk1"/>
                </a:solidFill>
              </a:rPr>
              <a:t>🌟 Purpose:</a:t>
            </a:r>
            <a:r>
              <a:rPr lang="en">
                <a:solidFill>
                  <a:schemeClr val="dk1"/>
                </a:solidFill>
              </a:rPr>
              <a:t> Set the stage for the mock interview and explain roles. </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 What should I be doing?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Explain the process, highlighting the interviewer, interviewee, and observer roles. </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 What should I be saying?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For today’s mock interview, I’ll be acting as the interviewer. I’ll ask probing questions and provide minimal hints to simulate a real interview.</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Our volunteer student will be the interviewee. You’ll think aloud as you solve the problem, applying the UMPIRE strategy. This helps everyone understand your thought process.</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The rest of the class will observe, taking notes on what they would do similarly or differently.</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 How should I engage students?</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Encourage participation by asking: "Who would like to volunteer to be the interviewee today?"</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3" name="Shape 1073"/>
        <p:cNvGrpSpPr/>
        <p:nvPr/>
      </p:nvGrpSpPr>
      <p:grpSpPr>
        <a:xfrm>
          <a:off x="0" y="0"/>
          <a:ext cx="0" cy="0"/>
          <a:chOff x="0" y="0"/>
          <a:chExt cx="0" cy="0"/>
        </a:xfrm>
      </p:grpSpPr>
      <p:sp>
        <p:nvSpPr>
          <p:cNvPr id="1074" name="Google Shape;1074;g3225c650747_0_5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5" name="Google Shape;1075;g3225c650747_0_5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a:solidFill>
                  <a:schemeClr val="dk1"/>
                </a:solidFill>
              </a:rPr>
              <a:t>🌟 Purpose:</a:t>
            </a:r>
            <a:r>
              <a:rPr lang="en">
                <a:solidFill>
                  <a:schemeClr val="dk1"/>
                </a:solidFill>
              </a:rPr>
              <a:t> Provide a step-by-step guide to the mock interview process.</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 What should I be doing?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Clearly outline the steps for the mock interview to set expectations. </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 What should I be saying?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Here’s how the mock interview will work: First, the candidate will introduce themselves. I’ll then explain the problem, and the candidate will open the link and share their screen.</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As the candidate works through the UMPIRE steps, they’ll explain what they’re thinking, what they’re doing, and why. Remember, it’s okay to Google or ask clarifying questions.</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Afterward, we’ll celebrate the candidate’s efforts and discuss what went well.</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0" name="Shape 1080"/>
        <p:cNvGrpSpPr/>
        <p:nvPr/>
      </p:nvGrpSpPr>
      <p:grpSpPr>
        <a:xfrm>
          <a:off x="0" y="0"/>
          <a:ext cx="0" cy="0"/>
          <a:chOff x="0" y="0"/>
          <a:chExt cx="0" cy="0"/>
        </a:xfrm>
      </p:grpSpPr>
      <p:sp>
        <p:nvSpPr>
          <p:cNvPr id="1081" name="Google Shape;1081;g3225c650747_0_5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2" name="Google Shape;1082;g3225c650747_0_5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a:solidFill>
                  <a:schemeClr val="dk1"/>
                </a:solidFill>
              </a:rPr>
              <a:t>🌟 Purpose:</a:t>
            </a:r>
            <a:r>
              <a:rPr lang="en">
                <a:solidFill>
                  <a:schemeClr val="dk1"/>
                </a:solidFill>
              </a:rPr>
              <a:t> Engage the observing students in active reflection and learning.</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 What should I be doing?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Encourage observers to focus on takeaways they can apply to their own interviews.</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 What should I be saying?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If you’re observing, hold your comments until the end. Imagine you’re the candidate—how would you solve this problem? What steps would you take?</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Afterward, write down one thing the candidate did well that you’d like to adopt and one thing you’d do differently now that you’ve seen this interview.</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7" name="Shape 1087"/>
        <p:cNvGrpSpPr/>
        <p:nvPr/>
      </p:nvGrpSpPr>
      <p:grpSpPr>
        <a:xfrm>
          <a:off x="0" y="0"/>
          <a:ext cx="0" cy="0"/>
          <a:chOff x="0" y="0"/>
          <a:chExt cx="0" cy="0"/>
        </a:xfrm>
      </p:grpSpPr>
      <p:sp>
        <p:nvSpPr>
          <p:cNvPr id="1088" name="Google Shape;1088;g3225c650747_0_5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9" name="Google Shape;1089;g3225c650747_0_5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a:solidFill>
                  <a:schemeClr val="dk1"/>
                </a:solidFill>
              </a:rPr>
              <a:t>🌟 Purpose:</a:t>
            </a:r>
            <a:r>
              <a:rPr lang="en">
                <a:solidFill>
                  <a:schemeClr val="dk1"/>
                </a:solidFill>
              </a:rPr>
              <a:t> Highlight the key skills and behaviors being assessed during the mock interview.</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 What should I be doing?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Explain the evaluation criteria and its importance in technical interviews.</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 What should I be saying?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We’ll focus on three main areas: clarity, problem-solving process, and use of the UMPIRE framework. Clear communication is just as important as finding the right solution.</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Prioritize readability and logical flow over rushing to the solution. Remember, this is about simulating a real-world technical interview.</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 How should I engage students?</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Ask: "Which of these criteria do you think is the most challenging to demonstrate? Why?"</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4" name="Shape 1094"/>
        <p:cNvGrpSpPr/>
        <p:nvPr/>
      </p:nvGrpSpPr>
      <p:grpSpPr>
        <a:xfrm>
          <a:off x="0" y="0"/>
          <a:ext cx="0" cy="0"/>
          <a:chOff x="0" y="0"/>
          <a:chExt cx="0" cy="0"/>
        </a:xfrm>
      </p:grpSpPr>
      <p:sp>
        <p:nvSpPr>
          <p:cNvPr id="1095" name="Google Shape;1095;g3225c650747_0_5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6" name="Google Shape;1096;g3225c650747_0_5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a:solidFill>
                  <a:schemeClr val="dk1"/>
                </a:solidFill>
              </a:rPr>
              <a:t>🌟 Purpose:</a:t>
            </a:r>
            <a:r>
              <a:rPr lang="en">
                <a:solidFill>
                  <a:schemeClr val="dk1"/>
                </a:solidFill>
              </a:rPr>
              <a:t> Review the UMPIRE strategy to set a framework for problem-solving during the mock interview.</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 What should I be doing?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Briefly recap the UMPIRE steps and their importance in solving coding problems.</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 What should I be saying?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Let’s quickly revisit UMPIRE: Understand the problem, Match the right data structure or algorithm, Plan your approach, Implement the solution, Review your work, and Evaluate the time and space complexity.</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This strategy helps you stay organized and methodical, which is crucial in a technical interview.</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 How should I engage students?</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Ask: "Which step of UMPIRE do you think you’ve improved on the most so far?"</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1" name="Shape 1111"/>
        <p:cNvGrpSpPr/>
        <p:nvPr/>
      </p:nvGrpSpPr>
      <p:grpSpPr>
        <a:xfrm>
          <a:off x="0" y="0"/>
          <a:ext cx="0" cy="0"/>
          <a:chOff x="0" y="0"/>
          <a:chExt cx="0" cy="0"/>
        </a:xfrm>
      </p:grpSpPr>
      <p:sp>
        <p:nvSpPr>
          <p:cNvPr id="1112" name="Google Shape;1112;g3eff32f44c7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3" name="Google Shape;1113;g3eff32f44c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8" name="Shape 1118"/>
        <p:cNvGrpSpPr/>
        <p:nvPr/>
      </p:nvGrpSpPr>
      <p:grpSpPr>
        <a:xfrm>
          <a:off x="0" y="0"/>
          <a:ext cx="0" cy="0"/>
          <a:chOff x="0" y="0"/>
          <a:chExt cx="0" cy="0"/>
        </a:xfrm>
      </p:grpSpPr>
      <p:sp>
        <p:nvSpPr>
          <p:cNvPr id="1119" name="Google Shape;1119;g3eff32f44c7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20" name="Google Shape;1120;g3eff32f44c7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a:t>Starter Code:</a:t>
            </a:r>
            <a:endParaRPr/>
          </a:p>
          <a:p>
            <a:pPr indent="0" lvl="0" marL="0" rtl="0" algn="l">
              <a:spcBef>
                <a:spcPts val="0"/>
              </a:spcBef>
              <a:spcAft>
                <a:spcPts val="0"/>
              </a:spcAft>
              <a:buClr>
                <a:schemeClr val="dk1"/>
              </a:buClr>
              <a:buSzPts val="1100"/>
              <a:buFont typeface="Arial"/>
              <a:buNone/>
            </a:pPr>
            <a:r>
              <a:rPr lang="en">
                <a:latin typeface="Consolas"/>
                <a:ea typeface="Consolas"/>
                <a:cs typeface="Consolas"/>
                <a:sym typeface="Consolas"/>
              </a:rPr>
              <a:t>class Node:</a:t>
            </a:r>
            <a:endParaRPr>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
                <a:latin typeface="Consolas"/>
                <a:ea typeface="Consolas"/>
                <a:cs typeface="Consolas"/>
                <a:sym typeface="Consolas"/>
              </a:rPr>
              <a:t>    def __init__(self, value=0, next=None):</a:t>
            </a:r>
            <a:endParaRPr>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
                <a:latin typeface="Consolas"/>
                <a:ea typeface="Consolas"/>
                <a:cs typeface="Consolas"/>
                <a:sym typeface="Consolas"/>
              </a:rPr>
              <a:t>        self.value = value</a:t>
            </a:r>
            <a:endParaRPr>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
                <a:latin typeface="Consolas"/>
                <a:ea typeface="Consolas"/>
                <a:cs typeface="Consolas"/>
                <a:sym typeface="Consolas"/>
              </a:rPr>
              <a:t>        self.next = next</a:t>
            </a:r>
            <a:endParaRPr>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t/>
            </a:r>
            <a:endParaRPr>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
                <a:latin typeface="Consolas"/>
                <a:ea typeface="Consolas"/>
                <a:cs typeface="Consolas"/>
                <a:sym typeface="Consolas"/>
              </a:rPr>
              <a:t>def reverse_linked_list(head):</a:t>
            </a:r>
            <a:endParaRPr>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
                <a:latin typeface="Consolas"/>
                <a:ea typeface="Consolas"/>
                <a:cs typeface="Consolas"/>
                <a:sym typeface="Consolas"/>
              </a:rPr>
              <a:t>    pass</a:t>
            </a:r>
            <a:endParaRPr>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5" name="Shape 1125"/>
        <p:cNvGrpSpPr/>
        <p:nvPr/>
      </p:nvGrpSpPr>
      <p:grpSpPr>
        <a:xfrm>
          <a:off x="0" y="0"/>
          <a:ext cx="0" cy="0"/>
          <a:chOff x="0" y="0"/>
          <a:chExt cx="0" cy="0"/>
        </a:xfrm>
      </p:grpSpPr>
      <p:sp>
        <p:nvSpPr>
          <p:cNvPr id="1126" name="Google Shape;1126;g3225c650747_0_5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27" name="Google Shape;1127;g3225c650747_0_5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a:solidFill>
                  <a:schemeClr val="dk1"/>
                </a:solidFill>
              </a:rPr>
              <a:t>🌟 Purpose:</a:t>
            </a:r>
            <a:r>
              <a:rPr lang="en">
                <a:solidFill>
                  <a:schemeClr val="dk1"/>
                </a:solidFill>
              </a:rPr>
              <a:t> Reflect on the mock interview and encourage students to share takeaways.</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 What should I be doing?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Facilitate a reflective discussion to consolidate learning.</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 What should I be saying?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Let’s take a moment to reflect. In the chat, share one thing the candidate did that you’ll start doing and one thing you’ll do differently after watching this interview.</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This is a great chance to learn not just from the candidate’s strengths but also from areas for improvement.</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 How should I engage students?</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Read a few responses aloud, emphasizing insightful or actionable takeaways. Encourage follow-up thoughts: "Why do you think that strategy worked well?"</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2" name="Shape 1132"/>
        <p:cNvGrpSpPr/>
        <p:nvPr/>
      </p:nvGrpSpPr>
      <p:grpSpPr>
        <a:xfrm>
          <a:off x="0" y="0"/>
          <a:ext cx="0" cy="0"/>
          <a:chOff x="0" y="0"/>
          <a:chExt cx="0" cy="0"/>
        </a:xfrm>
      </p:grpSpPr>
      <p:sp>
        <p:nvSpPr>
          <p:cNvPr id="1133" name="Google Shape;1133;g32872db59ae_0_4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34" name="Google Shape;1134;g32872db59ae_0_4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chemeClr val="dk1"/>
                </a:solidFill>
              </a:rPr>
              <a:t>🌟 Purpose:</a:t>
            </a:r>
            <a:r>
              <a:rPr lang="en">
                <a:solidFill>
                  <a:schemeClr val="dk1"/>
                </a:solidFill>
              </a:rPr>
              <a:t> Provide a short break to refresh and re-energize.</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b="1" lang="en">
                <a:solidFill>
                  <a:schemeClr val="dk1"/>
                </a:solidFill>
              </a:rPr>
              <a:t>✅ What should I be doing?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Announce the break and remind students to return on time.</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Play the countdown timer video (be sure to share sound).</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b="1" lang="en">
                <a:solidFill>
                  <a:schemeClr val="dk1"/>
                </a:solidFill>
              </a:rPr>
              <a:t>🎙️ What should I be saying?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Let’s take 5 minutes to step away from the screen. Be sure to return promptly.</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8" name="Shape 1138"/>
        <p:cNvGrpSpPr/>
        <p:nvPr/>
      </p:nvGrpSpPr>
      <p:grpSpPr>
        <a:xfrm>
          <a:off x="0" y="0"/>
          <a:ext cx="0" cy="0"/>
          <a:chOff x="0" y="0"/>
          <a:chExt cx="0" cy="0"/>
        </a:xfrm>
      </p:grpSpPr>
      <p:sp>
        <p:nvSpPr>
          <p:cNvPr id="1139" name="Google Shape;1139;g35f3c2029aa_0_3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0" name="Google Shape;1140;g35f3c2029aa_0_3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4" name="Shape 1144"/>
        <p:cNvGrpSpPr/>
        <p:nvPr/>
      </p:nvGrpSpPr>
      <p:grpSpPr>
        <a:xfrm>
          <a:off x="0" y="0"/>
          <a:ext cx="0" cy="0"/>
          <a:chOff x="0" y="0"/>
          <a:chExt cx="0" cy="0"/>
        </a:xfrm>
      </p:grpSpPr>
      <p:sp>
        <p:nvSpPr>
          <p:cNvPr id="1145" name="Google Shape;1145;g35f3c2029aa_0_3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6" name="Google Shape;1146;g35f3c2029aa_0_3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Did the AI respond with incorrect code? Was the logic incorrect, the arithmetic, or was it your prompt?</a:t>
            </a:r>
            <a:br>
              <a:rPr lang="en"/>
            </a:br>
            <a:endParaRPr/>
          </a:p>
          <a:p>
            <a:pPr indent="0" lvl="0" marL="0" rtl="0" algn="l">
              <a:spcBef>
                <a:spcPts val="0"/>
              </a:spcBef>
              <a:spcAft>
                <a:spcPts val="0"/>
              </a:spcAft>
              <a:buNone/>
            </a:pPr>
            <a:r>
              <a:rPr lang="en"/>
              <a:t>How do you respond to the AI after identifying the wrong answer? </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rPr lang="en"/>
              <a:t>How did you balance using AI assistance with trying to solve problems independently? How did it compare to your experiences debugging without AI?</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1" name="Shape 1151"/>
        <p:cNvGrpSpPr/>
        <p:nvPr/>
      </p:nvGrpSpPr>
      <p:grpSpPr>
        <a:xfrm>
          <a:off x="0" y="0"/>
          <a:ext cx="0" cy="0"/>
          <a:chOff x="0" y="0"/>
          <a:chExt cx="0" cy="0"/>
        </a:xfrm>
      </p:grpSpPr>
      <p:sp>
        <p:nvSpPr>
          <p:cNvPr id="1152" name="Google Shape;1152;g35f3c2029aa_0_3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3" name="Google Shape;1153;g35f3c2029aa_0_3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As we ask more complicated questions–we need to improve the clarity of our prompts. </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9" name="Shape 1159"/>
        <p:cNvGrpSpPr/>
        <p:nvPr/>
      </p:nvGrpSpPr>
      <p:grpSpPr>
        <a:xfrm>
          <a:off x="0" y="0"/>
          <a:ext cx="0" cy="0"/>
          <a:chOff x="0" y="0"/>
          <a:chExt cx="0" cy="0"/>
        </a:xfrm>
      </p:grpSpPr>
      <p:sp>
        <p:nvSpPr>
          <p:cNvPr id="1160" name="Google Shape;1160;g35f3c2029aa_0_3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61" name="Google Shape;1161;g35f3c2029aa_0_3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Recommendation for Instructor – design some example prompts to share with your students to talk about what green/red flags they see in them. Use things that will resonate with your students. Remember that very few things are “all green” or “all red” - we’re showing a spectrum between better and worse prompts, not classifying them in to “good” or “bad”.</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5" name="Shape 1175"/>
        <p:cNvGrpSpPr/>
        <p:nvPr/>
      </p:nvGrpSpPr>
      <p:grpSpPr>
        <a:xfrm>
          <a:off x="0" y="0"/>
          <a:ext cx="0" cy="0"/>
          <a:chOff x="0" y="0"/>
          <a:chExt cx="0" cy="0"/>
        </a:xfrm>
      </p:grpSpPr>
      <p:sp>
        <p:nvSpPr>
          <p:cNvPr id="1176" name="Google Shape;1176;g35f3c2029aa_0_3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77" name="Google Shape;1177;g35f3c2029aa_0_3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Ask students to share out AI tricks they’ve learned with their peers</a:t>
            </a:r>
            <a:br>
              <a:rPr lang="en"/>
            </a:br>
            <a:endParaRPr/>
          </a:p>
          <a:p>
            <a:pPr indent="0" lvl="0" marL="0" rtl="0" algn="l">
              <a:spcBef>
                <a:spcPts val="0"/>
              </a:spcBef>
              <a:spcAft>
                <a:spcPts val="0"/>
              </a:spcAft>
              <a:buNone/>
            </a:pPr>
            <a:r>
              <a:rPr lang="en"/>
              <a:t>Did the AI offer a solution that worked right away, or did it require iteration or clarification? If so, what clarifications and additional context did you provide?</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rPr lang="en"/>
              <a:t>How did you balance using AI assistance with trying to solve problems independently? How did it compare to your experiences debugging without AI?</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3" name="Shape 1183"/>
        <p:cNvGrpSpPr/>
        <p:nvPr/>
      </p:nvGrpSpPr>
      <p:grpSpPr>
        <a:xfrm>
          <a:off x="0" y="0"/>
          <a:ext cx="0" cy="0"/>
          <a:chOff x="0" y="0"/>
          <a:chExt cx="0" cy="0"/>
        </a:xfrm>
      </p:grpSpPr>
      <p:sp>
        <p:nvSpPr>
          <p:cNvPr id="1184" name="Google Shape;1184;g32872db59ae_0_4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5" name="Google Shape;1185;g32872db59ae_0_4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9" name="Shape 1189"/>
        <p:cNvGrpSpPr/>
        <p:nvPr/>
      </p:nvGrpSpPr>
      <p:grpSpPr>
        <a:xfrm>
          <a:off x="0" y="0"/>
          <a:ext cx="0" cy="0"/>
          <a:chOff x="0" y="0"/>
          <a:chExt cx="0" cy="0"/>
        </a:xfrm>
      </p:grpSpPr>
      <p:sp>
        <p:nvSpPr>
          <p:cNvPr id="1190" name="Google Shape;1190;g32872db59ae_0_5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91" name="Google Shape;1191;g32872db59ae_0_5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6" name="Shape 1196"/>
        <p:cNvGrpSpPr/>
        <p:nvPr/>
      </p:nvGrpSpPr>
      <p:grpSpPr>
        <a:xfrm>
          <a:off x="0" y="0"/>
          <a:ext cx="0" cy="0"/>
          <a:chOff x="0" y="0"/>
          <a:chExt cx="0" cy="0"/>
        </a:xfrm>
      </p:grpSpPr>
      <p:sp>
        <p:nvSpPr>
          <p:cNvPr id="1197" name="Google Shape;1197;g32872db59ae_0_5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98" name="Google Shape;1198;g32872db59ae_0_5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2" name="Shape 1202"/>
        <p:cNvGrpSpPr/>
        <p:nvPr/>
      </p:nvGrpSpPr>
      <p:grpSpPr>
        <a:xfrm>
          <a:off x="0" y="0"/>
          <a:ext cx="0" cy="0"/>
          <a:chOff x="0" y="0"/>
          <a:chExt cx="0" cy="0"/>
        </a:xfrm>
      </p:grpSpPr>
      <p:sp>
        <p:nvSpPr>
          <p:cNvPr id="1203" name="Google Shape;1203;g32872db59ae_0_5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4" name="Google Shape;1204;g32872db59ae_0_5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chemeClr val="dk1"/>
                </a:solidFill>
              </a:rPr>
              <a:t>🌟 Purpose:</a:t>
            </a:r>
            <a:r>
              <a:rPr lang="en">
                <a:solidFill>
                  <a:schemeClr val="dk1"/>
                </a:solidFill>
              </a:rPr>
              <a:t> End the session on a positive note.</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b="1" lang="en">
                <a:solidFill>
                  <a:schemeClr val="dk1"/>
                </a:solidFill>
              </a:rPr>
              <a:t>✅ What should I be doing?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Prompt students to share their reflections in the chat.</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b="1" lang="en">
                <a:solidFill>
                  <a:schemeClr val="dk1"/>
                </a:solidFill>
              </a:rPr>
              <a:t>🎙️ What should I be saying?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Let’s celebrate your wins. Share one good thing you learned or accomplished today!</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b="1" lang="en">
                <a:solidFill>
                  <a:schemeClr val="dk1"/>
                </a:solidFill>
              </a:rPr>
              <a:t>🙌🏽 How should I engage students?</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Read a few responses aloud and celebrate with enthusiasm.</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7" name="Shape 1207"/>
        <p:cNvGrpSpPr/>
        <p:nvPr/>
      </p:nvGrpSpPr>
      <p:grpSpPr>
        <a:xfrm>
          <a:off x="0" y="0"/>
          <a:ext cx="0" cy="0"/>
          <a:chOff x="0" y="0"/>
          <a:chExt cx="0" cy="0"/>
        </a:xfrm>
      </p:grpSpPr>
      <p:sp>
        <p:nvSpPr>
          <p:cNvPr id="1208" name="Google Shape;1208;g32872db59ae_0_5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9" name="Google Shape;1209;g32872db59ae_0_5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chemeClr val="dk1"/>
                </a:solidFill>
              </a:rPr>
              <a:t>🌟 Purpose:</a:t>
            </a:r>
            <a:r>
              <a:rPr lang="en">
                <a:solidFill>
                  <a:schemeClr val="dk1"/>
                </a:solidFill>
              </a:rPr>
              <a:t> Gather feedback to improve future sessions.</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b="1" lang="en">
                <a:solidFill>
                  <a:schemeClr val="dk1"/>
                </a:solidFill>
              </a:rPr>
              <a:t>✅ What should I be doing?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Share the survey link and emphasize its importance.</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b="1" lang="en">
                <a:solidFill>
                  <a:schemeClr val="dk1"/>
                </a:solidFill>
              </a:rPr>
              <a:t>🎙️ What should I be saying?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Your feedback helps us make these sessions even better. Please take a moment to complete the survey.</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b="1" lang="en">
                <a:solidFill>
                  <a:schemeClr val="dk1"/>
                </a:solidFill>
              </a:rPr>
              <a:t>🙌🏽 How should I engage students?</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Thank students for their input and explain how feedback has been used in the past.</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5" name="Shape 1215"/>
        <p:cNvGrpSpPr/>
        <p:nvPr/>
      </p:nvGrpSpPr>
      <p:grpSpPr>
        <a:xfrm>
          <a:off x="0" y="0"/>
          <a:ext cx="0" cy="0"/>
          <a:chOff x="0" y="0"/>
          <a:chExt cx="0" cy="0"/>
        </a:xfrm>
      </p:grpSpPr>
      <p:sp>
        <p:nvSpPr>
          <p:cNvPr id="1216" name="Google Shape;1216;g3f07987da21_0_4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17" name="Google Shape;1217;g3f07987da21_0_4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chemeClr val="dk1"/>
                </a:solidFill>
              </a:rPr>
              <a:t>🌟 Purpose:</a:t>
            </a:r>
            <a:r>
              <a:rPr lang="en">
                <a:solidFill>
                  <a:schemeClr val="dk1"/>
                </a:solidFill>
              </a:rPr>
              <a:t> Reinforce key tasks and deadlines.</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b="1" lang="en">
                <a:solidFill>
                  <a:schemeClr val="dk1"/>
                </a:solidFill>
              </a:rPr>
              <a:t>✅ What should I be doing?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Summarize next steps and encourage continued engagement.</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b="1" lang="en">
                <a:solidFill>
                  <a:schemeClr val="dk1"/>
                </a:solidFill>
              </a:rPr>
              <a:t>🎙️ What should I be saying?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Don’t forget to complete the problem sets and take the HackerRank assessment by Sunday!</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b="1" lang="en">
                <a:solidFill>
                  <a:schemeClr val="dk1"/>
                </a:solidFill>
              </a:rPr>
              <a:t>🙌🏽 How should I engage students?</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Encourage students to ask any lingering questions before signing off.</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9.png"/><Relationship Id="rId3" Type="http://schemas.openxmlformats.org/officeDocument/2006/relationships/image" Target="../media/image1.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28.png"/><Relationship Id="rId3" Type="http://schemas.openxmlformats.org/officeDocument/2006/relationships/image" Target="../media/image7.png"/><Relationship Id="rId4" Type="http://schemas.openxmlformats.org/officeDocument/2006/relationships/image" Target="../media/image1.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3.png"/><Relationship Id="rId3" Type="http://schemas.openxmlformats.org/officeDocument/2006/relationships/image" Target="../media/image15.png"/><Relationship Id="rId4" Type="http://schemas.openxmlformats.org/officeDocument/2006/relationships/image" Target="../media/image3.png"/><Relationship Id="rId5" Type="http://schemas.openxmlformats.org/officeDocument/2006/relationships/image" Target="../media/image11.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8.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png"/><Relationship Id="rId3" Type="http://schemas.openxmlformats.org/officeDocument/2006/relationships/image" Target="../media/image2.png"/><Relationship Id="rId4" Type="http://schemas.openxmlformats.org/officeDocument/2006/relationships/image" Target="../media/image8.png"/><Relationship Id="rId5" Type="http://schemas.openxmlformats.org/officeDocument/2006/relationships/image" Target="../media/image3.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8.png"/><Relationship Id="rId3" Type="http://schemas.openxmlformats.org/officeDocument/2006/relationships/image" Target="../media/image24.png"/><Relationship Id="rId4" Type="http://schemas.openxmlformats.org/officeDocument/2006/relationships/image" Target="../media/image3.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8.png"/><Relationship Id="rId3" Type="http://schemas.openxmlformats.org/officeDocument/2006/relationships/image" Target="../media/image3.png"/><Relationship Id="rId4" Type="http://schemas.openxmlformats.org/officeDocument/2006/relationships/image" Target="../media/image6.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8.png"/><Relationship Id="rId3" Type="http://schemas.openxmlformats.org/officeDocument/2006/relationships/image" Target="../media/image3.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8.png"/><Relationship Id="rId3" Type="http://schemas.openxmlformats.org/officeDocument/2006/relationships/image" Target="../media/image3.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3.png"/><Relationship Id="rId3" Type="http://schemas.openxmlformats.org/officeDocument/2006/relationships/image" Target="../media/image3.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1.png"/><Relationship Id="rId3" Type="http://schemas.openxmlformats.org/officeDocument/2006/relationships/image" Target="../media/image25.png"/><Relationship Id="rId4" Type="http://schemas.openxmlformats.org/officeDocument/2006/relationships/image" Target="../media/image3.png"/><Relationship Id="rId5" Type="http://schemas.openxmlformats.org/officeDocument/2006/relationships/image" Target="../media/image15.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9.png"/><Relationship Id="rId3" Type="http://schemas.openxmlformats.org/officeDocument/2006/relationships/image" Target="../media/image15.png"/><Relationship Id="rId4" Type="http://schemas.openxmlformats.org/officeDocument/2006/relationships/image" Target="../media/image3.png"/><Relationship Id="rId5" Type="http://schemas.openxmlformats.org/officeDocument/2006/relationships/image" Target="../media/image30.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5.png"/><Relationship Id="rId3" Type="http://schemas.openxmlformats.org/officeDocument/2006/relationships/image" Target="../media/image16.png"/><Relationship Id="rId4" Type="http://schemas.openxmlformats.org/officeDocument/2006/relationships/image" Target="../media/image27.png"/><Relationship Id="rId5" Type="http://schemas.openxmlformats.org/officeDocument/2006/relationships/image" Target="../media/image3.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6.png"/><Relationship Id="rId3" Type="http://schemas.openxmlformats.org/officeDocument/2006/relationships/image" Target="../media/image20.png"/><Relationship Id="rId4" Type="http://schemas.openxmlformats.org/officeDocument/2006/relationships/image" Target="../media/image18.png"/><Relationship Id="rId5" Type="http://schemas.openxmlformats.org/officeDocument/2006/relationships/image" Target="../media/image3.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9.png"/><Relationship Id="rId3" Type="http://schemas.openxmlformats.org/officeDocument/2006/relationships/image" Target="../media/image16.png"/><Relationship Id="rId4" Type="http://schemas.openxmlformats.org/officeDocument/2006/relationships/image" Target="../media/image23.png"/><Relationship Id="rId5" Type="http://schemas.openxmlformats.org/officeDocument/2006/relationships/image" Target="../media/image3.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png"/><Relationship Id="rId3" Type="http://schemas.openxmlformats.org/officeDocument/2006/relationships/image" Target="../media/image15.png"/><Relationship Id="rId4" Type="http://schemas.openxmlformats.org/officeDocument/2006/relationships/image" Target="../media/image22.png"/><Relationship Id="rId5" Type="http://schemas.openxmlformats.org/officeDocument/2006/relationships/image" Target="../media/image3.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png"/><Relationship Id="rId3" Type="http://schemas.openxmlformats.org/officeDocument/2006/relationships/image" Target="../media/image15.png"/><Relationship Id="rId4" Type="http://schemas.openxmlformats.org/officeDocument/2006/relationships/image" Target="../media/image3.png"/><Relationship Id="rId5" Type="http://schemas.openxmlformats.org/officeDocument/2006/relationships/image" Target="../media/image22.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9.png"/><Relationship Id="rId3" Type="http://schemas.openxmlformats.org/officeDocument/2006/relationships/image" Target="../media/image16.png"/><Relationship Id="rId4" Type="http://schemas.openxmlformats.org/officeDocument/2006/relationships/image" Target="../media/image28.png"/><Relationship Id="rId5" Type="http://schemas.openxmlformats.org/officeDocument/2006/relationships/image" Target="../media/image3.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9.png"/><Relationship Id="rId3" Type="http://schemas.openxmlformats.org/officeDocument/2006/relationships/image" Target="../media/image16.png"/><Relationship Id="rId4" Type="http://schemas.openxmlformats.org/officeDocument/2006/relationships/image" Target="../media/image3.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6.png"/><Relationship Id="rId3" Type="http://schemas.openxmlformats.org/officeDocument/2006/relationships/image" Target="../media/image16.png"/><Relationship Id="rId4" Type="http://schemas.openxmlformats.org/officeDocument/2006/relationships/image" Target="../media/image53.png"/><Relationship Id="rId5" Type="http://schemas.openxmlformats.org/officeDocument/2006/relationships/image" Target="../media/image3.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 Id="rId3" Type="http://schemas.openxmlformats.org/officeDocument/2006/relationships/image" Target="../media/image29.png"/><Relationship Id="rId4" Type="http://schemas.openxmlformats.org/officeDocument/2006/relationships/image" Target="../media/image31.pn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53.pn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1.png"/><Relationship Id="rId3" Type="http://schemas.openxmlformats.org/officeDocument/2006/relationships/image" Target="../media/image16.pn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9.png"/></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55.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39.png"/><Relationship Id="rId6" Type="http://schemas.openxmlformats.org/officeDocument/2006/relationships/image" Target="../media/image35.png"/></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28.png"/><Relationship Id="rId3" Type="http://schemas.openxmlformats.org/officeDocument/2006/relationships/image" Target="../media/image7.png"/><Relationship Id="rId4" Type="http://schemas.openxmlformats.org/officeDocument/2006/relationships/image" Target="../media/image1.png"/></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9.png"/><Relationship Id="rId3" Type="http://schemas.openxmlformats.org/officeDocument/2006/relationships/image" Target="../media/image15.png"/><Relationship Id="rId4" Type="http://schemas.openxmlformats.org/officeDocument/2006/relationships/image" Target="../media/image3.png"/><Relationship Id="rId5" Type="http://schemas.openxmlformats.org/officeDocument/2006/relationships/image" Target="../media/image30.png"/></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5.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8.png"/></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53.png"/></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3.png"/></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9.png"/><Relationship Id="rId3" Type="http://schemas.openxmlformats.org/officeDocument/2006/relationships/image" Target="../media/image1.png"/></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28.png"/><Relationship Id="rId3" Type="http://schemas.openxmlformats.org/officeDocument/2006/relationships/image" Target="../media/image7.png"/><Relationship Id="rId4" Type="http://schemas.openxmlformats.org/officeDocument/2006/relationships/image" Target="../media/image1.png"/></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3.png"/><Relationship Id="rId3" Type="http://schemas.openxmlformats.org/officeDocument/2006/relationships/image" Target="../media/image15.png"/><Relationship Id="rId4" Type="http://schemas.openxmlformats.org/officeDocument/2006/relationships/image" Target="../media/image3.png"/></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5.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8.png"/></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5.png"/><Relationship Id="rId3" Type="http://schemas.openxmlformats.org/officeDocument/2006/relationships/image" Target="../media/image2.png"/><Relationship Id="rId4" Type="http://schemas.openxmlformats.org/officeDocument/2006/relationships/image" Target="../media/image8.png"/><Relationship Id="rId5" Type="http://schemas.openxmlformats.org/officeDocument/2006/relationships/image" Target="../media/image3.png"/></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48.png"/><Relationship Id="rId3" Type="http://schemas.openxmlformats.org/officeDocument/2006/relationships/image" Target="../media/image24.png"/><Relationship Id="rId4" Type="http://schemas.openxmlformats.org/officeDocument/2006/relationships/image" Target="../media/image3.png"/></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48.png"/><Relationship Id="rId3" Type="http://schemas.openxmlformats.org/officeDocument/2006/relationships/image" Target="../media/image3.png"/><Relationship Id="rId4" Type="http://schemas.openxmlformats.org/officeDocument/2006/relationships/image" Target="../media/image6.png"/></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48.png"/><Relationship Id="rId3" Type="http://schemas.openxmlformats.org/officeDocument/2006/relationships/image" Target="../media/image3.png"/></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48.png"/><Relationship Id="rId3" Type="http://schemas.openxmlformats.org/officeDocument/2006/relationships/image" Target="../media/image3.png"/></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3.png"/><Relationship Id="rId3" Type="http://schemas.openxmlformats.org/officeDocument/2006/relationships/image" Target="../media/image3.png"/></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21.png"/><Relationship Id="rId3" Type="http://schemas.openxmlformats.org/officeDocument/2006/relationships/image" Target="../media/image25.png"/><Relationship Id="rId4" Type="http://schemas.openxmlformats.org/officeDocument/2006/relationships/image" Target="../media/image3.png"/><Relationship Id="rId5" Type="http://schemas.openxmlformats.org/officeDocument/2006/relationships/image" Target="../media/image15.png"/></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9.png"/><Relationship Id="rId3" Type="http://schemas.openxmlformats.org/officeDocument/2006/relationships/image" Target="../media/image15.png"/><Relationship Id="rId4" Type="http://schemas.openxmlformats.org/officeDocument/2006/relationships/image" Target="../media/image3.png"/><Relationship Id="rId5" Type="http://schemas.openxmlformats.org/officeDocument/2006/relationships/image" Target="../media/image30.png"/></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25.png"/><Relationship Id="rId3" Type="http://schemas.openxmlformats.org/officeDocument/2006/relationships/image" Target="../media/image16.png"/><Relationship Id="rId4" Type="http://schemas.openxmlformats.org/officeDocument/2006/relationships/image" Target="../media/image27.png"/><Relationship Id="rId5" Type="http://schemas.openxmlformats.org/officeDocument/2006/relationships/image" Target="../media/image3.png"/></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36.png"/><Relationship Id="rId3" Type="http://schemas.openxmlformats.org/officeDocument/2006/relationships/image" Target="../media/image20.png"/><Relationship Id="rId4" Type="http://schemas.openxmlformats.org/officeDocument/2006/relationships/image" Target="../media/image18.png"/><Relationship Id="rId5" Type="http://schemas.openxmlformats.org/officeDocument/2006/relationships/image" Target="../media/image3.png"/></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9.png"/><Relationship Id="rId3" Type="http://schemas.openxmlformats.org/officeDocument/2006/relationships/image" Target="../media/image16.png"/><Relationship Id="rId4" Type="http://schemas.openxmlformats.org/officeDocument/2006/relationships/image" Target="../media/image23.png"/><Relationship Id="rId5" Type="http://schemas.openxmlformats.org/officeDocument/2006/relationships/image" Target="../media/image3.png"/></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5.png"/><Relationship Id="rId3" Type="http://schemas.openxmlformats.org/officeDocument/2006/relationships/image" Target="../media/image15.png"/><Relationship Id="rId4" Type="http://schemas.openxmlformats.org/officeDocument/2006/relationships/image" Target="../media/image22.png"/><Relationship Id="rId5" Type="http://schemas.openxmlformats.org/officeDocument/2006/relationships/image" Target="../media/image3.png"/></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5.png"/><Relationship Id="rId3" Type="http://schemas.openxmlformats.org/officeDocument/2006/relationships/image" Target="../media/image15.png"/><Relationship Id="rId4" Type="http://schemas.openxmlformats.org/officeDocument/2006/relationships/image" Target="../media/image3.png"/><Relationship Id="rId5" Type="http://schemas.openxmlformats.org/officeDocument/2006/relationships/image" Target="../media/image22.png"/></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9.png"/><Relationship Id="rId3" Type="http://schemas.openxmlformats.org/officeDocument/2006/relationships/image" Target="../media/image16.png"/><Relationship Id="rId4" Type="http://schemas.openxmlformats.org/officeDocument/2006/relationships/image" Target="../media/image28.png"/><Relationship Id="rId5" Type="http://schemas.openxmlformats.org/officeDocument/2006/relationships/image" Target="../media/image3.png"/></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36.png"/><Relationship Id="rId3" Type="http://schemas.openxmlformats.org/officeDocument/2006/relationships/image" Target="../media/image16.png"/><Relationship Id="rId4" Type="http://schemas.openxmlformats.org/officeDocument/2006/relationships/image" Target="../media/image53.png"/><Relationship Id="rId5" Type="http://schemas.openxmlformats.org/officeDocument/2006/relationships/image" Target="../media/image3.png"/></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3.png"/><Relationship Id="rId3" Type="http://schemas.openxmlformats.org/officeDocument/2006/relationships/image" Target="../media/image29.png"/><Relationship Id="rId4" Type="http://schemas.openxmlformats.org/officeDocument/2006/relationships/image" Target="../media/image31.png"/></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53.png"/></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41.png"/><Relationship Id="rId3" Type="http://schemas.openxmlformats.org/officeDocument/2006/relationships/image" Target="../media/image16.png"/></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9.png"/></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55.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39.png"/><Relationship Id="rId6" Type="http://schemas.openxmlformats.org/officeDocument/2006/relationships/image" Target="../media/image35.png"/></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55.png"/><Relationship Id="rId3" Type="http://schemas.openxmlformats.org/officeDocument/2006/relationships/image" Target="../media/image2.png"/><Relationship Id="rId4" Type="http://schemas.openxmlformats.org/officeDocument/2006/relationships/image" Target="../media/image3.png"/></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3.png"/></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9.png"/><Relationship Id="rId3" Type="http://schemas.openxmlformats.org/officeDocument/2006/relationships/image" Target="../media/image1.png"/></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28.png"/><Relationship Id="rId3" Type="http://schemas.openxmlformats.org/officeDocument/2006/relationships/image" Target="../media/image7.png"/><Relationship Id="rId4" Type="http://schemas.openxmlformats.org/officeDocument/2006/relationships/image" Target="../media/image1.png"/></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3.png"/><Relationship Id="rId3" Type="http://schemas.openxmlformats.org/officeDocument/2006/relationships/image" Target="../media/image15.png"/><Relationship Id="rId4" Type="http://schemas.openxmlformats.org/officeDocument/2006/relationships/image" Target="../media/image3.png"/><Relationship Id="rId5" Type="http://schemas.openxmlformats.org/officeDocument/2006/relationships/image" Target="../media/image11.png"/></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5.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8.png"/></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5.png"/><Relationship Id="rId3" Type="http://schemas.openxmlformats.org/officeDocument/2006/relationships/image" Target="../media/image2.png"/><Relationship Id="rId4" Type="http://schemas.openxmlformats.org/officeDocument/2006/relationships/image" Target="../media/image8.png"/><Relationship Id="rId5" Type="http://schemas.openxmlformats.org/officeDocument/2006/relationships/image" Target="../media/image3.png"/></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48.png"/><Relationship Id="rId3" Type="http://schemas.openxmlformats.org/officeDocument/2006/relationships/image" Target="../media/image24.png"/><Relationship Id="rId4" Type="http://schemas.openxmlformats.org/officeDocument/2006/relationships/image" Target="../media/image3.png"/></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48.png"/><Relationship Id="rId3" Type="http://schemas.openxmlformats.org/officeDocument/2006/relationships/image" Target="../media/image3.png"/><Relationship Id="rId4" Type="http://schemas.openxmlformats.org/officeDocument/2006/relationships/image" Target="../media/image6.png"/></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48.png"/><Relationship Id="rId3" Type="http://schemas.openxmlformats.org/officeDocument/2006/relationships/image" Target="../media/image3.png"/></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48.png"/><Relationship Id="rId3" Type="http://schemas.openxmlformats.org/officeDocument/2006/relationships/image" Target="../media/image3.png"/></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3.png"/><Relationship Id="rId3" Type="http://schemas.openxmlformats.org/officeDocument/2006/relationships/image" Target="../media/image3.png"/></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21.png"/><Relationship Id="rId3" Type="http://schemas.openxmlformats.org/officeDocument/2006/relationships/image" Target="../media/image25.png"/><Relationship Id="rId4" Type="http://schemas.openxmlformats.org/officeDocument/2006/relationships/image" Target="../media/image3.png"/><Relationship Id="rId5" Type="http://schemas.openxmlformats.org/officeDocument/2006/relationships/image" Target="../media/image15.png"/></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9.png"/><Relationship Id="rId3" Type="http://schemas.openxmlformats.org/officeDocument/2006/relationships/image" Target="../media/image15.png"/><Relationship Id="rId4" Type="http://schemas.openxmlformats.org/officeDocument/2006/relationships/image" Target="../media/image3.png"/><Relationship Id="rId5" Type="http://schemas.openxmlformats.org/officeDocument/2006/relationships/image" Target="../media/image30.png"/></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25.png"/><Relationship Id="rId3" Type="http://schemas.openxmlformats.org/officeDocument/2006/relationships/image" Target="../media/image16.png"/><Relationship Id="rId4" Type="http://schemas.openxmlformats.org/officeDocument/2006/relationships/image" Target="../media/image27.png"/><Relationship Id="rId5" Type="http://schemas.openxmlformats.org/officeDocument/2006/relationships/image" Target="../media/image3.png"/></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36.png"/><Relationship Id="rId3" Type="http://schemas.openxmlformats.org/officeDocument/2006/relationships/image" Target="../media/image20.png"/><Relationship Id="rId4" Type="http://schemas.openxmlformats.org/officeDocument/2006/relationships/image" Target="../media/image18.png"/><Relationship Id="rId5" Type="http://schemas.openxmlformats.org/officeDocument/2006/relationships/image" Target="../media/image3.png"/></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9.png"/><Relationship Id="rId3" Type="http://schemas.openxmlformats.org/officeDocument/2006/relationships/image" Target="../media/image16.png"/><Relationship Id="rId4" Type="http://schemas.openxmlformats.org/officeDocument/2006/relationships/image" Target="../media/image23.png"/><Relationship Id="rId5" Type="http://schemas.openxmlformats.org/officeDocument/2006/relationships/image" Target="../media/image3.png"/></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5.png"/><Relationship Id="rId3" Type="http://schemas.openxmlformats.org/officeDocument/2006/relationships/image" Target="../media/image15.png"/><Relationship Id="rId4" Type="http://schemas.openxmlformats.org/officeDocument/2006/relationships/image" Target="../media/image22.png"/><Relationship Id="rId5" Type="http://schemas.openxmlformats.org/officeDocument/2006/relationships/image" Target="../media/image3.png"/></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5.png"/><Relationship Id="rId3" Type="http://schemas.openxmlformats.org/officeDocument/2006/relationships/image" Target="../media/image15.png"/><Relationship Id="rId4" Type="http://schemas.openxmlformats.org/officeDocument/2006/relationships/image" Target="../media/image3.png"/><Relationship Id="rId5" Type="http://schemas.openxmlformats.org/officeDocument/2006/relationships/image" Target="../media/image22.png"/></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9.png"/><Relationship Id="rId3" Type="http://schemas.openxmlformats.org/officeDocument/2006/relationships/image" Target="../media/image16.png"/><Relationship Id="rId4" Type="http://schemas.openxmlformats.org/officeDocument/2006/relationships/image" Target="../media/image28.png"/><Relationship Id="rId5" Type="http://schemas.openxmlformats.org/officeDocument/2006/relationships/image" Target="../media/image3.png"/></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36.png"/><Relationship Id="rId3" Type="http://schemas.openxmlformats.org/officeDocument/2006/relationships/image" Target="../media/image16.png"/><Relationship Id="rId4" Type="http://schemas.openxmlformats.org/officeDocument/2006/relationships/image" Target="../media/image53.png"/><Relationship Id="rId5" Type="http://schemas.openxmlformats.org/officeDocument/2006/relationships/image" Target="../media/image3.png"/></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3.png"/><Relationship Id="rId3" Type="http://schemas.openxmlformats.org/officeDocument/2006/relationships/image" Target="../media/image29.png"/><Relationship Id="rId4" Type="http://schemas.openxmlformats.org/officeDocument/2006/relationships/image" Target="../media/image31.png"/></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53.png"/></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41.png"/><Relationship Id="rId3" Type="http://schemas.openxmlformats.org/officeDocument/2006/relationships/image" Target="../media/image16.png"/></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9.png"/></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55.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39.png"/><Relationship Id="rId6" Type="http://schemas.openxmlformats.org/officeDocument/2006/relationships/image" Target="../media/image35.png"/></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9.png"/><Relationship Id="rId3" Type="http://schemas.openxmlformats.org/officeDocument/2006/relationships/image" Target="../media/image16.png"/><Relationship Id="rId4" Type="http://schemas.openxmlformats.org/officeDocument/2006/relationships/image" Target="../media/image3.png"/></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3.png"/></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9.png"/><Relationship Id="rId3" Type="http://schemas.openxmlformats.org/officeDocument/2006/relationships/image" Target="../media/image1.png"/></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128.png"/><Relationship Id="rId3" Type="http://schemas.openxmlformats.org/officeDocument/2006/relationships/image" Target="../media/image7.png"/><Relationship Id="rId4" Type="http://schemas.openxmlformats.org/officeDocument/2006/relationships/image" Target="../media/image1.png"/></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13.png"/><Relationship Id="rId3" Type="http://schemas.openxmlformats.org/officeDocument/2006/relationships/image" Target="../media/image15.png"/><Relationship Id="rId4" Type="http://schemas.openxmlformats.org/officeDocument/2006/relationships/image" Target="../media/image3.png"/><Relationship Id="rId5" Type="http://schemas.openxmlformats.org/officeDocument/2006/relationships/image" Target="../media/image11.png"/></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5.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8.png"/></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5.png"/><Relationship Id="rId3" Type="http://schemas.openxmlformats.org/officeDocument/2006/relationships/image" Target="../media/image2.png"/><Relationship Id="rId4" Type="http://schemas.openxmlformats.org/officeDocument/2006/relationships/image" Target="../media/image8.png"/><Relationship Id="rId5" Type="http://schemas.openxmlformats.org/officeDocument/2006/relationships/image" Target="../media/image3.png"/></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48.png"/><Relationship Id="rId3" Type="http://schemas.openxmlformats.org/officeDocument/2006/relationships/image" Target="../media/image24.png"/><Relationship Id="rId4" Type="http://schemas.openxmlformats.org/officeDocument/2006/relationships/image" Target="../media/image3.png"/></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48.png"/><Relationship Id="rId3" Type="http://schemas.openxmlformats.org/officeDocument/2006/relationships/image" Target="../media/image3.png"/><Relationship Id="rId4" Type="http://schemas.openxmlformats.org/officeDocument/2006/relationships/image" Target="../media/image6.png"/></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48.png"/><Relationship Id="rId3" Type="http://schemas.openxmlformats.org/officeDocument/2006/relationships/image" Target="../media/image3.png"/></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48.png"/><Relationship Id="rId3" Type="http://schemas.openxmlformats.org/officeDocument/2006/relationships/image" Target="../media/image3.png"/></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13.png"/><Relationship Id="rId3" Type="http://schemas.openxmlformats.org/officeDocument/2006/relationships/image" Target="../media/image3.png"/></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21.png"/><Relationship Id="rId3" Type="http://schemas.openxmlformats.org/officeDocument/2006/relationships/image" Target="../media/image25.png"/><Relationship Id="rId4" Type="http://schemas.openxmlformats.org/officeDocument/2006/relationships/image" Target="../media/image3.png"/><Relationship Id="rId5" Type="http://schemas.openxmlformats.org/officeDocument/2006/relationships/image" Target="../media/image15.png"/></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9.png"/><Relationship Id="rId3" Type="http://schemas.openxmlformats.org/officeDocument/2006/relationships/image" Target="../media/image15.png"/><Relationship Id="rId4" Type="http://schemas.openxmlformats.org/officeDocument/2006/relationships/image" Target="../media/image3.png"/><Relationship Id="rId5" Type="http://schemas.openxmlformats.org/officeDocument/2006/relationships/image" Target="../media/image30.png"/></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25.png"/><Relationship Id="rId3" Type="http://schemas.openxmlformats.org/officeDocument/2006/relationships/image" Target="../media/image16.png"/><Relationship Id="rId4" Type="http://schemas.openxmlformats.org/officeDocument/2006/relationships/image" Target="../media/image27.png"/><Relationship Id="rId5" Type="http://schemas.openxmlformats.org/officeDocument/2006/relationships/image" Target="../media/image3.png"/></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36.png"/><Relationship Id="rId3" Type="http://schemas.openxmlformats.org/officeDocument/2006/relationships/image" Target="../media/image20.png"/><Relationship Id="rId4" Type="http://schemas.openxmlformats.org/officeDocument/2006/relationships/image" Target="../media/image18.png"/><Relationship Id="rId5" Type="http://schemas.openxmlformats.org/officeDocument/2006/relationships/image" Target="../media/image3.png"/></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9.png"/><Relationship Id="rId3" Type="http://schemas.openxmlformats.org/officeDocument/2006/relationships/image" Target="../media/image16.png"/><Relationship Id="rId4" Type="http://schemas.openxmlformats.org/officeDocument/2006/relationships/image" Target="../media/image23.png"/><Relationship Id="rId5" Type="http://schemas.openxmlformats.org/officeDocument/2006/relationships/image" Target="../media/image3.png"/></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5.png"/><Relationship Id="rId3" Type="http://schemas.openxmlformats.org/officeDocument/2006/relationships/image" Target="../media/image15.png"/><Relationship Id="rId4" Type="http://schemas.openxmlformats.org/officeDocument/2006/relationships/image" Target="../media/image22.png"/><Relationship Id="rId5" Type="http://schemas.openxmlformats.org/officeDocument/2006/relationships/image" Target="../media/image3.png"/></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5.png"/><Relationship Id="rId3" Type="http://schemas.openxmlformats.org/officeDocument/2006/relationships/image" Target="../media/image15.png"/><Relationship Id="rId4" Type="http://schemas.openxmlformats.org/officeDocument/2006/relationships/image" Target="../media/image3.png"/><Relationship Id="rId5" Type="http://schemas.openxmlformats.org/officeDocument/2006/relationships/image" Target="../media/image22.png"/></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9.png"/><Relationship Id="rId3" Type="http://schemas.openxmlformats.org/officeDocument/2006/relationships/image" Target="../media/image16.png"/><Relationship Id="rId4" Type="http://schemas.openxmlformats.org/officeDocument/2006/relationships/image" Target="../media/image28.png"/><Relationship Id="rId5" Type="http://schemas.openxmlformats.org/officeDocument/2006/relationships/image" Target="../media/image3.png"/></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36.png"/><Relationship Id="rId3" Type="http://schemas.openxmlformats.org/officeDocument/2006/relationships/image" Target="../media/image16.png"/><Relationship Id="rId4" Type="http://schemas.openxmlformats.org/officeDocument/2006/relationships/image" Target="../media/image53.png"/><Relationship Id="rId5" Type="http://schemas.openxmlformats.org/officeDocument/2006/relationships/image" Target="../media/image3.png"/></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3.png"/><Relationship Id="rId3" Type="http://schemas.openxmlformats.org/officeDocument/2006/relationships/image" Target="../media/image29.png"/><Relationship Id="rId4" Type="http://schemas.openxmlformats.org/officeDocument/2006/relationships/image" Target="../media/image31.png"/></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153.png"/></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41.png"/><Relationship Id="rId3" Type="http://schemas.openxmlformats.org/officeDocument/2006/relationships/image" Target="../media/image16.png"/></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9.png"/></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3.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155.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39.png"/><Relationship Id="rId6" Type="http://schemas.openxmlformats.org/officeDocument/2006/relationships/image" Target="../media/image35.png"/></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9.png"/><Relationship Id="rId3" Type="http://schemas.openxmlformats.org/officeDocument/2006/relationships/image" Target="../media/image16.png"/><Relationship Id="rId4" Type="http://schemas.openxmlformats.org/officeDocument/2006/relationships/image" Target="../media/image3.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0 - Blank">
  <p:cSld name="TITLE_AND_BODY_1">
    <p:spTree>
      <p:nvGrpSpPr>
        <p:cNvPr id="53" name="Shape 53"/>
        <p:cNvGrpSpPr/>
        <p:nvPr/>
      </p:nvGrpSpPr>
      <p:grpSpPr>
        <a:xfrm>
          <a:off x="0" y="0"/>
          <a:ext cx="0" cy="0"/>
          <a:chOff x="0" y="0"/>
          <a:chExt cx="0" cy="0"/>
        </a:xfrm>
      </p:grpSpPr>
      <p:pic>
        <p:nvPicPr>
          <p:cNvPr id="54" name="Google Shape;54;p14"/>
          <p:cNvPicPr preferRelativeResize="0"/>
          <p:nvPr/>
        </p:nvPicPr>
        <p:blipFill>
          <a:blip r:embed="rId2">
            <a:alphaModFix/>
          </a:blip>
          <a:stretch>
            <a:fillRect/>
          </a:stretch>
        </p:blipFill>
        <p:spPr>
          <a:xfrm>
            <a:off x="7152175" y="4875550"/>
            <a:ext cx="1541202" cy="142200"/>
          </a:xfrm>
          <a:prstGeom prst="rect">
            <a:avLst/>
          </a:prstGeom>
          <a:noFill/>
          <a:ln>
            <a:noFill/>
          </a:ln>
        </p:spPr>
      </p:pic>
      <p:sp>
        <p:nvSpPr>
          <p:cNvPr id="55" name="Google Shape;55;p14"/>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1 - Frame">
  <p:cSld name="TITLE_AND_BODY_1_1">
    <p:spTree>
      <p:nvGrpSpPr>
        <p:cNvPr id="56" name="Shape 56"/>
        <p:cNvGrpSpPr/>
        <p:nvPr/>
      </p:nvGrpSpPr>
      <p:grpSpPr>
        <a:xfrm>
          <a:off x="0" y="0"/>
          <a:ext cx="0" cy="0"/>
          <a:chOff x="0" y="0"/>
          <a:chExt cx="0" cy="0"/>
        </a:xfrm>
      </p:grpSpPr>
      <p:pic>
        <p:nvPicPr>
          <p:cNvPr id="57" name="Google Shape;57;p15"/>
          <p:cNvPicPr preferRelativeResize="0"/>
          <p:nvPr/>
        </p:nvPicPr>
        <p:blipFill rotWithShape="1">
          <a:blip r:embed="rId2">
            <a:alphaModFix/>
          </a:blip>
          <a:srcRect b="29727" l="20060" r="22063" t="37150"/>
          <a:stretch/>
        </p:blipFill>
        <p:spPr>
          <a:xfrm>
            <a:off x="0" y="0"/>
            <a:ext cx="9144003" cy="5143502"/>
          </a:xfrm>
          <a:prstGeom prst="rect">
            <a:avLst/>
          </a:prstGeom>
          <a:noFill/>
          <a:ln>
            <a:noFill/>
          </a:ln>
        </p:spPr>
      </p:pic>
      <p:pic>
        <p:nvPicPr>
          <p:cNvPr id="58" name="Google Shape;58;p15"/>
          <p:cNvPicPr preferRelativeResize="0"/>
          <p:nvPr/>
        </p:nvPicPr>
        <p:blipFill rotWithShape="1">
          <a:blip r:embed="rId3">
            <a:alphaModFix/>
          </a:blip>
          <a:srcRect b="19849" l="3049" r="3720" t="15220"/>
          <a:stretch/>
        </p:blipFill>
        <p:spPr>
          <a:xfrm>
            <a:off x="7152175" y="4819704"/>
            <a:ext cx="1541199" cy="253883"/>
          </a:xfrm>
          <a:prstGeom prst="rect">
            <a:avLst/>
          </a:prstGeom>
          <a:noFill/>
          <a:ln>
            <a:noFill/>
          </a:ln>
        </p:spPr>
      </p:pic>
      <p:sp>
        <p:nvSpPr>
          <p:cNvPr id="59" name="Google Shape;59;p15"/>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60" name="Google Shape;60;p15"/>
          <p:cNvSpPr/>
          <p:nvPr/>
        </p:nvSpPr>
        <p:spPr>
          <a:xfrm>
            <a:off x="352350" y="390450"/>
            <a:ext cx="8439300" cy="43626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2 - Title Card">
  <p:cSld name="CUSTOM">
    <p:spTree>
      <p:nvGrpSpPr>
        <p:cNvPr id="61" name="Shape 61"/>
        <p:cNvGrpSpPr/>
        <p:nvPr/>
      </p:nvGrpSpPr>
      <p:grpSpPr>
        <a:xfrm>
          <a:off x="0" y="0"/>
          <a:ext cx="0" cy="0"/>
          <a:chOff x="0" y="0"/>
          <a:chExt cx="0" cy="0"/>
        </a:xfrm>
      </p:grpSpPr>
      <p:pic>
        <p:nvPicPr>
          <p:cNvPr descr="Divider4.png" id="62" name="Google Shape;62;p16"/>
          <p:cNvPicPr preferRelativeResize="0"/>
          <p:nvPr/>
        </p:nvPicPr>
        <p:blipFill rotWithShape="1">
          <a:blip r:embed="rId2">
            <a:alphaModFix/>
          </a:blip>
          <a:srcRect b="0" l="0" r="0" t="0"/>
          <a:stretch/>
        </p:blipFill>
        <p:spPr>
          <a:xfrm>
            <a:off x="0" y="0"/>
            <a:ext cx="9144002" cy="5143501"/>
          </a:xfrm>
          <a:prstGeom prst="rect">
            <a:avLst/>
          </a:prstGeom>
          <a:noFill/>
          <a:ln>
            <a:noFill/>
          </a:ln>
        </p:spPr>
      </p:pic>
      <p:pic>
        <p:nvPicPr>
          <p:cNvPr id="63" name="Google Shape;63;p16"/>
          <p:cNvPicPr preferRelativeResize="0"/>
          <p:nvPr/>
        </p:nvPicPr>
        <p:blipFill>
          <a:blip r:embed="rId3">
            <a:alphaModFix/>
          </a:blip>
          <a:stretch>
            <a:fillRect/>
          </a:stretch>
        </p:blipFill>
        <p:spPr>
          <a:xfrm>
            <a:off x="1037765" y="1310001"/>
            <a:ext cx="1717224" cy="1720450"/>
          </a:xfrm>
          <a:prstGeom prst="rect">
            <a:avLst/>
          </a:prstGeom>
          <a:noFill/>
          <a:ln>
            <a:noFill/>
          </a:ln>
        </p:spPr>
      </p:pic>
      <p:pic>
        <p:nvPicPr>
          <p:cNvPr id="64" name="Google Shape;64;p16"/>
          <p:cNvPicPr preferRelativeResize="0"/>
          <p:nvPr/>
        </p:nvPicPr>
        <p:blipFill>
          <a:blip r:embed="rId4">
            <a:alphaModFix/>
          </a:blip>
          <a:stretch>
            <a:fillRect/>
          </a:stretch>
        </p:blipFill>
        <p:spPr>
          <a:xfrm>
            <a:off x="5781725" y="106625"/>
            <a:ext cx="3208724" cy="759025"/>
          </a:xfrm>
          <a:prstGeom prst="rect">
            <a:avLst/>
          </a:prstGeom>
          <a:noFill/>
          <a:ln>
            <a:noFill/>
          </a:ln>
        </p:spPr>
      </p:pic>
      <p:sp>
        <p:nvSpPr>
          <p:cNvPr id="65" name="Google Shape;65;p16"/>
          <p:cNvSpPr txBox="1"/>
          <p:nvPr>
            <p:ph type="title"/>
          </p:nvPr>
        </p:nvSpPr>
        <p:spPr>
          <a:xfrm>
            <a:off x="1628200" y="1807975"/>
            <a:ext cx="5887800" cy="724500"/>
          </a:xfrm>
          <a:prstGeom prst="rect">
            <a:avLst/>
          </a:prstGeom>
          <a:solidFill>
            <a:schemeClr val="lt1"/>
          </a:solidFill>
          <a:ln cap="flat" cmpd="sng" w="22860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ctr">
              <a:spcBef>
                <a:spcPts val="0"/>
              </a:spcBef>
              <a:spcAft>
                <a:spcPts val="0"/>
              </a:spcAft>
              <a:buSzPts val="5500"/>
              <a:buFont typeface="Space Mono"/>
              <a:buNone/>
              <a:defRPr sz="5500">
                <a:latin typeface="Space Mono"/>
                <a:ea typeface="Space Mono"/>
                <a:cs typeface="Space Mono"/>
                <a:sym typeface="Space Mono"/>
              </a:defRPr>
            </a:lvl1pPr>
            <a:lvl2pPr lvl="1" algn="ctr">
              <a:spcBef>
                <a:spcPts val="0"/>
              </a:spcBef>
              <a:spcAft>
                <a:spcPts val="0"/>
              </a:spcAft>
              <a:buSzPts val="5500"/>
              <a:buFont typeface="Space Mono"/>
              <a:buNone/>
              <a:defRPr sz="5500">
                <a:latin typeface="Space Mono"/>
                <a:ea typeface="Space Mono"/>
                <a:cs typeface="Space Mono"/>
                <a:sym typeface="Space Mono"/>
              </a:defRPr>
            </a:lvl2pPr>
            <a:lvl3pPr lvl="2" algn="ctr">
              <a:spcBef>
                <a:spcPts val="0"/>
              </a:spcBef>
              <a:spcAft>
                <a:spcPts val="0"/>
              </a:spcAft>
              <a:buSzPts val="5500"/>
              <a:buFont typeface="Space Mono"/>
              <a:buNone/>
              <a:defRPr sz="5500">
                <a:latin typeface="Space Mono"/>
                <a:ea typeface="Space Mono"/>
                <a:cs typeface="Space Mono"/>
                <a:sym typeface="Space Mono"/>
              </a:defRPr>
            </a:lvl3pPr>
            <a:lvl4pPr lvl="3" algn="ctr">
              <a:spcBef>
                <a:spcPts val="0"/>
              </a:spcBef>
              <a:spcAft>
                <a:spcPts val="0"/>
              </a:spcAft>
              <a:buSzPts val="5500"/>
              <a:buFont typeface="Space Mono"/>
              <a:buNone/>
              <a:defRPr sz="5500">
                <a:latin typeface="Space Mono"/>
                <a:ea typeface="Space Mono"/>
                <a:cs typeface="Space Mono"/>
                <a:sym typeface="Space Mono"/>
              </a:defRPr>
            </a:lvl4pPr>
            <a:lvl5pPr lvl="4" algn="ctr">
              <a:spcBef>
                <a:spcPts val="0"/>
              </a:spcBef>
              <a:spcAft>
                <a:spcPts val="0"/>
              </a:spcAft>
              <a:buSzPts val="5500"/>
              <a:buFont typeface="Space Mono"/>
              <a:buNone/>
              <a:defRPr sz="5500">
                <a:latin typeface="Space Mono"/>
                <a:ea typeface="Space Mono"/>
                <a:cs typeface="Space Mono"/>
                <a:sym typeface="Space Mono"/>
              </a:defRPr>
            </a:lvl5pPr>
            <a:lvl6pPr lvl="5" algn="ctr">
              <a:spcBef>
                <a:spcPts val="0"/>
              </a:spcBef>
              <a:spcAft>
                <a:spcPts val="0"/>
              </a:spcAft>
              <a:buSzPts val="5500"/>
              <a:buFont typeface="Space Mono"/>
              <a:buNone/>
              <a:defRPr sz="5500">
                <a:latin typeface="Space Mono"/>
                <a:ea typeface="Space Mono"/>
                <a:cs typeface="Space Mono"/>
                <a:sym typeface="Space Mono"/>
              </a:defRPr>
            </a:lvl6pPr>
            <a:lvl7pPr lvl="6" algn="ctr">
              <a:spcBef>
                <a:spcPts val="0"/>
              </a:spcBef>
              <a:spcAft>
                <a:spcPts val="0"/>
              </a:spcAft>
              <a:buSzPts val="5500"/>
              <a:buFont typeface="Space Mono"/>
              <a:buNone/>
              <a:defRPr sz="5500">
                <a:latin typeface="Space Mono"/>
                <a:ea typeface="Space Mono"/>
                <a:cs typeface="Space Mono"/>
                <a:sym typeface="Space Mono"/>
              </a:defRPr>
            </a:lvl7pPr>
            <a:lvl8pPr lvl="7" algn="ctr">
              <a:spcBef>
                <a:spcPts val="0"/>
              </a:spcBef>
              <a:spcAft>
                <a:spcPts val="0"/>
              </a:spcAft>
              <a:buSzPts val="5500"/>
              <a:buFont typeface="Space Mono"/>
              <a:buNone/>
              <a:defRPr sz="5500">
                <a:latin typeface="Space Mono"/>
                <a:ea typeface="Space Mono"/>
                <a:cs typeface="Space Mono"/>
                <a:sym typeface="Space Mono"/>
              </a:defRPr>
            </a:lvl8pPr>
            <a:lvl9pPr lvl="8" algn="ctr">
              <a:spcBef>
                <a:spcPts val="0"/>
              </a:spcBef>
              <a:spcAft>
                <a:spcPts val="0"/>
              </a:spcAft>
              <a:buSzPts val="5500"/>
              <a:buFont typeface="Space Mono"/>
              <a:buNone/>
              <a:defRPr sz="5500">
                <a:latin typeface="Space Mono"/>
                <a:ea typeface="Space Mono"/>
                <a:cs typeface="Space Mono"/>
                <a:sym typeface="Space Mono"/>
              </a:defRPr>
            </a:lvl9pPr>
          </a:lstStyle>
          <a:p/>
        </p:txBody>
      </p:sp>
      <p:sp>
        <p:nvSpPr>
          <p:cNvPr id="66" name="Google Shape;66;p16"/>
          <p:cNvSpPr txBox="1"/>
          <p:nvPr>
            <p:ph idx="1" type="subTitle"/>
          </p:nvPr>
        </p:nvSpPr>
        <p:spPr>
          <a:xfrm>
            <a:off x="2360925" y="3126675"/>
            <a:ext cx="1979100" cy="380700"/>
          </a:xfrm>
          <a:prstGeom prst="rect">
            <a:avLst/>
          </a:prstGeom>
          <a:solidFill>
            <a:srgbClr val="1B1C57"/>
          </a:solidFill>
          <a:ln cap="flat" cmpd="sng" w="228600">
            <a:solidFill>
              <a:srgbClr val="1B1C57"/>
            </a:solidFill>
            <a:prstDash val="solid"/>
            <a:round/>
            <a:headEnd len="sm" w="sm" type="none"/>
            <a:tailEnd len="sm" w="sm" type="none"/>
          </a:ln>
        </p:spPr>
        <p:txBody>
          <a:bodyPr anchorCtr="0" anchor="ctr" bIns="91425" lIns="91425" spcFirstLastPara="1" rIns="91425" wrap="square" tIns="91425">
            <a:noAutofit/>
          </a:bodyPr>
          <a:lstStyle>
            <a:lvl1pPr lvl="0" algn="ctr">
              <a:lnSpc>
                <a:spcPct val="100000"/>
              </a:lnSpc>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1pPr>
            <a:lvl2pPr lvl="1" algn="ctr">
              <a:lnSpc>
                <a:spcPct val="100000"/>
              </a:lnSpc>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2pPr>
            <a:lvl3pPr lvl="2"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3pPr>
            <a:lvl4pPr lvl="3"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4pPr>
            <a:lvl5pPr lvl="4"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5pPr>
            <a:lvl6pPr lvl="5"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6pPr>
            <a:lvl7pPr lvl="6"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7pPr>
            <a:lvl8pPr lvl="7"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8pPr>
            <a:lvl9pPr lvl="8" algn="ctr">
              <a:lnSpc>
                <a:spcPct val="100000"/>
              </a:lnSpc>
              <a:spcBef>
                <a:spcPts val="1600"/>
              </a:spcBef>
              <a:spcAft>
                <a:spcPts val="1600"/>
              </a:spcAft>
              <a:buClr>
                <a:schemeClr val="lt1"/>
              </a:buClr>
              <a:buSzPts val="2400"/>
              <a:buFont typeface="Space Mono"/>
              <a:buNone/>
              <a:defRPr sz="2400">
                <a:solidFill>
                  <a:schemeClr val="lt1"/>
                </a:solidFill>
                <a:latin typeface="Space Mono"/>
                <a:ea typeface="Space Mono"/>
                <a:cs typeface="Space Mono"/>
                <a:sym typeface="Space Mono"/>
              </a:defRPr>
            </a:lvl9pPr>
          </a:lstStyle>
          <a:p/>
        </p:txBody>
      </p:sp>
      <p:sp>
        <p:nvSpPr>
          <p:cNvPr id="67" name="Google Shape;67;p16"/>
          <p:cNvSpPr txBox="1"/>
          <p:nvPr>
            <p:ph idx="2" type="subTitle"/>
          </p:nvPr>
        </p:nvSpPr>
        <p:spPr>
          <a:xfrm>
            <a:off x="4803950" y="3126675"/>
            <a:ext cx="1979100" cy="380700"/>
          </a:xfrm>
          <a:prstGeom prst="rect">
            <a:avLst/>
          </a:prstGeom>
          <a:solidFill>
            <a:srgbClr val="1B1C57"/>
          </a:solidFill>
          <a:ln cap="flat" cmpd="sng" w="228600">
            <a:solidFill>
              <a:srgbClr val="1B1C57"/>
            </a:solidFill>
            <a:prstDash val="solid"/>
            <a:round/>
            <a:headEnd len="sm" w="sm" type="none"/>
            <a:tailEnd len="sm" w="sm" type="none"/>
          </a:ln>
        </p:spPr>
        <p:txBody>
          <a:bodyPr anchorCtr="0" anchor="ctr" bIns="91425" lIns="91425" spcFirstLastPara="1" rIns="91425" wrap="square" tIns="91425">
            <a:noAutofit/>
          </a:bodyPr>
          <a:lstStyle>
            <a:lvl1pPr lvl="0" algn="ctr">
              <a:lnSpc>
                <a:spcPct val="100000"/>
              </a:lnSpc>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1pPr>
            <a:lvl2pPr lvl="1" algn="ctr">
              <a:lnSpc>
                <a:spcPct val="100000"/>
              </a:lnSpc>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2pPr>
            <a:lvl3pPr lvl="2"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3pPr>
            <a:lvl4pPr lvl="3"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4pPr>
            <a:lvl5pPr lvl="4"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5pPr>
            <a:lvl6pPr lvl="5"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6pPr>
            <a:lvl7pPr lvl="6"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7pPr>
            <a:lvl8pPr lvl="7"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8pPr>
            <a:lvl9pPr lvl="8" algn="ctr">
              <a:lnSpc>
                <a:spcPct val="100000"/>
              </a:lnSpc>
              <a:spcBef>
                <a:spcPts val="1600"/>
              </a:spcBef>
              <a:spcAft>
                <a:spcPts val="1600"/>
              </a:spcAft>
              <a:buClr>
                <a:schemeClr val="lt1"/>
              </a:buClr>
              <a:buSzPts val="2400"/>
              <a:buFont typeface="Space Mono"/>
              <a:buNone/>
              <a:defRPr sz="2400">
                <a:solidFill>
                  <a:schemeClr val="lt1"/>
                </a:solidFill>
                <a:latin typeface="Space Mono"/>
                <a:ea typeface="Space Mono"/>
                <a:cs typeface="Space Mono"/>
                <a:sym typeface="Space Mono"/>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3 - Agenda">
  <p:cSld name="CUSTOM_1">
    <p:spTree>
      <p:nvGrpSpPr>
        <p:cNvPr id="68" name="Shape 68"/>
        <p:cNvGrpSpPr/>
        <p:nvPr/>
      </p:nvGrpSpPr>
      <p:grpSpPr>
        <a:xfrm>
          <a:off x="0" y="0"/>
          <a:ext cx="0" cy="0"/>
          <a:chOff x="0" y="0"/>
          <a:chExt cx="0" cy="0"/>
        </a:xfrm>
      </p:grpSpPr>
      <p:grpSp>
        <p:nvGrpSpPr>
          <p:cNvPr id="69" name="Google Shape;69;p17"/>
          <p:cNvGrpSpPr/>
          <p:nvPr/>
        </p:nvGrpSpPr>
        <p:grpSpPr>
          <a:xfrm rot="5400000">
            <a:off x="5719749" y="1629787"/>
            <a:ext cx="4964577" cy="1883925"/>
            <a:chOff x="4152224" y="1218499"/>
            <a:chExt cx="4964577" cy="1883925"/>
          </a:xfrm>
        </p:grpSpPr>
        <p:pic>
          <p:nvPicPr>
            <p:cNvPr id="70" name="Google Shape;70;p17"/>
            <p:cNvPicPr preferRelativeResize="0"/>
            <p:nvPr/>
          </p:nvPicPr>
          <p:blipFill rotWithShape="1">
            <a:blip r:embed="rId2">
              <a:alphaModFix/>
            </a:blip>
            <a:srcRect b="11995" l="14888" r="61868" t="21294"/>
            <a:stretch/>
          </p:blipFill>
          <p:spPr>
            <a:xfrm rot="-5400011">
              <a:off x="5710924" y="-340197"/>
              <a:ext cx="1668224" cy="4785620"/>
            </a:xfrm>
            <a:prstGeom prst="rect">
              <a:avLst/>
            </a:prstGeom>
            <a:noFill/>
            <a:ln>
              <a:noFill/>
            </a:ln>
          </p:spPr>
        </p:pic>
        <p:pic>
          <p:nvPicPr>
            <p:cNvPr id="71" name="Google Shape;71;p17"/>
            <p:cNvPicPr preferRelativeResize="0"/>
            <p:nvPr/>
          </p:nvPicPr>
          <p:blipFill rotWithShape="1">
            <a:blip r:embed="rId3">
              <a:alphaModFix/>
            </a:blip>
            <a:srcRect b="34798" l="0" r="33244" t="0"/>
            <a:stretch/>
          </p:blipFill>
          <p:spPr>
            <a:xfrm rot="-5400000">
              <a:off x="7253138" y="1238761"/>
              <a:ext cx="1883925" cy="1843400"/>
            </a:xfrm>
            <a:prstGeom prst="rect">
              <a:avLst/>
            </a:prstGeom>
            <a:noFill/>
            <a:ln>
              <a:noFill/>
            </a:ln>
          </p:spPr>
        </p:pic>
      </p:grpSp>
      <p:pic>
        <p:nvPicPr>
          <p:cNvPr id="72" name="Google Shape;72;p17"/>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73" name="Google Shape;73;p17"/>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74" name="Google Shape;74;p17"/>
          <p:cNvSpPr txBox="1"/>
          <p:nvPr/>
        </p:nvSpPr>
        <p:spPr>
          <a:xfrm>
            <a:off x="1147575" y="344400"/>
            <a:ext cx="7644600" cy="657000"/>
          </a:xfrm>
          <a:prstGeom prst="rect">
            <a:avLst/>
          </a:prstGeom>
          <a:noFill/>
          <a:ln>
            <a:noFill/>
          </a:ln>
        </p:spPr>
        <p:txBody>
          <a:bodyPr anchorCtr="0" anchor="ctr" bIns="19050" lIns="19050" spcFirstLastPara="1" rIns="19050" wrap="square" tIns="19050">
            <a:noAutofit/>
          </a:bodyPr>
          <a:lstStyle/>
          <a:p>
            <a:pPr indent="0" lvl="0" marL="0" rtl="0" algn="l">
              <a:lnSpc>
                <a:spcPct val="100000"/>
              </a:lnSpc>
              <a:spcBef>
                <a:spcPts val="0"/>
              </a:spcBef>
              <a:spcAft>
                <a:spcPts val="0"/>
              </a:spcAft>
              <a:buClr>
                <a:srgbClr val="000000"/>
              </a:buClr>
              <a:buSzPts val="1100"/>
              <a:buFont typeface="Arial"/>
              <a:buNone/>
            </a:pPr>
            <a:r>
              <a:rPr b="1" lang="en" sz="2400">
                <a:solidFill>
                  <a:srgbClr val="000000"/>
                </a:solidFill>
                <a:latin typeface="Space Mono"/>
                <a:ea typeface="Space Mono"/>
                <a:cs typeface="Space Mono"/>
                <a:sym typeface="Space Mono"/>
              </a:rPr>
              <a:t>Agenda</a:t>
            </a:r>
            <a:endParaRPr b="1" sz="2400">
              <a:solidFill>
                <a:srgbClr val="05103E"/>
              </a:solidFill>
              <a:latin typeface="Space Mono"/>
              <a:ea typeface="Space Mono"/>
              <a:cs typeface="Space Mono"/>
              <a:sym typeface="Space Mono"/>
            </a:endParaRPr>
          </a:p>
        </p:txBody>
      </p:sp>
      <p:pic>
        <p:nvPicPr>
          <p:cNvPr id="75" name="Google Shape;75;p17"/>
          <p:cNvPicPr preferRelativeResize="0"/>
          <p:nvPr/>
        </p:nvPicPr>
        <p:blipFill>
          <a:blip r:embed="rId5">
            <a:alphaModFix/>
          </a:blip>
          <a:stretch>
            <a:fillRect/>
          </a:stretch>
        </p:blipFill>
        <p:spPr>
          <a:xfrm>
            <a:off x="499775" y="420262"/>
            <a:ext cx="505275" cy="505275"/>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4 - Text">
  <p:cSld name="CUSTOM_1_1_1">
    <p:spTree>
      <p:nvGrpSpPr>
        <p:cNvPr id="76" name="Shape 76"/>
        <p:cNvGrpSpPr/>
        <p:nvPr/>
      </p:nvGrpSpPr>
      <p:grpSpPr>
        <a:xfrm>
          <a:off x="0" y="0"/>
          <a:ext cx="0" cy="0"/>
          <a:chOff x="0" y="0"/>
          <a:chExt cx="0" cy="0"/>
        </a:xfrm>
      </p:grpSpPr>
      <p:pic>
        <p:nvPicPr>
          <p:cNvPr id="77" name="Google Shape;77;p18"/>
          <p:cNvPicPr preferRelativeResize="0"/>
          <p:nvPr/>
        </p:nvPicPr>
        <p:blipFill rotWithShape="1">
          <a:blip r:embed="rId2">
            <a:alphaModFix/>
          </a:blip>
          <a:srcRect b="12755" l="73007" r="0" t="25835"/>
          <a:stretch/>
        </p:blipFill>
        <p:spPr>
          <a:xfrm flipH="1" rot="10800000">
            <a:off x="0" y="2754401"/>
            <a:ext cx="1007652" cy="2291299"/>
          </a:xfrm>
          <a:prstGeom prst="rect">
            <a:avLst/>
          </a:prstGeom>
          <a:noFill/>
          <a:ln>
            <a:noFill/>
          </a:ln>
        </p:spPr>
      </p:pic>
      <p:pic>
        <p:nvPicPr>
          <p:cNvPr descr="Image" id="78" name="Google Shape;78;p18"/>
          <p:cNvPicPr preferRelativeResize="0"/>
          <p:nvPr/>
        </p:nvPicPr>
        <p:blipFill rotWithShape="1">
          <a:blip r:embed="rId3">
            <a:alphaModFix/>
          </a:blip>
          <a:srcRect b="0" l="73812" r="0" t="0"/>
          <a:stretch/>
        </p:blipFill>
        <p:spPr>
          <a:xfrm>
            <a:off x="6" y="3244900"/>
            <a:ext cx="497200" cy="1898600"/>
          </a:xfrm>
          <a:prstGeom prst="rect">
            <a:avLst/>
          </a:prstGeom>
          <a:noFill/>
          <a:ln>
            <a:noFill/>
          </a:ln>
        </p:spPr>
      </p:pic>
      <p:sp>
        <p:nvSpPr>
          <p:cNvPr id="79" name="Google Shape;79;p18"/>
          <p:cNvSpPr txBox="1"/>
          <p:nvPr>
            <p:ph type="title"/>
          </p:nvPr>
        </p:nvSpPr>
        <p:spPr>
          <a:xfrm>
            <a:off x="452400" y="481263"/>
            <a:ext cx="82392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
        <p:nvSpPr>
          <p:cNvPr id="80" name="Google Shape;80;p18"/>
          <p:cNvSpPr txBox="1"/>
          <p:nvPr>
            <p:ph idx="1" type="body"/>
          </p:nvPr>
        </p:nvSpPr>
        <p:spPr>
          <a:xfrm>
            <a:off x="452400" y="1132825"/>
            <a:ext cx="82392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81" name="Google Shape;81;p18"/>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82" name="Google Shape;82;p18"/>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pic>
        <p:nvPicPr>
          <p:cNvPr id="83" name="Google Shape;83;p18"/>
          <p:cNvPicPr preferRelativeResize="0"/>
          <p:nvPr/>
        </p:nvPicPr>
        <p:blipFill rotWithShape="1">
          <a:blip r:embed="rId5">
            <a:alphaModFix/>
          </a:blip>
          <a:srcRect b="0" l="86045" r="0" t="25418"/>
          <a:stretch/>
        </p:blipFill>
        <p:spPr>
          <a:xfrm rot="5400000">
            <a:off x="7212900" y="-1425024"/>
            <a:ext cx="510701" cy="3360749"/>
          </a:xfrm>
          <a:prstGeom prst="rect">
            <a:avLst/>
          </a:prstGeom>
          <a:noFill/>
          <a:ln>
            <a:noFill/>
          </a:ln>
        </p:spPr>
      </p:pic>
      <p:pic>
        <p:nvPicPr>
          <p:cNvPr descr="Image" id="84" name="Google Shape;84;p18"/>
          <p:cNvPicPr preferRelativeResize="0"/>
          <p:nvPr/>
        </p:nvPicPr>
        <p:blipFill rotWithShape="1">
          <a:blip r:embed="rId3">
            <a:alphaModFix/>
          </a:blip>
          <a:srcRect b="54289" l="0" r="5482" t="14989"/>
          <a:stretch/>
        </p:blipFill>
        <p:spPr>
          <a:xfrm>
            <a:off x="7354100" y="-1"/>
            <a:ext cx="1794526" cy="583275"/>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5 - Title Only">
  <p:cSld name="CUSTOM_1_1_1_1">
    <p:spTree>
      <p:nvGrpSpPr>
        <p:cNvPr id="85" name="Shape 85"/>
        <p:cNvGrpSpPr/>
        <p:nvPr/>
      </p:nvGrpSpPr>
      <p:grpSpPr>
        <a:xfrm>
          <a:off x="0" y="0"/>
          <a:ext cx="0" cy="0"/>
          <a:chOff x="0" y="0"/>
          <a:chExt cx="0" cy="0"/>
        </a:xfrm>
      </p:grpSpPr>
      <p:pic>
        <p:nvPicPr>
          <p:cNvPr id="86" name="Google Shape;86;p19"/>
          <p:cNvPicPr preferRelativeResize="0"/>
          <p:nvPr/>
        </p:nvPicPr>
        <p:blipFill rotWithShape="1">
          <a:blip r:embed="rId2">
            <a:alphaModFix/>
          </a:blip>
          <a:srcRect b="12755" l="73007" r="0" t="25835"/>
          <a:stretch/>
        </p:blipFill>
        <p:spPr>
          <a:xfrm flipH="1" rot="10800000">
            <a:off x="0" y="2754401"/>
            <a:ext cx="1007652" cy="2291299"/>
          </a:xfrm>
          <a:prstGeom prst="rect">
            <a:avLst/>
          </a:prstGeom>
          <a:noFill/>
          <a:ln>
            <a:noFill/>
          </a:ln>
        </p:spPr>
      </p:pic>
      <p:pic>
        <p:nvPicPr>
          <p:cNvPr descr="Image" id="87" name="Google Shape;87;p19"/>
          <p:cNvPicPr preferRelativeResize="0"/>
          <p:nvPr/>
        </p:nvPicPr>
        <p:blipFill rotWithShape="1">
          <a:blip r:embed="rId3">
            <a:alphaModFix/>
          </a:blip>
          <a:srcRect b="0" l="73812" r="0" t="0"/>
          <a:stretch/>
        </p:blipFill>
        <p:spPr>
          <a:xfrm>
            <a:off x="6" y="3244900"/>
            <a:ext cx="497200" cy="1898600"/>
          </a:xfrm>
          <a:prstGeom prst="rect">
            <a:avLst/>
          </a:prstGeom>
          <a:noFill/>
          <a:ln>
            <a:noFill/>
          </a:ln>
        </p:spPr>
      </p:pic>
      <p:pic>
        <p:nvPicPr>
          <p:cNvPr id="88" name="Google Shape;88;p19"/>
          <p:cNvPicPr preferRelativeResize="0"/>
          <p:nvPr/>
        </p:nvPicPr>
        <p:blipFill rotWithShape="1">
          <a:blip r:embed="rId4">
            <a:alphaModFix/>
          </a:blip>
          <a:srcRect b="0" l="86045" r="0" t="25418"/>
          <a:stretch/>
        </p:blipFill>
        <p:spPr>
          <a:xfrm rot="5400000">
            <a:off x="7212900" y="-1425024"/>
            <a:ext cx="510701" cy="3360749"/>
          </a:xfrm>
          <a:prstGeom prst="rect">
            <a:avLst/>
          </a:prstGeom>
          <a:noFill/>
          <a:ln>
            <a:noFill/>
          </a:ln>
        </p:spPr>
      </p:pic>
      <p:pic>
        <p:nvPicPr>
          <p:cNvPr descr="Image" id="89" name="Google Shape;89;p19"/>
          <p:cNvPicPr preferRelativeResize="0"/>
          <p:nvPr/>
        </p:nvPicPr>
        <p:blipFill rotWithShape="1">
          <a:blip r:embed="rId3">
            <a:alphaModFix/>
          </a:blip>
          <a:srcRect b="54289" l="0" r="5482" t="14989"/>
          <a:stretch/>
        </p:blipFill>
        <p:spPr>
          <a:xfrm>
            <a:off x="7354100" y="-1"/>
            <a:ext cx="1794526" cy="583275"/>
          </a:xfrm>
          <a:prstGeom prst="rect">
            <a:avLst/>
          </a:prstGeom>
          <a:noFill/>
          <a:ln>
            <a:noFill/>
          </a:ln>
        </p:spPr>
      </p:pic>
      <p:pic>
        <p:nvPicPr>
          <p:cNvPr id="90" name="Google Shape;90;p19"/>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91" name="Google Shape;91;p19"/>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92" name="Google Shape;92;p19"/>
          <p:cNvSpPr txBox="1"/>
          <p:nvPr>
            <p:ph type="title"/>
          </p:nvPr>
        </p:nvSpPr>
        <p:spPr>
          <a:xfrm>
            <a:off x="452400" y="481263"/>
            <a:ext cx="82392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6 - Android">
  <p:cSld name="CUSTOM_3">
    <p:spTree>
      <p:nvGrpSpPr>
        <p:cNvPr id="93" name="Shape 93"/>
        <p:cNvGrpSpPr/>
        <p:nvPr/>
      </p:nvGrpSpPr>
      <p:grpSpPr>
        <a:xfrm>
          <a:off x="0" y="0"/>
          <a:ext cx="0" cy="0"/>
          <a:chOff x="0" y="0"/>
          <a:chExt cx="0" cy="0"/>
        </a:xfrm>
      </p:grpSpPr>
      <p:pic>
        <p:nvPicPr>
          <p:cNvPr id="94" name="Google Shape;94;p20"/>
          <p:cNvPicPr preferRelativeResize="0"/>
          <p:nvPr/>
        </p:nvPicPr>
        <p:blipFill>
          <a:blip r:embed="rId2">
            <a:alphaModFix/>
          </a:blip>
          <a:stretch>
            <a:fillRect/>
          </a:stretch>
        </p:blipFill>
        <p:spPr>
          <a:xfrm>
            <a:off x="4738000" y="508538"/>
            <a:ext cx="4238740" cy="3810313"/>
          </a:xfrm>
          <a:prstGeom prst="rect">
            <a:avLst/>
          </a:prstGeom>
          <a:noFill/>
          <a:ln>
            <a:noFill/>
          </a:ln>
        </p:spPr>
      </p:pic>
      <p:sp>
        <p:nvSpPr>
          <p:cNvPr id="95" name="Google Shape;95;p20"/>
          <p:cNvSpPr txBox="1"/>
          <p:nvPr>
            <p:ph type="title"/>
          </p:nvPr>
        </p:nvSpPr>
        <p:spPr>
          <a:xfrm>
            <a:off x="452400" y="481275"/>
            <a:ext cx="49242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grpSp>
        <p:nvGrpSpPr>
          <p:cNvPr id="96" name="Google Shape;96;p20"/>
          <p:cNvGrpSpPr/>
          <p:nvPr/>
        </p:nvGrpSpPr>
        <p:grpSpPr>
          <a:xfrm>
            <a:off x="5709066" y="201260"/>
            <a:ext cx="2296623" cy="4424889"/>
            <a:chOff x="5598780" y="137712"/>
            <a:chExt cx="2577001" cy="4664652"/>
          </a:xfrm>
        </p:grpSpPr>
        <p:pic>
          <p:nvPicPr>
            <p:cNvPr id="97" name="Google Shape;97;p20"/>
            <p:cNvPicPr preferRelativeResize="0"/>
            <p:nvPr/>
          </p:nvPicPr>
          <p:blipFill rotWithShape="1">
            <a:blip r:embed="rId3">
              <a:alphaModFix/>
            </a:blip>
            <a:srcRect b="1604" l="0" r="0" t="1768"/>
            <a:stretch/>
          </p:blipFill>
          <p:spPr>
            <a:xfrm>
              <a:off x="5598780" y="137712"/>
              <a:ext cx="2577001" cy="4664652"/>
            </a:xfrm>
            <a:prstGeom prst="rect">
              <a:avLst/>
            </a:prstGeom>
            <a:noFill/>
            <a:ln>
              <a:noFill/>
            </a:ln>
          </p:spPr>
        </p:pic>
        <p:sp>
          <p:nvSpPr>
            <p:cNvPr id="98" name="Google Shape;98;p20"/>
            <p:cNvSpPr/>
            <p:nvPr/>
          </p:nvSpPr>
          <p:spPr>
            <a:xfrm>
              <a:off x="5789881" y="461652"/>
              <a:ext cx="2204100" cy="39120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9" name="Google Shape;99;p20"/>
          <p:cNvSpPr txBox="1"/>
          <p:nvPr>
            <p:ph idx="1" type="body"/>
          </p:nvPr>
        </p:nvSpPr>
        <p:spPr>
          <a:xfrm>
            <a:off x="452400" y="1132825"/>
            <a:ext cx="42387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100" name="Google Shape;100;p20"/>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101" name="Google Shape;101;p20"/>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102" name="Google Shape;102;p20"/>
          <p:cNvSpPr/>
          <p:nvPr/>
        </p:nvSpPr>
        <p:spPr>
          <a:xfrm>
            <a:off x="6555438" y="4318850"/>
            <a:ext cx="603900" cy="222000"/>
          </a:xfrm>
          <a:prstGeom prst="rect">
            <a:avLst/>
          </a:prstGeom>
          <a:solidFill>
            <a:srgbClr val="15151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7 - iPhone">
  <p:cSld name="CUSTOM_3_1">
    <p:spTree>
      <p:nvGrpSpPr>
        <p:cNvPr id="103" name="Shape 103"/>
        <p:cNvGrpSpPr/>
        <p:nvPr/>
      </p:nvGrpSpPr>
      <p:grpSpPr>
        <a:xfrm>
          <a:off x="0" y="0"/>
          <a:ext cx="0" cy="0"/>
          <a:chOff x="0" y="0"/>
          <a:chExt cx="0" cy="0"/>
        </a:xfrm>
      </p:grpSpPr>
      <p:pic>
        <p:nvPicPr>
          <p:cNvPr id="104" name="Google Shape;104;p21"/>
          <p:cNvPicPr preferRelativeResize="0"/>
          <p:nvPr/>
        </p:nvPicPr>
        <p:blipFill>
          <a:blip r:embed="rId2">
            <a:alphaModFix/>
          </a:blip>
          <a:stretch>
            <a:fillRect/>
          </a:stretch>
        </p:blipFill>
        <p:spPr>
          <a:xfrm>
            <a:off x="4738000" y="508538"/>
            <a:ext cx="4238740" cy="3810313"/>
          </a:xfrm>
          <a:prstGeom prst="rect">
            <a:avLst/>
          </a:prstGeom>
          <a:noFill/>
          <a:ln>
            <a:noFill/>
          </a:ln>
        </p:spPr>
      </p:pic>
      <p:sp>
        <p:nvSpPr>
          <p:cNvPr id="105" name="Google Shape;105;p21"/>
          <p:cNvSpPr txBox="1"/>
          <p:nvPr>
            <p:ph type="title"/>
          </p:nvPr>
        </p:nvSpPr>
        <p:spPr>
          <a:xfrm>
            <a:off x="452400" y="481275"/>
            <a:ext cx="49242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
        <p:nvSpPr>
          <p:cNvPr id="106" name="Google Shape;106;p21"/>
          <p:cNvSpPr txBox="1"/>
          <p:nvPr>
            <p:ph idx="1" type="body"/>
          </p:nvPr>
        </p:nvSpPr>
        <p:spPr>
          <a:xfrm>
            <a:off x="452400" y="1132825"/>
            <a:ext cx="42387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107" name="Google Shape;107;p21"/>
          <p:cNvPicPr preferRelativeResize="0"/>
          <p:nvPr/>
        </p:nvPicPr>
        <p:blipFill>
          <a:blip r:embed="rId3">
            <a:alphaModFix/>
          </a:blip>
          <a:stretch>
            <a:fillRect/>
          </a:stretch>
        </p:blipFill>
        <p:spPr>
          <a:xfrm>
            <a:off x="7152175" y="4875550"/>
            <a:ext cx="1541202" cy="142200"/>
          </a:xfrm>
          <a:prstGeom prst="rect">
            <a:avLst/>
          </a:prstGeom>
          <a:noFill/>
          <a:ln>
            <a:noFill/>
          </a:ln>
        </p:spPr>
      </p:pic>
      <p:sp>
        <p:nvSpPr>
          <p:cNvPr id="108" name="Google Shape;108;p21"/>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109" name="Google Shape;109;p21"/>
          <p:cNvSpPr/>
          <p:nvPr/>
        </p:nvSpPr>
        <p:spPr>
          <a:xfrm>
            <a:off x="5879375" y="347075"/>
            <a:ext cx="1956000" cy="41082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10" name="Google Shape;110;p21"/>
          <p:cNvPicPr preferRelativeResize="0"/>
          <p:nvPr/>
        </p:nvPicPr>
        <p:blipFill rotWithShape="1">
          <a:blip r:embed="rId4">
            <a:alphaModFix/>
          </a:blip>
          <a:srcRect b="3082" l="0" r="0" t="0"/>
          <a:stretch/>
        </p:blipFill>
        <p:spPr>
          <a:xfrm>
            <a:off x="5349374" y="226759"/>
            <a:ext cx="3016012" cy="4373878"/>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8 - Website">
  <p:cSld name="CUSTOM_3_2">
    <p:spTree>
      <p:nvGrpSpPr>
        <p:cNvPr id="111" name="Shape 111"/>
        <p:cNvGrpSpPr/>
        <p:nvPr/>
      </p:nvGrpSpPr>
      <p:grpSpPr>
        <a:xfrm>
          <a:off x="0" y="0"/>
          <a:ext cx="0" cy="0"/>
          <a:chOff x="0" y="0"/>
          <a:chExt cx="0" cy="0"/>
        </a:xfrm>
      </p:grpSpPr>
      <p:pic>
        <p:nvPicPr>
          <p:cNvPr id="112" name="Google Shape;112;p22"/>
          <p:cNvPicPr preferRelativeResize="0"/>
          <p:nvPr/>
        </p:nvPicPr>
        <p:blipFill rotWithShape="1">
          <a:blip r:embed="rId2">
            <a:alphaModFix/>
          </a:blip>
          <a:srcRect b="30853" l="0" r="22541" t="0"/>
          <a:stretch/>
        </p:blipFill>
        <p:spPr>
          <a:xfrm>
            <a:off x="5860600" y="2508800"/>
            <a:ext cx="3283400" cy="2634701"/>
          </a:xfrm>
          <a:prstGeom prst="rect">
            <a:avLst/>
          </a:prstGeom>
          <a:noFill/>
          <a:ln>
            <a:noFill/>
          </a:ln>
        </p:spPr>
      </p:pic>
      <p:sp>
        <p:nvSpPr>
          <p:cNvPr id="113" name="Google Shape;113;p22"/>
          <p:cNvSpPr txBox="1"/>
          <p:nvPr>
            <p:ph type="title"/>
          </p:nvPr>
        </p:nvSpPr>
        <p:spPr>
          <a:xfrm>
            <a:off x="452400" y="481275"/>
            <a:ext cx="37011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
        <p:nvSpPr>
          <p:cNvPr id="114" name="Google Shape;114;p22"/>
          <p:cNvSpPr txBox="1"/>
          <p:nvPr>
            <p:ph idx="1" type="body"/>
          </p:nvPr>
        </p:nvSpPr>
        <p:spPr>
          <a:xfrm>
            <a:off x="452400" y="1132825"/>
            <a:ext cx="37011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115" name="Google Shape;115;p22"/>
          <p:cNvPicPr preferRelativeResize="0"/>
          <p:nvPr/>
        </p:nvPicPr>
        <p:blipFill>
          <a:blip r:embed="rId3">
            <a:alphaModFix/>
          </a:blip>
          <a:stretch>
            <a:fillRect/>
          </a:stretch>
        </p:blipFill>
        <p:spPr>
          <a:xfrm>
            <a:off x="7152175" y="4875550"/>
            <a:ext cx="1541202" cy="142200"/>
          </a:xfrm>
          <a:prstGeom prst="rect">
            <a:avLst/>
          </a:prstGeom>
          <a:noFill/>
          <a:ln>
            <a:noFill/>
          </a:ln>
        </p:spPr>
      </p:pic>
      <p:sp>
        <p:nvSpPr>
          <p:cNvPr id="116" name="Google Shape;116;p22"/>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grpSp>
        <p:nvGrpSpPr>
          <p:cNvPr id="117" name="Google Shape;117;p22"/>
          <p:cNvGrpSpPr/>
          <p:nvPr/>
        </p:nvGrpSpPr>
        <p:grpSpPr>
          <a:xfrm>
            <a:off x="4344100" y="398125"/>
            <a:ext cx="4546500" cy="4222800"/>
            <a:chOff x="4344100" y="398125"/>
            <a:chExt cx="4546500" cy="4222800"/>
          </a:xfrm>
        </p:grpSpPr>
        <p:sp>
          <p:nvSpPr>
            <p:cNvPr id="118" name="Google Shape;118;p22"/>
            <p:cNvSpPr/>
            <p:nvPr/>
          </p:nvSpPr>
          <p:spPr>
            <a:xfrm>
              <a:off x="4344100" y="398125"/>
              <a:ext cx="4546500" cy="4222800"/>
            </a:xfrm>
            <a:prstGeom prst="roundRect">
              <a:avLst>
                <a:gd fmla="val 3222"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9" name="Google Shape;119;p22"/>
            <p:cNvGrpSpPr/>
            <p:nvPr/>
          </p:nvGrpSpPr>
          <p:grpSpPr>
            <a:xfrm>
              <a:off x="4445450" y="524200"/>
              <a:ext cx="399495" cy="101100"/>
              <a:chOff x="4445450" y="524200"/>
              <a:chExt cx="399495" cy="101100"/>
            </a:xfrm>
          </p:grpSpPr>
          <p:sp>
            <p:nvSpPr>
              <p:cNvPr id="120" name="Google Shape;120;p22"/>
              <p:cNvSpPr/>
              <p:nvPr/>
            </p:nvSpPr>
            <p:spPr>
              <a:xfrm>
                <a:off x="4445450" y="524200"/>
                <a:ext cx="100800" cy="101100"/>
              </a:xfrm>
              <a:prstGeom prst="ellipse">
                <a:avLst/>
              </a:prstGeom>
              <a:gradFill>
                <a:gsLst>
                  <a:gs pos="0">
                    <a:srgbClr val="F5D0D0"/>
                  </a:gs>
                  <a:gs pos="100000">
                    <a:srgbClr val="D96868"/>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22"/>
              <p:cNvSpPr/>
              <p:nvPr/>
            </p:nvSpPr>
            <p:spPr>
              <a:xfrm>
                <a:off x="4594797" y="524200"/>
                <a:ext cx="100800" cy="101100"/>
              </a:xfrm>
              <a:prstGeom prst="ellipse">
                <a:avLst/>
              </a:prstGeom>
              <a:gradFill>
                <a:gsLst>
                  <a:gs pos="0">
                    <a:srgbClr val="FFF6DB"/>
                  </a:gs>
                  <a:gs pos="100000">
                    <a:srgbClr val="FAD25C"/>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22"/>
              <p:cNvSpPr/>
              <p:nvPr/>
            </p:nvSpPr>
            <p:spPr>
              <a:xfrm>
                <a:off x="4744145" y="524200"/>
                <a:ext cx="100800" cy="101100"/>
              </a:xfrm>
              <a:prstGeom prst="ellipse">
                <a:avLst/>
              </a:prstGeom>
              <a:gradFill>
                <a:gsLst>
                  <a:gs pos="0">
                    <a:srgbClr val="DCECD5"/>
                  </a:gs>
                  <a:gs pos="100000">
                    <a:srgbClr val="93BC8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3" name="Google Shape;123;p22"/>
            <p:cNvSpPr/>
            <p:nvPr/>
          </p:nvSpPr>
          <p:spPr>
            <a:xfrm>
              <a:off x="4910625" y="448450"/>
              <a:ext cx="3835500" cy="252600"/>
            </a:xfrm>
            <a:prstGeom prst="roundRect">
              <a:avLst>
                <a:gd fmla="val 34092"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Poppins"/>
                <a:ea typeface="Poppins"/>
                <a:cs typeface="Poppins"/>
                <a:sym typeface="Poppins"/>
              </a:endParaRPr>
            </a:p>
          </p:txBody>
        </p:sp>
      </p:gr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9 - Phone Placeholder">
  <p:cSld name="CUSTOM_3_1_1">
    <p:spTree>
      <p:nvGrpSpPr>
        <p:cNvPr id="124" name="Shape 124"/>
        <p:cNvGrpSpPr/>
        <p:nvPr/>
      </p:nvGrpSpPr>
      <p:grpSpPr>
        <a:xfrm>
          <a:off x="0" y="0"/>
          <a:ext cx="0" cy="0"/>
          <a:chOff x="0" y="0"/>
          <a:chExt cx="0" cy="0"/>
        </a:xfrm>
      </p:grpSpPr>
      <p:pic>
        <p:nvPicPr>
          <p:cNvPr id="125" name="Google Shape;125;p23"/>
          <p:cNvPicPr preferRelativeResize="0"/>
          <p:nvPr/>
        </p:nvPicPr>
        <p:blipFill>
          <a:blip r:embed="rId2">
            <a:alphaModFix/>
          </a:blip>
          <a:stretch>
            <a:fillRect/>
          </a:stretch>
        </p:blipFill>
        <p:spPr>
          <a:xfrm>
            <a:off x="4738000" y="508538"/>
            <a:ext cx="4238740" cy="3810313"/>
          </a:xfrm>
          <a:prstGeom prst="rect">
            <a:avLst/>
          </a:prstGeom>
          <a:noFill/>
          <a:ln>
            <a:noFill/>
          </a:ln>
        </p:spPr>
      </p:pic>
      <p:sp>
        <p:nvSpPr>
          <p:cNvPr id="126" name="Google Shape;126;p23"/>
          <p:cNvSpPr txBox="1"/>
          <p:nvPr>
            <p:ph type="title"/>
          </p:nvPr>
        </p:nvSpPr>
        <p:spPr>
          <a:xfrm>
            <a:off x="452400" y="481275"/>
            <a:ext cx="49242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
        <p:nvSpPr>
          <p:cNvPr id="127" name="Google Shape;127;p23"/>
          <p:cNvSpPr txBox="1"/>
          <p:nvPr>
            <p:ph idx="1" type="body"/>
          </p:nvPr>
        </p:nvSpPr>
        <p:spPr>
          <a:xfrm>
            <a:off x="452400" y="1132825"/>
            <a:ext cx="42387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128" name="Google Shape;128;p23"/>
          <p:cNvPicPr preferRelativeResize="0"/>
          <p:nvPr/>
        </p:nvPicPr>
        <p:blipFill>
          <a:blip r:embed="rId3">
            <a:alphaModFix/>
          </a:blip>
          <a:stretch>
            <a:fillRect/>
          </a:stretch>
        </p:blipFill>
        <p:spPr>
          <a:xfrm>
            <a:off x="7152175" y="4875550"/>
            <a:ext cx="1541202" cy="142200"/>
          </a:xfrm>
          <a:prstGeom prst="rect">
            <a:avLst/>
          </a:prstGeom>
          <a:noFill/>
          <a:ln>
            <a:noFill/>
          </a:ln>
        </p:spPr>
      </p:pic>
      <p:sp>
        <p:nvSpPr>
          <p:cNvPr id="129" name="Google Shape;129;p23"/>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 - Code Block">
  <p:cSld name="CUSTOM_7_1">
    <p:spTree>
      <p:nvGrpSpPr>
        <p:cNvPr id="130" name="Shape 130"/>
        <p:cNvGrpSpPr/>
        <p:nvPr/>
      </p:nvGrpSpPr>
      <p:grpSpPr>
        <a:xfrm>
          <a:off x="0" y="0"/>
          <a:ext cx="0" cy="0"/>
          <a:chOff x="0" y="0"/>
          <a:chExt cx="0" cy="0"/>
        </a:xfrm>
      </p:grpSpPr>
      <p:pic>
        <p:nvPicPr>
          <p:cNvPr id="131" name="Google Shape;131;p24"/>
          <p:cNvPicPr preferRelativeResize="0"/>
          <p:nvPr/>
        </p:nvPicPr>
        <p:blipFill rotWithShape="1">
          <a:blip r:embed="rId2">
            <a:alphaModFix/>
          </a:blip>
          <a:srcRect b="29631" l="0" r="52625" t="21294"/>
          <a:stretch/>
        </p:blipFill>
        <p:spPr>
          <a:xfrm rot="-5400005">
            <a:off x="5694763" y="-60161"/>
            <a:ext cx="3400125" cy="3520446"/>
          </a:xfrm>
          <a:prstGeom prst="rect">
            <a:avLst/>
          </a:prstGeom>
          <a:noFill/>
          <a:ln>
            <a:noFill/>
          </a:ln>
        </p:spPr>
      </p:pic>
      <p:sp>
        <p:nvSpPr>
          <p:cNvPr id="132" name="Google Shape;132;p24"/>
          <p:cNvSpPr/>
          <p:nvPr/>
        </p:nvSpPr>
        <p:spPr>
          <a:xfrm>
            <a:off x="4385200" y="481275"/>
            <a:ext cx="4308300" cy="4139700"/>
          </a:xfrm>
          <a:prstGeom prst="roundRect">
            <a:avLst>
              <a:gd fmla="val 2467" name="adj"/>
            </a:avLst>
          </a:pr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24"/>
          <p:cNvSpPr txBox="1"/>
          <p:nvPr/>
        </p:nvSpPr>
        <p:spPr>
          <a:xfrm>
            <a:off x="357200" y="408225"/>
            <a:ext cx="4419000" cy="461700"/>
          </a:xfrm>
          <a:prstGeom prst="rect">
            <a:avLst/>
          </a:prstGeom>
          <a:noFill/>
          <a:ln>
            <a:noFill/>
          </a:ln>
        </p:spPr>
        <p:txBody>
          <a:bodyPr anchorCtr="0" anchor="t" bIns="91425" lIns="91425" spcFirstLastPara="1" rIns="91425" wrap="square" tIns="91425">
            <a:spAutoFit/>
          </a:bodyPr>
          <a:lstStyle/>
          <a:p>
            <a:pPr indent="0" lvl="0" marL="0" marR="190500" rtl="0" algn="l">
              <a:lnSpc>
                <a:spcPct val="150000"/>
              </a:lnSpc>
              <a:spcBef>
                <a:spcPts val="1700"/>
              </a:spcBef>
              <a:spcAft>
                <a:spcPts val="3300"/>
              </a:spcAft>
              <a:buNone/>
            </a:pPr>
            <a:r>
              <a:t/>
            </a:r>
            <a:endParaRPr sz="1800">
              <a:solidFill>
                <a:srgbClr val="666666"/>
              </a:solidFill>
              <a:latin typeface="Courier New"/>
              <a:ea typeface="Courier New"/>
              <a:cs typeface="Courier New"/>
              <a:sym typeface="Courier New"/>
            </a:endParaRPr>
          </a:p>
        </p:txBody>
      </p:sp>
      <p:pic>
        <p:nvPicPr>
          <p:cNvPr id="134" name="Google Shape;134;p24"/>
          <p:cNvPicPr preferRelativeResize="0"/>
          <p:nvPr/>
        </p:nvPicPr>
        <p:blipFill>
          <a:blip r:embed="rId3">
            <a:alphaModFix/>
          </a:blip>
          <a:stretch>
            <a:fillRect/>
          </a:stretch>
        </p:blipFill>
        <p:spPr>
          <a:xfrm>
            <a:off x="7152175" y="4875550"/>
            <a:ext cx="1541202" cy="142200"/>
          </a:xfrm>
          <a:prstGeom prst="rect">
            <a:avLst/>
          </a:prstGeom>
          <a:noFill/>
          <a:ln>
            <a:noFill/>
          </a:ln>
        </p:spPr>
      </p:pic>
      <p:sp>
        <p:nvSpPr>
          <p:cNvPr id="135" name="Google Shape;135;p24"/>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136" name="Google Shape;136;p24"/>
          <p:cNvSpPr txBox="1"/>
          <p:nvPr>
            <p:ph type="title"/>
          </p:nvPr>
        </p:nvSpPr>
        <p:spPr>
          <a:xfrm>
            <a:off x="452400" y="481275"/>
            <a:ext cx="37011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
        <p:nvSpPr>
          <p:cNvPr id="137" name="Google Shape;137;p24"/>
          <p:cNvSpPr txBox="1"/>
          <p:nvPr>
            <p:ph idx="1" type="body"/>
          </p:nvPr>
        </p:nvSpPr>
        <p:spPr>
          <a:xfrm>
            <a:off x="452400" y="1132825"/>
            <a:ext cx="37011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
        <p:nvSpPr>
          <p:cNvPr id="138" name="Google Shape;138;p24"/>
          <p:cNvSpPr txBox="1"/>
          <p:nvPr>
            <p:ph idx="2" type="subTitle"/>
          </p:nvPr>
        </p:nvSpPr>
        <p:spPr>
          <a:xfrm>
            <a:off x="4511175" y="586000"/>
            <a:ext cx="4080000" cy="39141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800"/>
              <a:buFont typeface="Roboto Mono"/>
              <a:buNone/>
              <a:defRPr>
                <a:solidFill>
                  <a:schemeClr val="dk1"/>
                </a:solidFill>
                <a:latin typeface="Roboto Mono"/>
                <a:ea typeface="Roboto Mono"/>
                <a:cs typeface="Roboto Mono"/>
                <a:sym typeface="Roboto Mono"/>
              </a:defRPr>
            </a:lvl1pPr>
            <a:lvl2pPr lvl="1">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2pPr>
            <a:lvl3pPr lvl="2">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3pPr>
            <a:lvl4pPr lvl="3">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4pPr>
            <a:lvl5pPr lvl="4">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5pPr>
            <a:lvl6pPr lvl="5">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6pPr>
            <a:lvl7pPr lvl="6">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7pPr>
            <a:lvl8pPr lvl="7">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8pPr>
            <a:lvl9pPr lvl="8">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1 - Icebreaker">
  <p:cSld name="CUSTOM_7">
    <p:spTree>
      <p:nvGrpSpPr>
        <p:cNvPr id="139" name="Shape 139"/>
        <p:cNvGrpSpPr/>
        <p:nvPr/>
      </p:nvGrpSpPr>
      <p:grpSpPr>
        <a:xfrm>
          <a:off x="0" y="0"/>
          <a:ext cx="0" cy="0"/>
          <a:chOff x="0" y="0"/>
          <a:chExt cx="0" cy="0"/>
        </a:xfrm>
      </p:grpSpPr>
      <p:pic>
        <p:nvPicPr>
          <p:cNvPr id="140" name="Google Shape;140;p25"/>
          <p:cNvPicPr preferRelativeResize="0"/>
          <p:nvPr/>
        </p:nvPicPr>
        <p:blipFill>
          <a:blip r:embed="rId2">
            <a:alphaModFix/>
          </a:blip>
          <a:stretch>
            <a:fillRect/>
          </a:stretch>
        </p:blipFill>
        <p:spPr>
          <a:xfrm>
            <a:off x="452400" y="440000"/>
            <a:ext cx="654950" cy="654950"/>
          </a:xfrm>
          <a:prstGeom prst="rect">
            <a:avLst/>
          </a:prstGeom>
          <a:noFill/>
          <a:ln>
            <a:noFill/>
          </a:ln>
        </p:spPr>
      </p:pic>
      <p:pic>
        <p:nvPicPr>
          <p:cNvPr id="141" name="Google Shape;141;p25"/>
          <p:cNvPicPr preferRelativeResize="0"/>
          <p:nvPr/>
        </p:nvPicPr>
        <p:blipFill rotWithShape="1">
          <a:blip r:embed="rId3">
            <a:alphaModFix/>
          </a:blip>
          <a:srcRect b="20620" l="74976" r="11428" t="41244"/>
          <a:stretch/>
        </p:blipFill>
        <p:spPr>
          <a:xfrm rot="-5400000">
            <a:off x="627389" y="3816763"/>
            <a:ext cx="691823" cy="1961651"/>
          </a:xfrm>
          <a:prstGeom prst="rect">
            <a:avLst/>
          </a:prstGeom>
          <a:noFill/>
          <a:ln>
            <a:noFill/>
          </a:ln>
        </p:spPr>
      </p:pic>
      <p:sp>
        <p:nvSpPr>
          <p:cNvPr id="142" name="Google Shape;142;p25"/>
          <p:cNvSpPr txBox="1"/>
          <p:nvPr>
            <p:ph idx="1" type="subTitle"/>
          </p:nvPr>
        </p:nvSpPr>
        <p:spPr>
          <a:xfrm>
            <a:off x="7103500" y="551600"/>
            <a:ext cx="1617300" cy="431700"/>
          </a:xfrm>
          <a:prstGeom prst="rect">
            <a:avLst/>
          </a:prstGeom>
          <a:solidFill>
            <a:srgbClr val="FFEDF0"/>
          </a:solidFill>
          <a:ln cap="flat" cmpd="sng" w="152400">
            <a:solidFill>
              <a:srgbClr val="FFEDF0"/>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143" name="Google Shape;143;p25"/>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144" name="Google Shape;144;p25"/>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145" name="Google Shape;145;p25"/>
          <p:cNvSpPr txBox="1"/>
          <p:nvPr/>
        </p:nvSpPr>
        <p:spPr>
          <a:xfrm>
            <a:off x="1154000" y="440000"/>
            <a:ext cx="36480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Icebreaker</a:t>
            </a:r>
            <a:endParaRPr/>
          </a:p>
        </p:txBody>
      </p:sp>
      <p:sp>
        <p:nvSpPr>
          <p:cNvPr id="146" name="Google Shape;146;p25"/>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147" name="Google Shape;147;p25"/>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148" name="Google Shape;148;p25"/>
          <p:cNvPicPr preferRelativeResize="0"/>
          <p:nvPr/>
        </p:nvPicPr>
        <p:blipFill rotWithShape="1">
          <a:blip r:embed="rId5">
            <a:alphaModFix/>
          </a:blip>
          <a:srcRect b="57773" l="27820" r="30811" t="19033"/>
          <a:stretch/>
        </p:blipFill>
        <p:spPr>
          <a:xfrm>
            <a:off x="-3355" y="3951836"/>
            <a:ext cx="2123899" cy="1192951"/>
          </a:xfrm>
          <a:prstGeom prst="rect">
            <a:avLst/>
          </a:prstGeom>
          <a:noFill/>
          <a:ln>
            <a:noFill/>
          </a:ln>
        </p:spPr>
      </p:pic>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2 - Discussion Prompt">
  <p:cSld name="CUSTOM_6">
    <p:spTree>
      <p:nvGrpSpPr>
        <p:cNvPr id="149" name="Shape 149"/>
        <p:cNvGrpSpPr/>
        <p:nvPr/>
      </p:nvGrpSpPr>
      <p:grpSpPr>
        <a:xfrm>
          <a:off x="0" y="0"/>
          <a:ext cx="0" cy="0"/>
          <a:chOff x="0" y="0"/>
          <a:chExt cx="0" cy="0"/>
        </a:xfrm>
      </p:grpSpPr>
      <p:pic>
        <p:nvPicPr>
          <p:cNvPr id="150" name="Google Shape;150;p26"/>
          <p:cNvPicPr preferRelativeResize="0"/>
          <p:nvPr/>
        </p:nvPicPr>
        <p:blipFill rotWithShape="1">
          <a:blip r:embed="rId2">
            <a:alphaModFix/>
          </a:blip>
          <a:srcRect b="74121" l="54584" r="17188" t="10928"/>
          <a:stretch/>
        </p:blipFill>
        <p:spPr>
          <a:xfrm>
            <a:off x="0" y="4089375"/>
            <a:ext cx="2024750" cy="1054123"/>
          </a:xfrm>
          <a:prstGeom prst="rect">
            <a:avLst/>
          </a:prstGeom>
          <a:noFill/>
          <a:ln>
            <a:noFill/>
          </a:ln>
        </p:spPr>
      </p:pic>
      <p:pic>
        <p:nvPicPr>
          <p:cNvPr id="151" name="Google Shape;151;p26"/>
          <p:cNvPicPr preferRelativeResize="0"/>
          <p:nvPr/>
        </p:nvPicPr>
        <p:blipFill rotWithShape="1">
          <a:blip r:embed="rId3">
            <a:alphaModFix/>
          </a:blip>
          <a:srcRect b="57773" l="27820" r="30811" t="19033"/>
          <a:stretch/>
        </p:blipFill>
        <p:spPr>
          <a:xfrm>
            <a:off x="-3355" y="3951836"/>
            <a:ext cx="2123899" cy="1192951"/>
          </a:xfrm>
          <a:prstGeom prst="rect">
            <a:avLst/>
          </a:prstGeom>
          <a:noFill/>
          <a:ln>
            <a:noFill/>
          </a:ln>
        </p:spPr>
      </p:pic>
      <p:sp>
        <p:nvSpPr>
          <p:cNvPr id="152" name="Google Shape;152;p26"/>
          <p:cNvSpPr txBox="1"/>
          <p:nvPr>
            <p:ph idx="1" type="subTitle"/>
          </p:nvPr>
        </p:nvSpPr>
        <p:spPr>
          <a:xfrm>
            <a:off x="7103500" y="551600"/>
            <a:ext cx="1617300" cy="431700"/>
          </a:xfrm>
          <a:prstGeom prst="rect">
            <a:avLst/>
          </a:prstGeom>
          <a:solidFill>
            <a:srgbClr val="FFEEFF"/>
          </a:solidFill>
          <a:ln cap="flat" cmpd="sng" w="152400">
            <a:solidFill>
              <a:srgbClr val="FFEEFF"/>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153" name="Google Shape;153;p26"/>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154" name="Google Shape;154;p26"/>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pic>
        <p:nvPicPr>
          <p:cNvPr id="155" name="Google Shape;155;p26"/>
          <p:cNvPicPr preferRelativeResize="0"/>
          <p:nvPr/>
        </p:nvPicPr>
        <p:blipFill>
          <a:blip r:embed="rId5">
            <a:alphaModFix/>
          </a:blip>
          <a:stretch>
            <a:fillRect/>
          </a:stretch>
        </p:blipFill>
        <p:spPr>
          <a:xfrm>
            <a:off x="434600" y="440000"/>
            <a:ext cx="654950" cy="654950"/>
          </a:xfrm>
          <a:prstGeom prst="rect">
            <a:avLst/>
          </a:prstGeom>
          <a:noFill/>
          <a:ln>
            <a:noFill/>
          </a:ln>
        </p:spPr>
      </p:pic>
      <p:sp>
        <p:nvSpPr>
          <p:cNvPr id="156" name="Google Shape;156;p26"/>
          <p:cNvSpPr txBox="1"/>
          <p:nvPr/>
        </p:nvSpPr>
        <p:spPr>
          <a:xfrm>
            <a:off x="1154000" y="440000"/>
            <a:ext cx="36480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solidFill>
                  <a:srgbClr val="000000"/>
                </a:solidFill>
                <a:latin typeface="Poppins"/>
                <a:ea typeface="Poppins"/>
                <a:cs typeface="Poppins"/>
                <a:sym typeface="Poppins"/>
              </a:rPr>
              <a:t>Discussion</a:t>
            </a:r>
            <a:endParaRPr/>
          </a:p>
        </p:txBody>
      </p:sp>
      <p:sp>
        <p:nvSpPr>
          <p:cNvPr id="157" name="Google Shape;157;p26"/>
          <p:cNvSpPr txBox="1"/>
          <p:nvPr>
            <p:ph idx="2" type="body"/>
          </p:nvPr>
        </p:nvSpPr>
        <p:spPr>
          <a:xfrm>
            <a:off x="604800" y="14128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3 - Reflection Prompt">
  <p:cSld name="CUSTOM_6_2">
    <p:spTree>
      <p:nvGrpSpPr>
        <p:cNvPr id="158" name="Shape 158"/>
        <p:cNvGrpSpPr/>
        <p:nvPr/>
      </p:nvGrpSpPr>
      <p:grpSpPr>
        <a:xfrm>
          <a:off x="0" y="0"/>
          <a:ext cx="0" cy="0"/>
          <a:chOff x="0" y="0"/>
          <a:chExt cx="0" cy="0"/>
        </a:xfrm>
      </p:grpSpPr>
      <p:pic>
        <p:nvPicPr>
          <p:cNvPr id="159" name="Google Shape;159;p27"/>
          <p:cNvPicPr preferRelativeResize="0"/>
          <p:nvPr/>
        </p:nvPicPr>
        <p:blipFill rotWithShape="1">
          <a:blip r:embed="rId2">
            <a:alphaModFix/>
          </a:blip>
          <a:srcRect b="20620" l="74976" r="11428" t="41244"/>
          <a:stretch/>
        </p:blipFill>
        <p:spPr>
          <a:xfrm rot="-5400000">
            <a:off x="627389" y="3816763"/>
            <a:ext cx="691823" cy="1961651"/>
          </a:xfrm>
          <a:prstGeom prst="rect">
            <a:avLst/>
          </a:prstGeom>
          <a:noFill/>
          <a:ln>
            <a:noFill/>
          </a:ln>
        </p:spPr>
      </p:pic>
      <p:pic>
        <p:nvPicPr>
          <p:cNvPr id="160" name="Google Shape;160;p27"/>
          <p:cNvPicPr preferRelativeResize="0"/>
          <p:nvPr/>
        </p:nvPicPr>
        <p:blipFill rotWithShape="1">
          <a:blip r:embed="rId3">
            <a:alphaModFix/>
          </a:blip>
          <a:srcRect b="10675" l="33626" r="26315" t="71928"/>
          <a:stretch/>
        </p:blipFill>
        <p:spPr>
          <a:xfrm>
            <a:off x="0" y="4248650"/>
            <a:ext cx="2060400" cy="894850"/>
          </a:xfrm>
          <a:prstGeom prst="rect">
            <a:avLst/>
          </a:prstGeom>
          <a:noFill/>
          <a:ln>
            <a:noFill/>
          </a:ln>
        </p:spPr>
      </p:pic>
      <p:pic>
        <p:nvPicPr>
          <p:cNvPr id="161" name="Google Shape;161;p27"/>
          <p:cNvPicPr preferRelativeResize="0"/>
          <p:nvPr/>
        </p:nvPicPr>
        <p:blipFill>
          <a:blip r:embed="rId4">
            <a:alphaModFix/>
          </a:blip>
          <a:stretch>
            <a:fillRect/>
          </a:stretch>
        </p:blipFill>
        <p:spPr>
          <a:xfrm>
            <a:off x="452400" y="440000"/>
            <a:ext cx="654950" cy="654950"/>
          </a:xfrm>
          <a:prstGeom prst="rect">
            <a:avLst/>
          </a:prstGeom>
          <a:noFill/>
          <a:ln>
            <a:noFill/>
          </a:ln>
        </p:spPr>
      </p:pic>
      <p:sp>
        <p:nvSpPr>
          <p:cNvPr id="162" name="Google Shape;162;p27"/>
          <p:cNvSpPr txBox="1"/>
          <p:nvPr>
            <p:ph idx="1" type="subTitle"/>
          </p:nvPr>
        </p:nvSpPr>
        <p:spPr>
          <a:xfrm>
            <a:off x="7103500" y="551600"/>
            <a:ext cx="1617300" cy="431700"/>
          </a:xfrm>
          <a:prstGeom prst="rect">
            <a:avLst/>
          </a:prstGeom>
          <a:solidFill>
            <a:srgbClr val="FFEDF0"/>
          </a:solidFill>
          <a:ln cap="flat" cmpd="sng" w="152400">
            <a:solidFill>
              <a:srgbClr val="FFEDF0"/>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163" name="Google Shape;163;p27"/>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164" name="Google Shape;164;p27"/>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165" name="Google Shape;165;p27"/>
          <p:cNvSpPr txBox="1"/>
          <p:nvPr/>
        </p:nvSpPr>
        <p:spPr>
          <a:xfrm>
            <a:off x="1154000" y="440000"/>
            <a:ext cx="36480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Reflection</a:t>
            </a:r>
            <a:endParaRPr/>
          </a:p>
        </p:txBody>
      </p:sp>
      <p:sp>
        <p:nvSpPr>
          <p:cNvPr id="166" name="Google Shape;166;p27"/>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167" name="Google Shape;167;p27"/>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4 - Try It">
  <p:cSld name="CUSTOM_6_2_1">
    <p:spTree>
      <p:nvGrpSpPr>
        <p:cNvPr id="168" name="Shape 168"/>
        <p:cNvGrpSpPr/>
        <p:nvPr/>
      </p:nvGrpSpPr>
      <p:grpSpPr>
        <a:xfrm>
          <a:off x="0" y="0"/>
          <a:ext cx="0" cy="0"/>
          <a:chOff x="0" y="0"/>
          <a:chExt cx="0" cy="0"/>
        </a:xfrm>
      </p:grpSpPr>
      <p:pic>
        <p:nvPicPr>
          <p:cNvPr id="169" name="Google Shape;169;p28"/>
          <p:cNvPicPr preferRelativeResize="0"/>
          <p:nvPr/>
        </p:nvPicPr>
        <p:blipFill rotWithShape="1">
          <a:blip r:embed="rId2">
            <a:alphaModFix/>
          </a:blip>
          <a:srcRect b="0" l="0" r="2248" t="69501"/>
          <a:stretch/>
        </p:blipFill>
        <p:spPr>
          <a:xfrm rot="10800000">
            <a:off x="-13874" y="4314577"/>
            <a:ext cx="2158724" cy="828923"/>
          </a:xfrm>
          <a:prstGeom prst="rect">
            <a:avLst/>
          </a:prstGeom>
          <a:noFill/>
          <a:ln>
            <a:noFill/>
          </a:ln>
        </p:spPr>
      </p:pic>
      <p:pic>
        <p:nvPicPr>
          <p:cNvPr id="170" name="Google Shape;170;p28"/>
          <p:cNvPicPr preferRelativeResize="0"/>
          <p:nvPr/>
        </p:nvPicPr>
        <p:blipFill rotWithShape="1">
          <a:blip r:embed="rId3">
            <a:alphaModFix/>
          </a:blip>
          <a:srcRect b="45416" l="60224" r="12699" t="43299"/>
          <a:stretch/>
        </p:blipFill>
        <p:spPr>
          <a:xfrm>
            <a:off x="0" y="4131025"/>
            <a:ext cx="2061576" cy="1012474"/>
          </a:xfrm>
          <a:prstGeom prst="rect">
            <a:avLst/>
          </a:prstGeom>
          <a:noFill/>
          <a:ln>
            <a:noFill/>
          </a:ln>
        </p:spPr>
      </p:pic>
      <p:pic>
        <p:nvPicPr>
          <p:cNvPr id="171" name="Google Shape;171;p28"/>
          <p:cNvPicPr preferRelativeResize="0"/>
          <p:nvPr/>
        </p:nvPicPr>
        <p:blipFill>
          <a:blip r:embed="rId4">
            <a:alphaModFix/>
          </a:blip>
          <a:stretch>
            <a:fillRect/>
          </a:stretch>
        </p:blipFill>
        <p:spPr>
          <a:xfrm>
            <a:off x="452400" y="440000"/>
            <a:ext cx="654950" cy="654950"/>
          </a:xfrm>
          <a:prstGeom prst="rect">
            <a:avLst/>
          </a:prstGeom>
          <a:noFill/>
          <a:ln>
            <a:noFill/>
          </a:ln>
        </p:spPr>
      </p:pic>
      <p:sp>
        <p:nvSpPr>
          <p:cNvPr id="172" name="Google Shape;172;p28"/>
          <p:cNvSpPr txBox="1"/>
          <p:nvPr>
            <p:ph idx="1" type="subTitle"/>
          </p:nvPr>
        </p:nvSpPr>
        <p:spPr>
          <a:xfrm>
            <a:off x="7103500" y="551600"/>
            <a:ext cx="1617300" cy="431700"/>
          </a:xfrm>
          <a:prstGeom prst="rect">
            <a:avLst/>
          </a:prstGeom>
          <a:solidFill>
            <a:srgbClr val="E9F6FF"/>
          </a:solidFill>
          <a:ln cap="flat" cmpd="sng" w="152400">
            <a:solidFill>
              <a:srgbClr val="E9F6FF"/>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173" name="Google Shape;173;p28"/>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174" name="Google Shape;174;p28"/>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175" name="Google Shape;175;p28"/>
          <p:cNvSpPr txBox="1"/>
          <p:nvPr/>
        </p:nvSpPr>
        <p:spPr>
          <a:xfrm>
            <a:off x="1154000" y="440000"/>
            <a:ext cx="36480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Try It!</a:t>
            </a:r>
            <a:endParaRPr/>
          </a:p>
        </p:txBody>
      </p:sp>
      <p:sp>
        <p:nvSpPr>
          <p:cNvPr id="176" name="Google Shape;176;p28"/>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177" name="Google Shape;177;p28"/>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5 - Breakout Rooms">
  <p:cSld name="CUSTOM_6_2_1_1">
    <p:spTree>
      <p:nvGrpSpPr>
        <p:cNvPr id="178" name="Shape 178"/>
        <p:cNvGrpSpPr/>
        <p:nvPr/>
      </p:nvGrpSpPr>
      <p:grpSpPr>
        <a:xfrm>
          <a:off x="0" y="0"/>
          <a:ext cx="0" cy="0"/>
          <a:chOff x="0" y="0"/>
          <a:chExt cx="0" cy="0"/>
        </a:xfrm>
      </p:grpSpPr>
      <p:pic>
        <p:nvPicPr>
          <p:cNvPr id="179" name="Google Shape;179;p29"/>
          <p:cNvPicPr preferRelativeResize="0"/>
          <p:nvPr/>
        </p:nvPicPr>
        <p:blipFill rotWithShape="1">
          <a:blip r:embed="rId2">
            <a:alphaModFix/>
          </a:blip>
          <a:srcRect b="0" l="25913" r="44507" t="78390"/>
          <a:stretch/>
        </p:blipFill>
        <p:spPr>
          <a:xfrm rot="10800000">
            <a:off x="1" y="4032002"/>
            <a:ext cx="1547899" cy="1111498"/>
          </a:xfrm>
          <a:prstGeom prst="rect">
            <a:avLst/>
          </a:prstGeom>
          <a:noFill/>
          <a:ln>
            <a:noFill/>
          </a:ln>
        </p:spPr>
      </p:pic>
      <p:pic>
        <p:nvPicPr>
          <p:cNvPr id="180" name="Google Shape;180;p29"/>
          <p:cNvPicPr preferRelativeResize="0"/>
          <p:nvPr/>
        </p:nvPicPr>
        <p:blipFill rotWithShape="1">
          <a:blip r:embed="rId3">
            <a:alphaModFix/>
          </a:blip>
          <a:srcRect b="10675" l="33626" r="26315" t="71928"/>
          <a:stretch/>
        </p:blipFill>
        <p:spPr>
          <a:xfrm>
            <a:off x="0" y="4248650"/>
            <a:ext cx="2060400" cy="894850"/>
          </a:xfrm>
          <a:prstGeom prst="rect">
            <a:avLst/>
          </a:prstGeom>
          <a:noFill/>
          <a:ln>
            <a:noFill/>
          </a:ln>
        </p:spPr>
      </p:pic>
      <p:pic>
        <p:nvPicPr>
          <p:cNvPr id="181" name="Google Shape;181;p29"/>
          <p:cNvPicPr preferRelativeResize="0"/>
          <p:nvPr/>
        </p:nvPicPr>
        <p:blipFill>
          <a:blip r:embed="rId4">
            <a:alphaModFix/>
          </a:blip>
          <a:stretch>
            <a:fillRect/>
          </a:stretch>
        </p:blipFill>
        <p:spPr>
          <a:xfrm>
            <a:off x="452400" y="439975"/>
            <a:ext cx="654950" cy="654950"/>
          </a:xfrm>
          <a:prstGeom prst="rect">
            <a:avLst/>
          </a:prstGeom>
          <a:noFill/>
          <a:ln>
            <a:noFill/>
          </a:ln>
        </p:spPr>
      </p:pic>
      <p:sp>
        <p:nvSpPr>
          <p:cNvPr id="182" name="Google Shape;182;p29"/>
          <p:cNvSpPr txBox="1"/>
          <p:nvPr>
            <p:ph idx="1" type="subTitle"/>
          </p:nvPr>
        </p:nvSpPr>
        <p:spPr>
          <a:xfrm>
            <a:off x="7103500" y="551600"/>
            <a:ext cx="1617300" cy="431700"/>
          </a:xfrm>
          <a:prstGeom prst="rect">
            <a:avLst/>
          </a:prstGeom>
          <a:solidFill>
            <a:srgbClr val="FFF6BF"/>
          </a:solidFill>
          <a:ln cap="flat" cmpd="sng" w="152400">
            <a:solidFill>
              <a:srgbClr val="FFF6BF"/>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183" name="Google Shape;183;p29"/>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184" name="Google Shape;184;p29"/>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185" name="Google Shape;185;p29"/>
          <p:cNvSpPr txBox="1"/>
          <p:nvPr/>
        </p:nvSpPr>
        <p:spPr>
          <a:xfrm>
            <a:off x="1154000" y="440000"/>
            <a:ext cx="36480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Breakout Rooms</a:t>
            </a:r>
            <a:endParaRPr/>
          </a:p>
        </p:txBody>
      </p:sp>
      <p:sp>
        <p:nvSpPr>
          <p:cNvPr id="186" name="Google Shape;186;p29"/>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187" name="Google Shape;187;p29"/>
          <p:cNvSpPr txBox="1"/>
          <p:nvPr>
            <p:ph idx="2" type="body"/>
          </p:nvPr>
        </p:nvSpPr>
        <p:spPr>
          <a:xfrm>
            <a:off x="452400" y="1260500"/>
            <a:ext cx="64959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6 - CFU">
  <p:cSld name="CUSTOM_6_2_1_1_1">
    <p:spTree>
      <p:nvGrpSpPr>
        <p:cNvPr id="188" name="Shape 188"/>
        <p:cNvGrpSpPr/>
        <p:nvPr/>
      </p:nvGrpSpPr>
      <p:grpSpPr>
        <a:xfrm>
          <a:off x="0" y="0"/>
          <a:ext cx="0" cy="0"/>
          <a:chOff x="0" y="0"/>
          <a:chExt cx="0" cy="0"/>
        </a:xfrm>
      </p:grpSpPr>
      <p:pic>
        <p:nvPicPr>
          <p:cNvPr id="189" name="Google Shape;189;p30"/>
          <p:cNvPicPr preferRelativeResize="0"/>
          <p:nvPr/>
        </p:nvPicPr>
        <p:blipFill rotWithShape="1">
          <a:blip r:embed="rId2">
            <a:alphaModFix/>
          </a:blip>
          <a:srcRect b="26804" l="62509" r="0" t="0"/>
          <a:stretch/>
        </p:blipFill>
        <p:spPr>
          <a:xfrm flipH="1" rot="5400000">
            <a:off x="556661" y="3399336"/>
            <a:ext cx="1192950" cy="2328028"/>
          </a:xfrm>
          <a:prstGeom prst="rect">
            <a:avLst/>
          </a:prstGeom>
          <a:noFill/>
          <a:ln>
            <a:noFill/>
          </a:ln>
        </p:spPr>
      </p:pic>
      <p:pic>
        <p:nvPicPr>
          <p:cNvPr id="190" name="Google Shape;190;p30"/>
          <p:cNvPicPr preferRelativeResize="0"/>
          <p:nvPr/>
        </p:nvPicPr>
        <p:blipFill rotWithShape="1">
          <a:blip r:embed="rId3">
            <a:alphaModFix/>
          </a:blip>
          <a:srcRect b="57773" l="27820" r="30811" t="19033"/>
          <a:stretch/>
        </p:blipFill>
        <p:spPr>
          <a:xfrm>
            <a:off x="-3355" y="3951836"/>
            <a:ext cx="2123899" cy="1192951"/>
          </a:xfrm>
          <a:prstGeom prst="rect">
            <a:avLst/>
          </a:prstGeom>
          <a:noFill/>
          <a:ln>
            <a:noFill/>
          </a:ln>
        </p:spPr>
      </p:pic>
      <p:pic>
        <p:nvPicPr>
          <p:cNvPr id="191" name="Google Shape;191;p30"/>
          <p:cNvPicPr preferRelativeResize="0"/>
          <p:nvPr/>
        </p:nvPicPr>
        <p:blipFill>
          <a:blip r:embed="rId4">
            <a:alphaModFix/>
          </a:blip>
          <a:stretch>
            <a:fillRect/>
          </a:stretch>
        </p:blipFill>
        <p:spPr>
          <a:xfrm>
            <a:off x="452400" y="439975"/>
            <a:ext cx="654950" cy="654950"/>
          </a:xfrm>
          <a:prstGeom prst="rect">
            <a:avLst/>
          </a:prstGeom>
          <a:noFill/>
          <a:ln>
            <a:noFill/>
          </a:ln>
        </p:spPr>
      </p:pic>
      <p:sp>
        <p:nvSpPr>
          <p:cNvPr id="192" name="Google Shape;192;p30"/>
          <p:cNvSpPr txBox="1"/>
          <p:nvPr>
            <p:ph idx="1" type="subTitle"/>
          </p:nvPr>
        </p:nvSpPr>
        <p:spPr>
          <a:xfrm>
            <a:off x="7103500" y="551600"/>
            <a:ext cx="1617300" cy="431700"/>
          </a:xfrm>
          <a:prstGeom prst="rect">
            <a:avLst/>
          </a:prstGeom>
          <a:solidFill>
            <a:srgbClr val="D7FFEE"/>
          </a:solidFill>
          <a:ln cap="flat" cmpd="sng" w="152400">
            <a:solidFill>
              <a:srgbClr val="D7FFEE"/>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193" name="Google Shape;193;p30"/>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194" name="Google Shape;194;p30"/>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195" name="Google Shape;195;p30"/>
          <p:cNvSpPr txBox="1"/>
          <p:nvPr/>
        </p:nvSpPr>
        <p:spPr>
          <a:xfrm>
            <a:off x="1154000" y="440000"/>
            <a:ext cx="42393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Check for Understanding</a:t>
            </a:r>
            <a:endParaRPr/>
          </a:p>
        </p:txBody>
      </p:sp>
      <p:sp>
        <p:nvSpPr>
          <p:cNvPr id="196" name="Google Shape;196;p30"/>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197" name="Google Shape;197;p30"/>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7 - CFU w/ Code">
  <p:cSld name="CUSTOM_6_2_1_1_1_3">
    <p:spTree>
      <p:nvGrpSpPr>
        <p:cNvPr id="198" name="Shape 198"/>
        <p:cNvGrpSpPr/>
        <p:nvPr/>
      </p:nvGrpSpPr>
      <p:grpSpPr>
        <a:xfrm>
          <a:off x="0" y="0"/>
          <a:ext cx="0" cy="0"/>
          <a:chOff x="0" y="0"/>
          <a:chExt cx="0" cy="0"/>
        </a:xfrm>
      </p:grpSpPr>
      <p:pic>
        <p:nvPicPr>
          <p:cNvPr id="199" name="Google Shape;199;p31"/>
          <p:cNvPicPr preferRelativeResize="0"/>
          <p:nvPr/>
        </p:nvPicPr>
        <p:blipFill rotWithShape="1">
          <a:blip r:embed="rId2">
            <a:alphaModFix/>
          </a:blip>
          <a:srcRect b="26804" l="62509" r="0" t="0"/>
          <a:stretch/>
        </p:blipFill>
        <p:spPr>
          <a:xfrm flipH="1" rot="-5400000">
            <a:off x="7383499" y="-567539"/>
            <a:ext cx="1192950" cy="2328028"/>
          </a:xfrm>
          <a:prstGeom prst="rect">
            <a:avLst/>
          </a:prstGeom>
          <a:noFill/>
          <a:ln>
            <a:noFill/>
          </a:ln>
        </p:spPr>
      </p:pic>
      <p:pic>
        <p:nvPicPr>
          <p:cNvPr id="200" name="Google Shape;200;p31"/>
          <p:cNvPicPr preferRelativeResize="0"/>
          <p:nvPr/>
        </p:nvPicPr>
        <p:blipFill rotWithShape="1">
          <a:blip r:embed="rId3">
            <a:alphaModFix/>
          </a:blip>
          <a:srcRect b="57773" l="27820" r="30811" t="19033"/>
          <a:stretch/>
        </p:blipFill>
        <p:spPr>
          <a:xfrm rot="10800000">
            <a:off x="7020095" y="11"/>
            <a:ext cx="2123899" cy="1192951"/>
          </a:xfrm>
          <a:prstGeom prst="rect">
            <a:avLst/>
          </a:prstGeom>
          <a:noFill/>
          <a:ln>
            <a:noFill/>
          </a:ln>
        </p:spPr>
      </p:pic>
      <p:sp>
        <p:nvSpPr>
          <p:cNvPr id="201" name="Google Shape;201;p31"/>
          <p:cNvSpPr txBox="1"/>
          <p:nvPr>
            <p:ph idx="1" type="body"/>
          </p:nvPr>
        </p:nvSpPr>
        <p:spPr>
          <a:xfrm>
            <a:off x="452400" y="1344125"/>
            <a:ext cx="3474000" cy="29232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202" name="Google Shape;202;p31"/>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203" name="Google Shape;203;p31"/>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204" name="Google Shape;204;p31"/>
          <p:cNvSpPr/>
          <p:nvPr/>
        </p:nvSpPr>
        <p:spPr>
          <a:xfrm>
            <a:off x="4118450" y="266700"/>
            <a:ext cx="4722300" cy="4459500"/>
          </a:xfrm>
          <a:prstGeom prst="roundRect">
            <a:avLst>
              <a:gd fmla="val 2467" name="adj"/>
            </a:avLst>
          </a:pr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p31"/>
          <p:cNvSpPr txBox="1"/>
          <p:nvPr>
            <p:ph idx="2" type="subTitle"/>
          </p:nvPr>
        </p:nvSpPr>
        <p:spPr>
          <a:xfrm>
            <a:off x="4256529" y="378199"/>
            <a:ext cx="4472100" cy="42156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800"/>
              <a:buFont typeface="Roboto Mono"/>
              <a:buNone/>
              <a:defRPr>
                <a:solidFill>
                  <a:schemeClr val="dk1"/>
                </a:solidFill>
                <a:latin typeface="Roboto Mono"/>
                <a:ea typeface="Roboto Mono"/>
                <a:cs typeface="Roboto Mono"/>
                <a:sym typeface="Roboto Mono"/>
              </a:defRPr>
            </a:lvl1pPr>
            <a:lvl2pPr lvl="1">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2pPr>
            <a:lvl3pPr lvl="2">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3pPr>
            <a:lvl4pPr lvl="3">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4pPr>
            <a:lvl5pPr lvl="4">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5pPr>
            <a:lvl6pPr lvl="5">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6pPr>
            <a:lvl7pPr lvl="6">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7pPr>
            <a:lvl8pPr lvl="7">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8pPr>
            <a:lvl9pPr lvl="8">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9pPr>
          </a:lstStyle>
          <a:p/>
        </p:txBody>
      </p:sp>
      <p:sp>
        <p:nvSpPr>
          <p:cNvPr id="206" name="Google Shape;206;p31"/>
          <p:cNvSpPr txBox="1"/>
          <p:nvPr>
            <p:ph idx="3" type="subTitle"/>
          </p:nvPr>
        </p:nvSpPr>
        <p:spPr>
          <a:xfrm>
            <a:off x="153900" y="4514325"/>
            <a:ext cx="1617300" cy="431700"/>
          </a:xfrm>
          <a:prstGeom prst="rect">
            <a:avLst/>
          </a:prstGeom>
          <a:solidFill>
            <a:srgbClr val="D7FFEE"/>
          </a:solidFill>
          <a:ln cap="flat" cmpd="sng" w="152400">
            <a:solidFill>
              <a:srgbClr val="D7FFEE"/>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207" name="Google Shape;207;p31"/>
          <p:cNvPicPr preferRelativeResize="0"/>
          <p:nvPr/>
        </p:nvPicPr>
        <p:blipFill>
          <a:blip r:embed="rId5">
            <a:alphaModFix/>
          </a:blip>
          <a:stretch>
            <a:fillRect/>
          </a:stretch>
        </p:blipFill>
        <p:spPr>
          <a:xfrm>
            <a:off x="452400" y="439975"/>
            <a:ext cx="654950" cy="654950"/>
          </a:xfrm>
          <a:prstGeom prst="rect">
            <a:avLst/>
          </a:prstGeom>
          <a:noFill/>
          <a:ln>
            <a:noFill/>
          </a:ln>
        </p:spPr>
      </p:pic>
      <p:sp>
        <p:nvSpPr>
          <p:cNvPr id="208" name="Google Shape;208;p31"/>
          <p:cNvSpPr txBox="1"/>
          <p:nvPr/>
        </p:nvSpPr>
        <p:spPr>
          <a:xfrm>
            <a:off x="1147375" y="322700"/>
            <a:ext cx="2653200" cy="8895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Check for </a:t>
            </a:r>
            <a:endParaRPr b="1" sz="2400">
              <a:latin typeface="Poppins"/>
              <a:ea typeface="Poppins"/>
              <a:cs typeface="Poppins"/>
              <a:sym typeface="Poppins"/>
            </a:endParaRPr>
          </a:p>
          <a:p>
            <a:pPr indent="0" lvl="0" marL="0" rtl="0" algn="l">
              <a:spcBef>
                <a:spcPts val="0"/>
              </a:spcBef>
              <a:spcAft>
                <a:spcPts val="0"/>
              </a:spcAft>
              <a:buNone/>
            </a:pPr>
            <a:r>
              <a:rPr b="1" lang="en" sz="2400">
                <a:latin typeface="Poppins"/>
                <a:ea typeface="Poppins"/>
                <a:cs typeface="Poppins"/>
                <a:sym typeface="Poppins"/>
              </a:rPr>
              <a:t>Understanding</a:t>
            </a:r>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8 - Instructor Demo">
  <p:cSld name="CUSTOM_6_2_1_1_1_2">
    <p:spTree>
      <p:nvGrpSpPr>
        <p:cNvPr id="209" name="Shape 209"/>
        <p:cNvGrpSpPr/>
        <p:nvPr/>
      </p:nvGrpSpPr>
      <p:grpSpPr>
        <a:xfrm>
          <a:off x="0" y="0"/>
          <a:ext cx="0" cy="0"/>
          <a:chOff x="0" y="0"/>
          <a:chExt cx="0" cy="0"/>
        </a:xfrm>
      </p:grpSpPr>
      <p:pic>
        <p:nvPicPr>
          <p:cNvPr id="210" name="Google Shape;210;p32"/>
          <p:cNvPicPr preferRelativeResize="0"/>
          <p:nvPr/>
        </p:nvPicPr>
        <p:blipFill rotWithShape="1">
          <a:blip r:embed="rId2">
            <a:alphaModFix/>
          </a:blip>
          <a:srcRect b="74121" l="54584" r="17188" t="10928"/>
          <a:stretch/>
        </p:blipFill>
        <p:spPr>
          <a:xfrm>
            <a:off x="0" y="4089375"/>
            <a:ext cx="2024750" cy="1054123"/>
          </a:xfrm>
          <a:prstGeom prst="rect">
            <a:avLst/>
          </a:prstGeom>
          <a:noFill/>
          <a:ln>
            <a:noFill/>
          </a:ln>
        </p:spPr>
      </p:pic>
      <p:pic>
        <p:nvPicPr>
          <p:cNvPr id="211" name="Google Shape;211;p32"/>
          <p:cNvPicPr preferRelativeResize="0"/>
          <p:nvPr/>
        </p:nvPicPr>
        <p:blipFill rotWithShape="1">
          <a:blip r:embed="rId3">
            <a:alphaModFix/>
          </a:blip>
          <a:srcRect b="10675" l="33626" r="26315" t="71928"/>
          <a:stretch/>
        </p:blipFill>
        <p:spPr>
          <a:xfrm>
            <a:off x="0" y="4192550"/>
            <a:ext cx="2189575" cy="950951"/>
          </a:xfrm>
          <a:prstGeom prst="rect">
            <a:avLst/>
          </a:prstGeom>
          <a:noFill/>
          <a:ln>
            <a:noFill/>
          </a:ln>
        </p:spPr>
      </p:pic>
      <p:pic>
        <p:nvPicPr>
          <p:cNvPr id="212" name="Google Shape;212;p32"/>
          <p:cNvPicPr preferRelativeResize="0"/>
          <p:nvPr/>
        </p:nvPicPr>
        <p:blipFill>
          <a:blip r:embed="rId4">
            <a:alphaModFix/>
          </a:blip>
          <a:stretch>
            <a:fillRect/>
          </a:stretch>
        </p:blipFill>
        <p:spPr>
          <a:xfrm>
            <a:off x="452400" y="439975"/>
            <a:ext cx="654950" cy="654950"/>
          </a:xfrm>
          <a:prstGeom prst="rect">
            <a:avLst/>
          </a:prstGeom>
          <a:noFill/>
          <a:ln>
            <a:noFill/>
          </a:ln>
        </p:spPr>
      </p:pic>
      <p:sp>
        <p:nvSpPr>
          <p:cNvPr id="213" name="Google Shape;213;p32"/>
          <p:cNvSpPr txBox="1"/>
          <p:nvPr>
            <p:ph idx="1" type="subTitle"/>
          </p:nvPr>
        </p:nvSpPr>
        <p:spPr>
          <a:xfrm>
            <a:off x="7103500" y="551600"/>
            <a:ext cx="1617300" cy="431700"/>
          </a:xfrm>
          <a:prstGeom prst="rect">
            <a:avLst/>
          </a:prstGeom>
          <a:solidFill>
            <a:srgbClr val="FFEEFF"/>
          </a:solidFill>
          <a:ln cap="flat" cmpd="sng" w="152400">
            <a:solidFill>
              <a:srgbClr val="FFEEFF"/>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214" name="Google Shape;214;p32"/>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215" name="Google Shape;215;p32"/>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216" name="Google Shape;216;p32"/>
          <p:cNvSpPr txBox="1"/>
          <p:nvPr/>
        </p:nvSpPr>
        <p:spPr>
          <a:xfrm>
            <a:off x="1154000" y="440000"/>
            <a:ext cx="42393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Instructor Demo</a:t>
            </a:r>
            <a:endParaRPr/>
          </a:p>
        </p:txBody>
      </p:sp>
      <p:sp>
        <p:nvSpPr>
          <p:cNvPr id="217" name="Google Shape;217;p32"/>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218" name="Google Shape;218;p32"/>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structor Intro">
  <p:cSld name="CUSTOM_6_2_1_1_1_2_1">
    <p:spTree>
      <p:nvGrpSpPr>
        <p:cNvPr id="219" name="Shape 219"/>
        <p:cNvGrpSpPr/>
        <p:nvPr/>
      </p:nvGrpSpPr>
      <p:grpSpPr>
        <a:xfrm>
          <a:off x="0" y="0"/>
          <a:ext cx="0" cy="0"/>
          <a:chOff x="0" y="0"/>
          <a:chExt cx="0" cy="0"/>
        </a:xfrm>
      </p:grpSpPr>
      <p:pic>
        <p:nvPicPr>
          <p:cNvPr id="220" name="Google Shape;220;p33"/>
          <p:cNvPicPr preferRelativeResize="0"/>
          <p:nvPr/>
        </p:nvPicPr>
        <p:blipFill rotWithShape="1">
          <a:blip r:embed="rId2">
            <a:alphaModFix/>
          </a:blip>
          <a:srcRect b="74121" l="54584" r="17188" t="10928"/>
          <a:stretch/>
        </p:blipFill>
        <p:spPr>
          <a:xfrm>
            <a:off x="0" y="4089375"/>
            <a:ext cx="2024750" cy="1054123"/>
          </a:xfrm>
          <a:prstGeom prst="rect">
            <a:avLst/>
          </a:prstGeom>
          <a:noFill/>
          <a:ln>
            <a:noFill/>
          </a:ln>
        </p:spPr>
      </p:pic>
      <p:pic>
        <p:nvPicPr>
          <p:cNvPr id="221" name="Google Shape;221;p33"/>
          <p:cNvPicPr preferRelativeResize="0"/>
          <p:nvPr/>
        </p:nvPicPr>
        <p:blipFill rotWithShape="1">
          <a:blip r:embed="rId3">
            <a:alphaModFix/>
          </a:blip>
          <a:srcRect b="10675" l="33626" r="26315" t="71928"/>
          <a:stretch/>
        </p:blipFill>
        <p:spPr>
          <a:xfrm>
            <a:off x="0" y="4192550"/>
            <a:ext cx="2189575" cy="950951"/>
          </a:xfrm>
          <a:prstGeom prst="rect">
            <a:avLst/>
          </a:prstGeom>
          <a:noFill/>
          <a:ln>
            <a:noFill/>
          </a:ln>
        </p:spPr>
      </p:pic>
      <p:pic>
        <p:nvPicPr>
          <p:cNvPr id="222" name="Google Shape;222;p33"/>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223" name="Google Shape;223;p33"/>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224" name="Google Shape;224;p33"/>
          <p:cNvSpPr txBox="1"/>
          <p:nvPr/>
        </p:nvSpPr>
        <p:spPr>
          <a:xfrm>
            <a:off x="565375" y="333100"/>
            <a:ext cx="5005800" cy="408000"/>
          </a:xfrm>
          <a:prstGeom prst="rect">
            <a:avLst/>
          </a:prstGeom>
          <a:noFill/>
          <a:ln>
            <a:noFill/>
          </a:ln>
        </p:spPr>
        <p:txBody>
          <a:bodyPr anchorCtr="0" anchor="t" bIns="19050" lIns="19050" spcFirstLastPara="1" rIns="19050" wrap="square" tIns="19050">
            <a:spAutoFit/>
          </a:bodyPr>
          <a:lstStyle/>
          <a:p>
            <a:pPr indent="0" lvl="0" marL="0" rtl="0" algn="l">
              <a:spcBef>
                <a:spcPts val="0"/>
              </a:spcBef>
              <a:spcAft>
                <a:spcPts val="0"/>
              </a:spcAft>
              <a:buClr>
                <a:schemeClr val="dk1"/>
              </a:buClr>
              <a:buSzPts val="1100"/>
              <a:buFont typeface="Arial"/>
              <a:buNone/>
            </a:pPr>
            <a:r>
              <a:rPr b="1" lang="en" sz="2400">
                <a:solidFill>
                  <a:schemeClr val="dk1"/>
                </a:solidFill>
                <a:latin typeface="Space Mono"/>
                <a:ea typeface="Space Mono"/>
                <a:cs typeface="Space Mono"/>
                <a:sym typeface="Space Mono"/>
              </a:rPr>
              <a:t>Meet the Instructor</a:t>
            </a:r>
            <a:endParaRPr sz="2600">
              <a:solidFill>
                <a:srgbClr val="05103E"/>
              </a:solidFill>
              <a:latin typeface="Space Mono"/>
              <a:ea typeface="Space Mono"/>
              <a:cs typeface="Space Mono"/>
              <a:sym typeface="Space Mono"/>
            </a:endParaRPr>
          </a:p>
        </p:txBody>
      </p:sp>
      <p:sp>
        <p:nvSpPr>
          <p:cNvPr id="225" name="Google Shape;225;p33"/>
          <p:cNvSpPr/>
          <p:nvPr>
            <p:ph idx="2" type="pic"/>
          </p:nvPr>
        </p:nvSpPr>
        <p:spPr>
          <a:xfrm>
            <a:off x="592550" y="1010825"/>
            <a:ext cx="2579400" cy="2289000"/>
          </a:xfrm>
          <a:prstGeom prst="roundRect">
            <a:avLst>
              <a:gd fmla="val 7884" name="adj"/>
            </a:avLst>
          </a:prstGeom>
          <a:noFill/>
          <a:ln cap="flat" cmpd="sng" w="28575">
            <a:solidFill>
              <a:srgbClr val="00C384"/>
            </a:solidFill>
            <a:prstDash val="solid"/>
            <a:round/>
            <a:headEnd len="sm" w="sm" type="none"/>
            <a:tailEnd len="sm" w="sm" type="none"/>
          </a:ln>
        </p:spPr>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9 - Exit Ticket">
  <p:cSld name="CUSTOM_6_2_1_1_1_1">
    <p:spTree>
      <p:nvGrpSpPr>
        <p:cNvPr id="226" name="Shape 226"/>
        <p:cNvGrpSpPr/>
        <p:nvPr/>
      </p:nvGrpSpPr>
      <p:grpSpPr>
        <a:xfrm>
          <a:off x="0" y="0"/>
          <a:ext cx="0" cy="0"/>
          <a:chOff x="0" y="0"/>
          <a:chExt cx="0" cy="0"/>
        </a:xfrm>
      </p:grpSpPr>
      <p:pic>
        <p:nvPicPr>
          <p:cNvPr id="227" name="Google Shape;227;p34"/>
          <p:cNvPicPr preferRelativeResize="0"/>
          <p:nvPr/>
        </p:nvPicPr>
        <p:blipFill rotWithShape="1">
          <a:blip r:embed="rId2">
            <a:alphaModFix/>
          </a:blip>
          <a:srcRect b="0" l="0" r="2248" t="69501"/>
          <a:stretch/>
        </p:blipFill>
        <p:spPr>
          <a:xfrm rot="10800000">
            <a:off x="-13874" y="4314577"/>
            <a:ext cx="2158724" cy="828923"/>
          </a:xfrm>
          <a:prstGeom prst="rect">
            <a:avLst/>
          </a:prstGeom>
          <a:noFill/>
          <a:ln>
            <a:noFill/>
          </a:ln>
        </p:spPr>
      </p:pic>
      <p:pic>
        <p:nvPicPr>
          <p:cNvPr id="228" name="Google Shape;228;p34"/>
          <p:cNvPicPr preferRelativeResize="0"/>
          <p:nvPr/>
        </p:nvPicPr>
        <p:blipFill rotWithShape="1">
          <a:blip r:embed="rId3">
            <a:alphaModFix/>
          </a:blip>
          <a:srcRect b="10675" l="33626" r="26315" t="71928"/>
          <a:stretch/>
        </p:blipFill>
        <p:spPr>
          <a:xfrm>
            <a:off x="0" y="4248650"/>
            <a:ext cx="2060400" cy="894850"/>
          </a:xfrm>
          <a:prstGeom prst="rect">
            <a:avLst/>
          </a:prstGeom>
          <a:noFill/>
          <a:ln>
            <a:noFill/>
          </a:ln>
        </p:spPr>
      </p:pic>
      <p:pic>
        <p:nvPicPr>
          <p:cNvPr id="229" name="Google Shape;229;p34"/>
          <p:cNvPicPr preferRelativeResize="0"/>
          <p:nvPr/>
        </p:nvPicPr>
        <p:blipFill>
          <a:blip r:embed="rId4">
            <a:alphaModFix/>
          </a:blip>
          <a:stretch>
            <a:fillRect/>
          </a:stretch>
        </p:blipFill>
        <p:spPr>
          <a:xfrm>
            <a:off x="452400" y="439975"/>
            <a:ext cx="654950" cy="654950"/>
          </a:xfrm>
          <a:prstGeom prst="rect">
            <a:avLst/>
          </a:prstGeom>
          <a:noFill/>
          <a:ln>
            <a:noFill/>
          </a:ln>
        </p:spPr>
      </p:pic>
      <p:sp>
        <p:nvSpPr>
          <p:cNvPr id="230" name="Google Shape;230;p34"/>
          <p:cNvSpPr txBox="1"/>
          <p:nvPr>
            <p:ph idx="1" type="subTitle"/>
          </p:nvPr>
        </p:nvSpPr>
        <p:spPr>
          <a:xfrm>
            <a:off x="7103500" y="551600"/>
            <a:ext cx="1617300" cy="431700"/>
          </a:xfrm>
          <a:prstGeom prst="rect">
            <a:avLst/>
          </a:prstGeom>
          <a:solidFill>
            <a:srgbClr val="E9F6FF"/>
          </a:solidFill>
          <a:ln cap="flat" cmpd="sng" w="152400">
            <a:solidFill>
              <a:srgbClr val="E9F6FF"/>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231" name="Google Shape;231;p34"/>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232" name="Google Shape;232;p34"/>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233" name="Google Shape;233;p34"/>
          <p:cNvSpPr txBox="1"/>
          <p:nvPr/>
        </p:nvSpPr>
        <p:spPr>
          <a:xfrm>
            <a:off x="1154000" y="440000"/>
            <a:ext cx="42393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Exit Ticket</a:t>
            </a:r>
            <a:endParaRPr/>
          </a:p>
        </p:txBody>
      </p:sp>
      <p:sp>
        <p:nvSpPr>
          <p:cNvPr id="234" name="Google Shape;234;p34"/>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235" name="Google Shape;235;p34"/>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4 - Waterfall">
  <p:cSld name="CUSTOM_6_2_1_1_1_1_1">
    <p:spTree>
      <p:nvGrpSpPr>
        <p:cNvPr id="236" name="Shape 236"/>
        <p:cNvGrpSpPr/>
        <p:nvPr/>
      </p:nvGrpSpPr>
      <p:grpSpPr>
        <a:xfrm>
          <a:off x="0" y="0"/>
          <a:ext cx="0" cy="0"/>
          <a:chOff x="0" y="0"/>
          <a:chExt cx="0" cy="0"/>
        </a:xfrm>
      </p:grpSpPr>
      <p:pic>
        <p:nvPicPr>
          <p:cNvPr id="237" name="Google Shape;237;p35"/>
          <p:cNvPicPr preferRelativeResize="0"/>
          <p:nvPr/>
        </p:nvPicPr>
        <p:blipFill>
          <a:blip r:embed="rId2">
            <a:alphaModFix/>
          </a:blip>
          <a:stretch>
            <a:fillRect/>
          </a:stretch>
        </p:blipFill>
        <p:spPr>
          <a:xfrm>
            <a:off x="7152175" y="4875550"/>
            <a:ext cx="1541202" cy="142200"/>
          </a:xfrm>
          <a:prstGeom prst="rect">
            <a:avLst/>
          </a:prstGeom>
          <a:noFill/>
          <a:ln>
            <a:noFill/>
          </a:ln>
        </p:spPr>
      </p:pic>
      <p:sp>
        <p:nvSpPr>
          <p:cNvPr id="238" name="Google Shape;238;p35"/>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239" name="Google Shape;239;p35"/>
          <p:cNvSpPr txBox="1"/>
          <p:nvPr/>
        </p:nvSpPr>
        <p:spPr>
          <a:xfrm>
            <a:off x="1270675" y="440000"/>
            <a:ext cx="42393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One Good Thing</a:t>
            </a:r>
            <a:endParaRPr/>
          </a:p>
        </p:txBody>
      </p:sp>
      <p:pic>
        <p:nvPicPr>
          <p:cNvPr id="240" name="Google Shape;240;p35"/>
          <p:cNvPicPr preferRelativeResize="0"/>
          <p:nvPr/>
        </p:nvPicPr>
        <p:blipFill>
          <a:blip r:embed="rId3">
            <a:alphaModFix/>
          </a:blip>
          <a:stretch>
            <a:fillRect/>
          </a:stretch>
        </p:blipFill>
        <p:spPr>
          <a:xfrm>
            <a:off x="499050" y="439975"/>
            <a:ext cx="654950" cy="654950"/>
          </a:xfrm>
          <a:prstGeom prst="rect">
            <a:avLst/>
          </a:prstGeom>
          <a:noFill/>
          <a:ln>
            <a:noFill/>
          </a:ln>
        </p:spPr>
      </p:pic>
      <p:sp>
        <p:nvSpPr>
          <p:cNvPr id="241" name="Google Shape;241;p35"/>
          <p:cNvSpPr txBox="1"/>
          <p:nvPr/>
        </p:nvSpPr>
        <p:spPr>
          <a:xfrm>
            <a:off x="1050100" y="1332050"/>
            <a:ext cx="7204800" cy="2678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latin typeface="Poppins"/>
                <a:ea typeface="Poppins"/>
                <a:cs typeface="Poppins"/>
                <a:sym typeface="Poppins"/>
              </a:rPr>
              <a:t>Let’s reflect on today’s session. </a:t>
            </a:r>
            <a:r>
              <a:rPr lang="en" sz="1800">
                <a:solidFill>
                  <a:schemeClr val="dk1"/>
                </a:solidFill>
                <a:latin typeface="Poppins"/>
                <a:ea typeface="Poppins"/>
                <a:cs typeface="Poppins"/>
                <a:sym typeface="Poppins"/>
              </a:rPr>
              <a:t>Maybe you got a question answered, overcame a specific coding challenge, or learned how to do something completely new! </a:t>
            </a:r>
            <a:endParaRPr sz="1800">
              <a:solidFill>
                <a:schemeClr val="dk1"/>
              </a:solidFill>
              <a:latin typeface="Poppins"/>
              <a:ea typeface="Poppins"/>
              <a:cs typeface="Poppins"/>
              <a:sym typeface="Poppins"/>
            </a:endParaRPr>
          </a:p>
          <a:p>
            <a:pPr indent="0" lvl="0" marL="0" rtl="0" algn="l">
              <a:spcBef>
                <a:spcPts val="0"/>
              </a:spcBef>
              <a:spcAft>
                <a:spcPts val="0"/>
              </a:spcAft>
              <a:buNone/>
            </a:pPr>
            <a:r>
              <a:t/>
            </a:r>
            <a:endParaRPr sz="1800">
              <a:latin typeface="Poppins"/>
              <a:ea typeface="Poppins"/>
              <a:cs typeface="Poppins"/>
              <a:sym typeface="Poppins"/>
            </a:endParaRPr>
          </a:p>
          <a:p>
            <a:pPr indent="0" lvl="0" marL="0" rtl="0" algn="l">
              <a:spcBef>
                <a:spcPts val="0"/>
              </a:spcBef>
              <a:spcAft>
                <a:spcPts val="0"/>
              </a:spcAft>
              <a:buNone/>
            </a:pPr>
            <a:r>
              <a:t/>
            </a:r>
            <a:endParaRPr sz="1800">
              <a:latin typeface="Poppins"/>
              <a:ea typeface="Poppins"/>
              <a:cs typeface="Poppins"/>
              <a:sym typeface="Poppins"/>
            </a:endParaRPr>
          </a:p>
          <a:p>
            <a:pPr indent="0" lvl="0" marL="0" rtl="0" algn="l">
              <a:spcBef>
                <a:spcPts val="0"/>
              </a:spcBef>
              <a:spcAft>
                <a:spcPts val="0"/>
              </a:spcAft>
              <a:buNone/>
            </a:pPr>
            <a:r>
              <a:rPr b="1" lang="en" sz="1800">
                <a:latin typeface="Poppins"/>
                <a:ea typeface="Poppins"/>
                <a:cs typeface="Poppins"/>
                <a:sym typeface="Poppins"/>
              </a:rPr>
              <a:t>In the chat, share at least one good thing you’ve learned or experienced during the session today. </a:t>
            </a:r>
            <a:endParaRPr b="1" sz="1800">
              <a:latin typeface="Poppins"/>
              <a:ea typeface="Poppins"/>
              <a:cs typeface="Poppins"/>
              <a:sym typeface="Poppins"/>
            </a:endParaRPr>
          </a:p>
          <a:p>
            <a:pPr indent="0" lvl="0" marL="0" rtl="0" algn="l">
              <a:spcBef>
                <a:spcPts val="0"/>
              </a:spcBef>
              <a:spcAft>
                <a:spcPts val="0"/>
              </a:spcAft>
              <a:buNone/>
            </a:pPr>
            <a:r>
              <a:t/>
            </a:r>
            <a:endParaRPr b="1" sz="1800">
              <a:latin typeface="Poppins"/>
              <a:ea typeface="Poppins"/>
              <a:cs typeface="Poppins"/>
              <a:sym typeface="Poppins"/>
            </a:endParaRPr>
          </a:p>
          <a:p>
            <a:pPr indent="0" lvl="0" marL="0" rtl="0" algn="l">
              <a:spcBef>
                <a:spcPts val="0"/>
              </a:spcBef>
              <a:spcAft>
                <a:spcPts val="0"/>
              </a:spcAft>
              <a:buNone/>
            </a:pPr>
            <a:r>
              <a:rPr lang="en" sz="1800">
                <a:latin typeface="Poppins"/>
                <a:ea typeface="Poppins"/>
                <a:cs typeface="Poppins"/>
                <a:sym typeface="Poppins"/>
              </a:rPr>
              <a:t>Let’s celebrate together!</a:t>
            </a:r>
            <a:endParaRPr sz="1800">
              <a:latin typeface="Poppins"/>
              <a:ea typeface="Poppins"/>
              <a:cs typeface="Poppins"/>
              <a:sym typeface="Poppins"/>
            </a:endParaRPr>
          </a:p>
        </p:txBody>
      </p:sp>
      <p:pic>
        <p:nvPicPr>
          <p:cNvPr id="242" name="Google Shape;242;p35"/>
          <p:cNvPicPr preferRelativeResize="0"/>
          <p:nvPr/>
        </p:nvPicPr>
        <p:blipFill>
          <a:blip r:embed="rId4">
            <a:alphaModFix/>
          </a:blip>
          <a:stretch>
            <a:fillRect/>
          </a:stretch>
        </p:blipFill>
        <p:spPr>
          <a:xfrm>
            <a:off x="4137575" y="3564500"/>
            <a:ext cx="654950" cy="654950"/>
          </a:xfrm>
          <a:prstGeom prst="rect">
            <a:avLst/>
          </a:prstGeom>
          <a:noFill/>
          <a:ln>
            <a:noFill/>
          </a:ln>
        </p:spPr>
      </p:pic>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 - Section Card">
  <p:cSld name="CUSTOM_2">
    <p:spTree>
      <p:nvGrpSpPr>
        <p:cNvPr id="243" name="Shape 243"/>
        <p:cNvGrpSpPr/>
        <p:nvPr/>
      </p:nvGrpSpPr>
      <p:grpSpPr>
        <a:xfrm>
          <a:off x="0" y="0"/>
          <a:ext cx="0" cy="0"/>
          <a:chOff x="0" y="0"/>
          <a:chExt cx="0" cy="0"/>
        </a:xfrm>
      </p:grpSpPr>
      <p:pic>
        <p:nvPicPr>
          <p:cNvPr descr="Divider1.png" id="244" name="Google Shape;244;p36"/>
          <p:cNvPicPr preferRelativeResize="0"/>
          <p:nvPr/>
        </p:nvPicPr>
        <p:blipFill rotWithShape="1">
          <a:blip r:embed="rId2">
            <a:alphaModFix/>
          </a:blip>
          <a:srcRect b="0" l="0" r="0" t="0"/>
          <a:stretch/>
        </p:blipFill>
        <p:spPr>
          <a:xfrm>
            <a:off x="0" y="0"/>
            <a:ext cx="9144002" cy="5143501"/>
          </a:xfrm>
          <a:prstGeom prst="rect">
            <a:avLst/>
          </a:prstGeom>
          <a:noFill/>
          <a:ln>
            <a:noFill/>
          </a:ln>
        </p:spPr>
      </p:pic>
      <p:sp>
        <p:nvSpPr>
          <p:cNvPr id="245" name="Google Shape;245;p36"/>
          <p:cNvSpPr txBox="1"/>
          <p:nvPr>
            <p:ph type="title"/>
          </p:nvPr>
        </p:nvSpPr>
        <p:spPr>
          <a:xfrm>
            <a:off x="884825" y="2317200"/>
            <a:ext cx="3157800" cy="509100"/>
          </a:xfrm>
          <a:prstGeom prst="rect">
            <a:avLst/>
          </a:prstGeom>
          <a:solidFill>
            <a:srgbClr val="1B1C57"/>
          </a:solidFill>
          <a:ln cap="flat" cmpd="sng" w="228600">
            <a:solidFill>
              <a:srgbClr val="1B1C57"/>
            </a:solidFill>
            <a:prstDash val="solid"/>
            <a:round/>
            <a:headEnd len="sm" w="sm" type="none"/>
            <a:tailEnd len="sm" w="sm" type="none"/>
          </a:ln>
        </p:spPr>
        <p:txBody>
          <a:bodyPr anchorCtr="0" anchor="ctr" bIns="91425" lIns="91425" spcFirstLastPara="1" rIns="91425" wrap="square" tIns="91425">
            <a:noAutofit/>
          </a:bodyPr>
          <a:lstStyle>
            <a:lvl1pPr lvl="0">
              <a:spcBef>
                <a:spcPts val="0"/>
              </a:spcBef>
              <a:spcAft>
                <a:spcPts val="0"/>
              </a:spcAft>
              <a:buClr>
                <a:schemeClr val="lt1"/>
              </a:buClr>
              <a:buSzPts val="3200"/>
              <a:buFont typeface="Space Mono"/>
              <a:buNone/>
              <a:defRPr sz="3200">
                <a:solidFill>
                  <a:schemeClr val="lt1"/>
                </a:solidFill>
                <a:latin typeface="Space Mono"/>
                <a:ea typeface="Space Mono"/>
                <a:cs typeface="Space Mono"/>
                <a:sym typeface="Space Mono"/>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46" name="Google Shape;246;p36"/>
          <p:cNvSpPr txBox="1"/>
          <p:nvPr>
            <p:ph idx="1" type="subTitle"/>
          </p:nvPr>
        </p:nvSpPr>
        <p:spPr>
          <a:xfrm>
            <a:off x="785650" y="1770100"/>
            <a:ext cx="4127100" cy="3882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spcBef>
                <a:spcPts val="0"/>
              </a:spcBef>
              <a:spcAft>
                <a:spcPts val="0"/>
              </a:spcAft>
              <a:buSzPts val="1400"/>
              <a:buFont typeface="Poppins"/>
              <a:buNone/>
              <a:defRPr>
                <a:latin typeface="Poppins"/>
                <a:ea typeface="Poppins"/>
                <a:cs typeface="Poppins"/>
                <a:sym typeface="Poppins"/>
              </a:defRPr>
            </a:lvl2pPr>
            <a:lvl3pPr lvl="2">
              <a:spcBef>
                <a:spcPts val="1600"/>
              </a:spcBef>
              <a:spcAft>
                <a:spcPts val="0"/>
              </a:spcAft>
              <a:buSzPts val="1400"/>
              <a:buFont typeface="Poppins"/>
              <a:buNone/>
              <a:defRPr>
                <a:latin typeface="Poppins"/>
                <a:ea typeface="Poppins"/>
                <a:cs typeface="Poppins"/>
                <a:sym typeface="Poppins"/>
              </a:defRPr>
            </a:lvl3pPr>
            <a:lvl4pPr lvl="3">
              <a:spcBef>
                <a:spcPts val="1600"/>
              </a:spcBef>
              <a:spcAft>
                <a:spcPts val="0"/>
              </a:spcAft>
              <a:buSzPts val="1400"/>
              <a:buFont typeface="Poppins"/>
              <a:buNone/>
              <a:defRPr>
                <a:latin typeface="Poppins"/>
                <a:ea typeface="Poppins"/>
                <a:cs typeface="Poppins"/>
                <a:sym typeface="Poppins"/>
              </a:defRPr>
            </a:lvl4pPr>
            <a:lvl5pPr lvl="4">
              <a:spcBef>
                <a:spcPts val="1600"/>
              </a:spcBef>
              <a:spcAft>
                <a:spcPts val="0"/>
              </a:spcAft>
              <a:buSzPts val="1400"/>
              <a:buFont typeface="Poppins"/>
              <a:buNone/>
              <a:defRPr>
                <a:latin typeface="Poppins"/>
                <a:ea typeface="Poppins"/>
                <a:cs typeface="Poppins"/>
                <a:sym typeface="Poppins"/>
              </a:defRPr>
            </a:lvl5pPr>
            <a:lvl6pPr lvl="5">
              <a:spcBef>
                <a:spcPts val="1600"/>
              </a:spcBef>
              <a:spcAft>
                <a:spcPts val="0"/>
              </a:spcAft>
              <a:buSzPts val="1400"/>
              <a:buFont typeface="Poppins"/>
              <a:buNone/>
              <a:defRPr>
                <a:latin typeface="Poppins"/>
                <a:ea typeface="Poppins"/>
                <a:cs typeface="Poppins"/>
                <a:sym typeface="Poppins"/>
              </a:defRPr>
            </a:lvl6pPr>
            <a:lvl7pPr lvl="6">
              <a:spcBef>
                <a:spcPts val="1600"/>
              </a:spcBef>
              <a:spcAft>
                <a:spcPts val="0"/>
              </a:spcAft>
              <a:buSzPts val="1400"/>
              <a:buFont typeface="Poppins"/>
              <a:buNone/>
              <a:defRPr>
                <a:latin typeface="Poppins"/>
                <a:ea typeface="Poppins"/>
                <a:cs typeface="Poppins"/>
                <a:sym typeface="Poppins"/>
              </a:defRPr>
            </a:lvl7pPr>
            <a:lvl8pPr lvl="7">
              <a:spcBef>
                <a:spcPts val="1600"/>
              </a:spcBef>
              <a:spcAft>
                <a:spcPts val="0"/>
              </a:spcAft>
              <a:buSzPts val="1400"/>
              <a:buFont typeface="Poppins"/>
              <a:buNone/>
              <a:defRPr>
                <a:latin typeface="Poppins"/>
                <a:ea typeface="Poppins"/>
                <a:cs typeface="Poppins"/>
                <a:sym typeface="Poppins"/>
              </a:defRPr>
            </a:lvl8pPr>
            <a:lvl9pPr lvl="8">
              <a:spcBef>
                <a:spcPts val="1600"/>
              </a:spcBef>
              <a:spcAft>
                <a:spcPts val="1600"/>
              </a:spcAft>
              <a:buSzPts val="1400"/>
              <a:buFont typeface="Poppins"/>
              <a:buNone/>
              <a:defRPr>
                <a:latin typeface="Poppins"/>
                <a:ea typeface="Poppins"/>
                <a:cs typeface="Poppins"/>
                <a:sym typeface="Poppins"/>
              </a:defRPr>
            </a:lvl9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1 - Main Idea">
  <p:cSld name="CUSTOM_5">
    <p:spTree>
      <p:nvGrpSpPr>
        <p:cNvPr id="247" name="Shape 247"/>
        <p:cNvGrpSpPr/>
        <p:nvPr/>
      </p:nvGrpSpPr>
      <p:grpSpPr>
        <a:xfrm>
          <a:off x="0" y="0"/>
          <a:ext cx="0" cy="0"/>
          <a:chOff x="0" y="0"/>
          <a:chExt cx="0" cy="0"/>
        </a:xfrm>
      </p:grpSpPr>
      <p:pic>
        <p:nvPicPr>
          <p:cNvPr id="248" name="Google Shape;248;p37"/>
          <p:cNvPicPr preferRelativeResize="0"/>
          <p:nvPr/>
        </p:nvPicPr>
        <p:blipFill rotWithShape="1">
          <a:blip r:embed="rId2">
            <a:alphaModFix/>
          </a:blip>
          <a:srcRect b="0" l="0" r="0" t="1225"/>
          <a:stretch/>
        </p:blipFill>
        <p:spPr>
          <a:xfrm>
            <a:off x="0" y="0"/>
            <a:ext cx="9144000" cy="5143500"/>
          </a:xfrm>
          <a:prstGeom prst="rect">
            <a:avLst/>
          </a:prstGeom>
          <a:noFill/>
          <a:ln>
            <a:noFill/>
          </a:ln>
        </p:spPr>
      </p:pic>
      <p:pic>
        <p:nvPicPr>
          <p:cNvPr id="249" name="Google Shape;249;p37"/>
          <p:cNvPicPr preferRelativeResize="0"/>
          <p:nvPr/>
        </p:nvPicPr>
        <p:blipFill>
          <a:blip r:embed="rId3">
            <a:alphaModFix/>
          </a:blip>
          <a:stretch>
            <a:fillRect/>
          </a:stretch>
        </p:blipFill>
        <p:spPr>
          <a:xfrm>
            <a:off x="539025" y="474201"/>
            <a:ext cx="3657599" cy="3657599"/>
          </a:xfrm>
          <a:prstGeom prst="rect">
            <a:avLst/>
          </a:prstGeom>
          <a:noFill/>
          <a:ln>
            <a:noFill/>
          </a:ln>
        </p:spPr>
      </p:pic>
      <p:sp>
        <p:nvSpPr>
          <p:cNvPr id="250" name="Google Shape;250;p37"/>
          <p:cNvSpPr/>
          <p:nvPr/>
        </p:nvSpPr>
        <p:spPr>
          <a:xfrm>
            <a:off x="1071950" y="892850"/>
            <a:ext cx="5283900" cy="2820300"/>
          </a:xfrm>
          <a:prstGeom prst="roundRect">
            <a:avLst>
              <a:gd fmla="val 16667" name="adj"/>
            </a:avLst>
          </a:prstGeom>
          <a:solidFill>
            <a:srgbClr val="1B1C5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p37"/>
          <p:cNvSpPr txBox="1"/>
          <p:nvPr>
            <p:ph type="title"/>
          </p:nvPr>
        </p:nvSpPr>
        <p:spPr>
          <a:xfrm>
            <a:off x="1071950" y="892850"/>
            <a:ext cx="5283900" cy="2820300"/>
          </a:xfrm>
          <a:prstGeom prst="rect">
            <a:avLst/>
          </a:prstGeom>
        </p:spPr>
        <p:txBody>
          <a:bodyPr anchorCtr="0" anchor="ctr" bIns="91425" lIns="274300" spcFirstLastPara="1" rIns="274300" wrap="square" tIns="91425">
            <a:noAutofit/>
          </a:bodyPr>
          <a:lstStyle>
            <a:lvl1pPr lvl="0">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1pPr>
            <a:lvl2pPr lvl="1">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2pPr>
            <a:lvl3pPr lvl="2">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3pPr>
            <a:lvl4pPr lvl="3">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4pPr>
            <a:lvl5pPr lvl="4">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5pPr>
            <a:lvl6pPr lvl="5">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6pPr>
            <a:lvl7pPr lvl="6">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7pPr>
            <a:lvl8pPr lvl="7">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8pPr>
            <a:lvl9pPr lvl="8">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9pPr>
          </a:lstStyle>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2 - Background Card">
  <p:cSld name="CUSTOM_5_1">
    <p:spTree>
      <p:nvGrpSpPr>
        <p:cNvPr id="252" name="Shape 252"/>
        <p:cNvGrpSpPr/>
        <p:nvPr/>
      </p:nvGrpSpPr>
      <p:grpSpPr>
        <a:xfrm>
          <a:off x="0" y="0"/>
          <a:ext cx="0" cy="0"/>
          <a:chOff x="0" y="0"/>
          <a:chExt cx="0" cy="0"/>
        </a:xfrm>
      </p:grpSpPr>
      <p:pic>
        <p:nvPicPr>
          <p:cNvPr id="253" name="Google Shape;253;p38"/>
          <p:cNvPicPr preferRelativeResize="0"/>
          <p:nvPr/>
        </p:nvPicPr>
        <p:blipFill rotWithShape="1">
          <a:blip r:embed="rId2">
            <a:alphaModFix/>
          </a:blip>
          <a:srcRect b="29727" l="20060" r="22063" t="37150"/>
          <a:stretch/>
        </p:blipFill>
        <p:spPr>
          <a:xfrm>
            <a:off x="0" y="0"/>
            <a:ext cx="9144003" cy="5143502"/>
          </a:xfrm>
          <a:prstGeom prst="rect">
            <a:avLst/>
          </a:prstGeom>
          <a:noFill/>
          <a:ln>
            <a:noFill/>
          </a:ln>
        </p:spPr>
      </p:pic>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type="blank">
  <p:cSld name="BLANK">
    <p:spTree>
      <p:nvGrpSpPr>
        <p:cNvPr id="254" name="Shape 254"/>
        <p:cNvGrpSpPr/>
        <p:nvPr/>
      </p:nvGrpSpPr>
      <p:grpSpPr>
        <a:xfrm>
          <a:off x="0" y="0"/>
          <a:ext cx="0" cy="0"/>
          <a:chOff x="0" y="0"/>
          <a:chExt cx="0" cy="0"/>
        </a:xfrm>
      </p:grpSpPr>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3 - Glows &amp; Grows">
  <p:cSld name="CUSTOM_1_1_1_2">
    <p:spTree>
      <p:nvGrpSpPr>
        <p:cNvPr id="255" name="Shape 255"/>
        <p:cNvGrpSpPr/>
        <p:nvPr/>
      </p:nvGrpSpPr>
      <p:grpSpPr>
        <a:xfrm>
          <a:off x="0" y="0"/>
          <a:ext cx="0" cy="0"/>
          <a:chOff x="0" y="0"/>
          <a:chExt cx="0" cy="0"/>
        </a:xfrm>
      </p:grpSpPr>
      <p:grpSp>
        <p:nvGrpSpPr>
          <p:cNvPr id="256" name="Google Shape;256;p40"/>
          <p:cNvGrpSpPr/>
          <p:nvPr/>
        </p:nvGrpSpPr>
        <p:grpSpPr>
          <a:xfrm>
            <a:off x="6262100" y="-3850"/>
            <a:ext cx="2886900" cy="485125"/>
            <a:chOff x="6262100" y="-3850"/>
            <a:chExt cx="2886900" cy="485125"/>
          </a:xfrm>
        </p:grpSpPr>
        <p:pic>
          <p:nvPicPr>
            <p:cNvPr descr="1.png" id="257" name="Google Shape;257;p40"/>
            <p:cNvPicPr preferRelativeResize="0"/>
            <p:nvPr/>
          </p:nvPicPr>
          <p:blipFill rotWithShape="1">
            <a:blip r:embed="rId2">
              <a:alphaModFix/>
            </a:blip>
            <a:srcRect b="88506" l="21895" r="16532" t="0"/>
            <a:stretch/>
          </p:blipFill>
          <p:spPr>
            <a:xfrm rot="10800000">
              <a:off x="6539872" y="1"/>
              <a:ext cx="2609128" cy="481274"/>
            </a:xfrm>
            <a:prstGeom prst="rect">
              <a:avLst/>
            </a:prstGeom>
            <a:noFill/>
            <a:ln>
              <a:noFill/>
            </a:ln>
          </p:spPr>
        </p:pic>
        <p:pic>
          <p:nvPicPr>
            <p:cNvPr descr="Image" id="258" name="Google Shape;258;p40"/>
            <p:cNvPicPr preferRelativeResize="0"/>
            <p:nvPr/>
          </p:nvPicPr>
          <p:blipFill rotWithShape="1">
            <a:blip r:embed="rId3">
              <a:alphaModFix/>
            </a:blip>
            <a:srcRect b="54291" l="0" r="0" t="36404"/>
            <a:stretch/>
          </p:blipFill>
          <p:spPr>
            <a:xfrm>
              <a:off x="6262100" y="-3850"/>
              <a:ext cx="1898600" cy="176650"/>
            </a:xfrm>
            <a:prstGeom prst="rect">
              <a:avLst/>
            </a:prstGeom>
            <a:noFill/>
            <a:ln>
              <a:noFill/>
            </a:ln>
          </p:spPr>
        </p:pic>
      </p:grpSp>
      <p:pic>
        <p:nvPicPr>
          <p:cNvPr descr="1.png" id="259" name="Google Shape;259;p40"/>
          <p:cNvPicPr preferRelativeResize="0"/>
          <p:nvPr/>
        </p:nvPicPr>
        <p:blipFill rotWithShape="1">
          <a:blip r:embed="rId2">
            <a:alphaModFix/>
          </a:blip>
          <a:srcRect b="0" l="29746" r="0" t="86858"/>
          <a:stretch/>
        </p:blipFill>
        <p:spPr>
          <a:xfrm rot="-5400000">
            <a:off x="-1232301" y="3379801"/>
            <a:ext cx="2977026" cy="550273"/>
          </a:xfrm>
          <a:prstGeom prst="rect">
            <a:avLst/>
          </a:prstGeom>
          <a:noFill/>
          <a:ln>
            <a:noFill/>
          </a:ln>
        </p:spPr>
      </p:pic>
      <p:pic>
        <p:nvPicPr>
          <p:cNvPr descr="Image" id="260" name="Google Shape;260;p40"/>
          <p:cNvPicPr preferRelativeResize="0"/>
          <p:nvPr/>
        </p:nvPicPr>
        <p:blipFill rotWithShape="1">
          <a:blip r:embed="rId3">
            <a:alphaModFix/>
          </a:blip>
          <a:srcRect b="0" l="73812" r="0" t="0"/>
          <a:stretch/>
        </p:blipFill>
        <p:spPr>
          <a:xfrm>
            <a:off x="6" y="2067125"/>
            <a:ext cx="497200" cy="1898600"/>
          </a:xfrm>
          <a:prstGeom prst="rect">
            <a:avLst/>
          </a:prstGeom>
          <a:noFill/>
          <a:ln>
            <a:noFill/>
          </a:ln>
        </p:spPr>
      </p:pic>
      <p:pic>
        <p:nvPicPr>
          <p:cNvPr id="261" name="Google Shape;261;p40"/>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262" name="Google Shape;262;p40"/>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263" name="Google Shape;263;p40"/>
          <p:cNvSpPr txBox="1"/>
          <p:nvPr/>
        </p:nvSpPr>
        <p:spPr>
          <a:xfrm>
            <a:off x="1034475" y="1532576"/>
            <a:ext cx="3269400" cy="2976900"/>
          </a:xfrm>
          <a:prstGeom prst="rect">
            <a:avLst/>
          </a:prstGeom>
          <a:solidFill>
            <a:srgbClr val="FFEEFF"/>
          </a:solidFill>
          <a:ln cap="flat" cmpd="sng" w="152400">
            <a:solidFill>
              <a:srgbClr val="FFEEFF"/>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b="1" sz="1800">
              <a:latin typeface="Poppins"/>
              <a:ea typeface="Poppins"/>
              <a:cs typeface="Poppins"/>
              <a:sym typeface="Poppins"/>
            </a:endParaRPr>
          </a:p>
          <a:p>
            <a:pPr indent="0" lvl="0" marL="0" rtl="0" algn="ctr">
              <a:spcBef>
                <a:spcPts val="0"/>
              </a:spcBef>
              <a:spcAft>
                <a:spcPts val="1000"/>
              </a:spcAft>
              <a:buNone/>
            </a:pPr>
            <a:r>
              <a:rPr b="1" lang="en" sz="1800">
                <a:latin typeface="Poppins"/>
                <a:ea typeface="Poppins"/>
                <a:cs typeface="Poppins"/>
                <a:sym typeface="Poppins"/>
              </a:rPr>
              <a:t>Glows</a:t>
            </a:r>
            <a:endParaRPr sz="1800">
              <a:latin typeface="Poppins"/>
              <a:ea typeface="Poppins"/>
              <a:cs typeface="Poppins"/>
              <a:sym typeface="Poppins"/>
            </a:endParaRPr>
          </a:p>
        </p:txBody>
      </p:sp>
      <p:sp>
        <p:nvSpPr>
          <p:cNvPr id="264" name="Google Shape;264;p40"/>
          <p:cNvSpPr txBox="1"/>
          <p:nvPr/>
        </p:nvSpPr>
        <p:spPr>
          <a:xfrm>
            <a:off x="4840125" y="1532578"/>
            <a:ext cx="3269400" cy="2976900"/>
          </a:xfrm>
          <a:prstGeom prst="rect">
            <a:avLst/>
          </a:prstGeom>
          <a:solidFill>
            <a:srgbClr val="D7FFEE"/>
          </a:solidFill>
          <a:ln cap="flat" cmpd="sng" w="152400">
            <a:solidFill>
              <a:srgbClr val="D7FFEE"/>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b="1" sz="1800">
              <a:latin typeface="Poppins"/>
              <a:ea typeface="Poppins"/>
              <a:cs typeface="Poppins"/>
              <a:sym typeface="Poppins"/>
            </a:endParaRPr>
          </a:p>
          <a:p>
            <a:pPr indent="0" lvl="0" marL="0" rtl="0" algn="ctr">
              <a:spcBef>
                <a:spcPts val="0"/>
              </a:spcBef>
              <a:spcAft>
                <a:spcPts val="1000"/>
              </a:spcAft>
              <a:buNone/>
            </a:pPr>
            <a:r>
              <a:rPr b="1" lang="en" sz="1800">
                <a:latin typeface="Poppins"/>
                <a:ea typeface="Poppins"/>
                <a:cs typeface="Poppins"/>
                <a:sym typeface="Poppins"/>
              </a:rPr>
              <a:t>Grows</a:t>
            </a:r>
            <a:endParaRPr sz="1800">
              <a:latin typeface="Poppins"/>
              <a:ea typeface="Poppins"/>
              <a:cs typeface="Poppins"/>
              <a:sym typeface="Poppins"/>
            </a:endParaRPr>
          </a:p>
        </p:txBody>
      </p:sp>
      <p:pic>
        <p:nvPicPr>
          <p:cNvPr id="265" name="Google Shape;265;p40"/>
          <p:cNvPicPr preferRelativeResize="0"/>
          <p:nvPr/>
        </p:nvPicPr>
        <p:blipFill>
          <a:blip r:embed="rId5">
            <a:alphaModFix/>
          </a:blip>
          <a:stretch>
            <a:fillRect/>
          </a:stretch>
        </p:blipFill>
        <p:spPr>
          <a:xfrm>
            <a:off x="2341525" y="1080163"/>
            <a:ext cx="655300" cy="655300"/>
          </a:xfrm>
          <a:prstGeom prst="rect">
            <a:avLst/>
          </a:prstGeom>
          <a:noFill/>
          <a:ln>
            <a:noFill/>
          </a:ln>
        </p:spPr>
      </p:pic>
      <p:pic>
        <p:nvPicPr>
          <p:cNvPr id="266" name="Google Shape;266;p40"/>
          <p:cNvPicPr preferRelativeResize="0"/>
          <p:nvPr/>
        </p:nvPicPr>
        <p:blipFill>
          <a:blip r:embed="rId6">
            <a:alphaModFix/>
          </a:blip>
          <a:stretch>
            <a:fillRect/>
          </a:stretch>
        </p:blipFill>
        <p:spPr>
          <a:xfrm>
            <a:off x="6147175" y="1080162"/>
            <a:ext cx="655300" cy="655300"/>
          </a:xfrm>
          <a:prstGeom prst="rect">
            <a:avLst/>
          </a:prstGeom>
          <a:noFill/>
          <a:ln>
            <a:noFill/>
          </a:ln>
        </p:spPr>
      </p:pic>
      <p:sp>
        <p:nvSpPr>
          <p:cNvPr id="267" name="Google Shape;267;p40"/>
          <p:cNvSpPr txBox="1"/>
          <p:nvPr/>
        </p:nvSpPr>
        <p:spPr>
          <a:xfrm>
            <a:off x="452400" y="481263"/>
            <a:ext cx="8239200" cy="572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400">
                <a:latin typeface="Space Mono"/>
                <a:ea typeface="Space Mono"/>
                <a:cs typeface="Space Mono"/>
                <a:sym typeface="Space Mono"/>
              </a:rPr>
              <a:t>Your Feedback</a:t>
            </a:r>
            <a:endParaRPr b="1" sz="2400">
              <a:solidFill>
                <a:srgbClr val="000000"/>
              </a:solidFill>
              <a:latin typeface="Space Mono"/>
              <a:ea typeface="Space Mono"/>
              <a:cs typeface="Space Mono"/>
              <a:sym typeface="Space Mono"/>
            </a:endParaRPr>
          </a:p>
        </p:txBody>
      </p:sp>
      <p:sp>
        <p:nvSpPr>
          <p:cNvPr id="268" name="Google Shape;268;p40"/>
          <p:cNvSpPr txBox="1"/>
          <p:nvPr>
            <p:ph idx="1" type="subTitle"/>
          </p:nvPr>
        </p:nvSpPr>
        <p:spPr>
          <a:xfrm>
            <a:off x="1182525" y="2247950"/>
            <a:ext cx="2967300" cy="21897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spcBef>
                <a:spcPts val="1600"/>
              </a:spcBef>
              <a:spcAft>
                <a:spcPts val="1600"/>
              </a:spcAft>
              <a:buClr>
                <a:schemeClr val="dk1"/>
              </a:buClr>
              <a:buSzPts val="1800"/>
              <a:buFont typeface="Poppins"/>
              <a:buNone/>
              <a:defRPr sz="1800">
                <a:solidFill>
                  <a:schemeClr val="dk1"/>
                </a:solidFill>
                <a:latin typeface="Poppins"/>
                <a:ea typeface="Poppins"/>
                <a:cs typeface="Poppins"/>
                <a:sym typeface="Poppins"/>
              </a:defRPr>
            </a:lvl9pPr>
          </a:lstStyle>
          <a:p/>
        </p:txBody>
      </p:sp>
      <p:sp>
        <p:nvSpPr>
          <p:cNvPr id="269" name="Google Shape;269;p40"/>
          <p:cNvSpPr txBox="1"/>
          <p:nvPr>
            <p:ph idx="2" type="subTitle"/>
          </p:nvPr>
        </p:nvSpPr>
        <p:spPr>
          <a:xfrm>
            <a:off x="4991175" y="2247950"/>
            <a:ext cx="2967300" cy="21897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spcBef>
                <a:spcPts val="1600"/>
              </a:spcBef>
              <a:spcAft>
                <a:spcPts val="1600"/>
              </a:spcAft>
              <a:buClr>
                <a:schemeClr val="dk1"/>
              </a:buClr>
              <a:buSzPts val="1800"/>
              <a:buFont typeface="Poppins"/>
              <a:buNone/>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74" name="Shape 274"/>
        <p:cNvGrpSpPr/>
        <p:nvPr/>
      </p:nvGrpSpPr>
      <p:grpSpPr>
        <a:xfrm>
          <a:off x="0" y="0"/>
          <a:ext cx="0" cy="0"/>
          <a:chOff x="0" y="0"/>
          <a:chExt cx="0" cy="0"/>
        </a:xfrm>
      </p:grpSpPr>
      <p:sp>
        <p:nvSpPr>
          <p:cNvPr id="275" name="Google Shape;275;p4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276" name="Google Shape;276;p4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277" name="Google Shape;277;p4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8" name="Shape 278"/>
        <p:cNvGrpSpPr/>
        <p:nvPr/>
      </p:nvGrpSpPr>
      <p:grpSpPr>
        <a:xfrm>
          <a:off x="0" y="0"/>
          <a:ext cx="0" cy="0"/>
          <a:chOff x="0" y="0"/>
          <a:chExt cx="0" cy="0"/>
        </a:xfrm>
      </p:grpSpPr>
      <p:sp>
        <p:nvSpPr>
          <p:cNvPr id="279" name="Google Shape;279;p4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280" name="Google Shape;280;p4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81" name="Shape 281"/>
        <p:cNvGrpSpPr/>
        <p:nvPr/>
      </p:nvGrpSpPr>
      <p:grpSpPr>
        <a:xfrm>
          <a:off x="0" y="0"/>
          <a:ext cx="0" cy="0"/>
          <a:chOff x="0" y="0"/>
          <a:chExt cx="0" cy="0"/>
        </a:xfrm>
      </p:grpSpPr>
      <p:sp>
        <p:nvSpPr>
          <p:cNvPr id="282" name="Google Shape;282;p4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83" name="Google Shape;283;p4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84" name="Google Shape;284;p4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85" name="Shape 285"/>
        <p:cNvGrpSpPr/>
        <p:nvPr/>
      </p:nvGrpSpPr>
      <p:grpSpPr>
        <a:xfrm>
          <a:off x="0" y="0"/>
          <a:ext cx="0" cy="0"/>
          <a:chOff x="0" y="0"/>
          <a:chExt cx="0" cy="0"/>
        </a:xfrm>
      </p:grpSpPr>
      <p:sp>
        <p:nvSpPr>
          <p:cNvPr id="286" name="Google Shape;286;p4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87" name="Google Shape;287;p4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88" name="Google Shape;288;p4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89" name="Google Shape;289;p4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90" name="Shape 290"/>
        <p:cNvGrpSpPr/>
        <p:nvPr/>
      </p:nvGrpSpPr>
      <p:grpSpPr>
        <a:xfrm>
          <a:off x="0" y="0"/>
          <a:ext cx="0" cy="0"/>
          <a:chOff x="0" y="0"/>
          <a:chExt cx="0" cy="0"/>
        </a:xfrm>
      </p:grpSpPr>
      <p:sp>
        <p:nvSpPr>
          <p:cNvPr id="291" name="Google Shape;291;p4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92" name="Google Shape;292;p4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93" name="Shape 293"/>
        <p:cNvGrpSpPr/>
        <p:nvPr/>
      </p:nvGrpSpPr>
      <p:grpSpPr>
        <a:xfrm>
          <a:off x="0" y="0"/>
          <a:ext cx="0" cy="0"/>
          <a:chOff x="0" y="0"/>
          <a:chExt cx="0" cy="0"/>
        </a:xfrm>
      </p:grpSpPr>
      <p:sp>
        <p:nvSpPr>
          <p:cNvPr id="294" name="Google Shape;294;p4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295" name="Google Shape;295;p4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96" name="Google Shape;296;p4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297" name="Shape 297"/>
        <p:cNvGrpSpPr/>
        <p:nvPr/>
      </p:nvGrpSpPr>
      <p:grpSpPr>
        <a:xfrm>
          <a:off x="0" y="0"/>
          <a:ext cx="0" cy="0"/>
          <a:chOff x="0" y="0"/>
          <a:chExt cx="0" cy="0"/>
        </a:xfrm>
      </p:grpSpPr>
      <p:sp>
        <p:nvSpPr>
          <p:cNvPr id="298" name="Google Shape;298;p4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299" name="Google Shape;299;p4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00" name="Shape 300"/>
        <p:cNvGrpSpPr/>
        <p:nvPr/>
      </p:nvGrpSpPr>
      <p:grpSpPr>
        <a:xfrm>
          <a:off x="0" y="0"/>
          <a:ext cx="0" cy="0"/>
          <a:chOff x="0" y="0"/>
          <a:chExt cx="0" cy="0"/>
        </a:xfrm>
      </p:grpSpPr>
      <p:sp>
        <p:nvSpPr>
          <p:cNvPr id="301" name="Google Shape;301;p4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 name="Google Shape;302;p4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03" name="Google Shape;303;p4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04" name="Google Shape;304;p4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305" name="Google Shape;305;p4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306" name="Shape 306"/>
        <p:cNvGrpSpPr/>
        <p:nvPr/>
      </p:nvGrpSpPr>
      <p:grpSpPr>
        <a:xfrm>
          <a:off x="0" y="0"/>
          <a:ext cx="0" cy="0"/>
          <a:chOff x="0" y="0"/>
          <a:chExt cx="0" cy="0"/>
        </a:xfrm>
      </p:grpSpPr>
      <p:sp>
        <p:nvSpPr>
          <p:cNvPr id="307" name="Google Shape;307;p5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308" name="Google Shape;308;p5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309" name="Shape 309"/>
        <p:cNvGrpSpPr/>
        <p:nvPr/>
      </p:nvGrpSpPr>
      <p:grpSpPr>
        <a:xfrm>
          <a:off x="0" y="0"/>
          <a:ext cx="0" cy="0"/>
          <a:chOff x="0" y="0"/>
          <a:chExt cx="0" cy="0"/>
        </a:xfrm>
      </p:grpSpPr>
      <p:sp>
        <p:nvSpPr>
          <p:cNvPr id="310" name="Google Shape;310;p5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311" name="Google Shape;311;p5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312" name="Google Shape;312;p5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313" name="Shape 313"/>
        <p:cNvGrpSpPr/>
        <p:nvPr/>
      </p:nvGrpSpPr>
      <p:grpSpPr>
        <a:xfrm>
          <a:off x="0" y="0"/>
          <a:ext cx="0" cy="0"/>
          <a:chOff x="0" y="0"/>
          <a:chExt cx="0" cy="0"/>
        </a:xfrm>
      </p:grpSpPr>
      <p:sp>
        <p:nvSpPr>
          <p:cNvPr id="314" name="Google Shape;314;p5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2 - Title Card">
  <p:cSld name="CUSTOM_7">
    <p:spTree>
      <p:nvGrpSpPr>
        <p:cNvPr id="315" name="Shape 315"/>
        <p:cNvGrpSpPr/>
        <p:nvPr/>
      </p:nvGrpSpPr>
      <p:grpSpPr>
        <a:xfrm>
          <a:off x="0" y="0"/>
          <a:ext cx="0" cy="0"/>
          <a:chOff x="0" y="0"/>
          <a:chExt cx="0" cy="0"/>
        </a:xfrm>
      </p:grpSpPr>
      <p:pic>
        <p:nvPicPr>
          <p:cNvPr descr="Divider4.png" id="316" name="Google Shape;316;p53"/>
          <p:cNvPicPr preferRelativeResize="0"/>
          <p:nvPr/>
        </p:nvPicPr>
        <p:blipFill rotWithShape="1">
          <a:blip r:embed="rId2">
            <a:alphaModFix/>
          </a:blip>
          <a:srcRect b="0" l="0" r="0" t="0"/>
          <a:stretch/>
        </p:blipFill>
        <p:spPr>
          <a:xfrm>
            <a:off x="0" y="0"/>
            <a:ext cx="9144002" cy="5143501"/>
          </a:xfrm>
          <a:prstGeom prst="rect">
            <a:avLst/>
          </a:prstGeom>
          <a:noFill/>
          <a:ln>
            <a:noFill/>
          </a:ln>
        </p:spPr>
      </p:pic>
      <p:pic>
        <p:nvPicPr>
          <p:cNvPr id="317" name="Google Shape;317;p53"/>
          <p:cNvPicPr preferRelativeResize="0"/>
          <p:nvPr/>
        </p:nvPicPr>
        <p:blipFill>
          <a:blip r:embed="rId3">
            <a:alphaModFix/>
          </a:blip>
          <a:stretch>
            <a:fillRect/>
          </a:stretch>
        </p:blipFill>
        <p:spPr>
          <a:xfrm>
            <a:off x="1037765" y="1310001"/>
            <a:ext cx="1717224" cy="1720450"/>
          </a:xfrm>
          <a:prstGeom prst="rect">
            <a:avLst/>
          </a:prstGeom>
          <a:noFill/>
          <a:ln>
            <a:noFill/>
          </a:ln>
        </p:spPr>
      </p:pic>
      <p:pic>
        <p:nvPicPr>
          <p:cNvPr id="318" name="Google Shape;318;p53"/>
          <p:cNvPicPr preferRelativeResize="0"/>
          <p:nvPr/>
        </p:nvPicPr>
        <p:blipFill>
          <a:blip r:embed="rId4">
            <a:alphaModFix/>
          </a:blip>
          <a:stretch>
            <a:fillRect/>
          </a:stretch>
        </p:blipFill>
        <p:spPr>
          <a:xfrm>
            <a:off x="5781725" y="106625"/>
            <a:ext cx="3208724" cy="759025"/>
          </a:xfrm>
          <a:prstGeom prst="rect">
            <a:avLst/>
          </a:prstGeom>
          <a:noFill/>
          <a:ln>
            <a:noFill/>
          </a:ln>
        </p:spPr>
      </p:pic>
      <p:sp>
        <p:nvSpPr>
          <p:cNvPr id="319" name="Google Shape;319;p53"/>
          <p:cNvSpPr txBox="1"/>
          <p:nvPr>
            <p:ph type="title"/>
          </p:nvPr>
        </p:nvSpPr>
        <p:spPr>
          <a:xfrm>
            <a:off x="1628200" y="1807975"/>
            <a:ext cx="5887800" cy="724500"/>
          </a:xfrm>
          <a:prstGeom prst="rect">
            <a:avLst/>
          </a:prstGeom>
          <a:solidFill>
            <a:schemeClr val="lt1"/>
          </a:solidFill>
          <a:ln cap="flat" cmpd="sng" w="228600">
            <a:solidFill>
              <a:schemeClr val="lt1"/>
            </a:solidFill>
            <a:prstDash val="solid"/>
            <a:round/>
            <a:headEnd len="sm" w="sm" type="none"/>
            <a:tailEnd len="sm" w="sm" type="none"/>
          </a:ln>
        </p:spPr>
        <p:txBody>
          <a:bodyPr anchorCtr="0" anchor="ctr" bIns="91425" lIns="91425" spcFirstLastPara="1" rIns="91425" wrap="square" tIns="91425">
            <a:normAutofit/>
          </a:bodyPr>
          <a:lstStyle>
            <a:lvl1pPr lvl="0" algn="ctr">
              <a:spcBef>
                <a:spcPts val="0"/>
              </a:spcBef>
              <a:spcAft>
                <a:spcPts val="0"/>
              </a:spcAft>
              <a:buSzPts val="5500"/>
              <a:buFont typeface="Space Mono"/>
              <a:buNone/>
              <a:defRPr sz="5500">
                <a:latin typeface="Space Mono"/>
                <a:ea typeface="Space Mono"/>
                <a:cs typeface="Space Mono"/>
                <a:sym typeface="Space Mono"/>
              </a:defRPr>
            </a:lvl1pPr>
            <a:lvl2pPr lvl="1" algn="ctr">
              <a:spcBef>
                <a:spcPts val="0"/>
              </a:spcBef>
              <a:spcAft>
                <a:spcPts val="0"/>
              </a:spcAft>
              <a:buSzPts val="5500"/>
              <a:buFont typeface="Space Mono"/>
              <a:buNone/>
              <a:defRPr sz="5500">
                <a:latin typeface="Space Mono"/>
                <a:ea typeface="Space Mono"/>
                <a:cs typeface="Space Mono"/>
                <a:sym typeface="Space Mono"/>
              </a:defRPr>
            </a:lvl2pPr>
            <a:lvl3pPr lvl="2" algn="ctr">
              <a:spcBef>
                <a:spcPts val="0"/>
              </a:spcBef>
              <a:spcAft>
                <a:spcPts val="0"/>
              </a:spcAft>
              <a:buSzPts val="5500"/>
              <a:buFont typeface="Space Mono"/>
              <a:buNone/>
              <a:defRPr sz="5500">
                <a:latin typeface="Space Mono"/>
                <a:ea typeface="Space Mono"/>
                <a:cs typeface="Space Mono"/>
                <a:sym typeface="Space Mono"/>
              </a:defRPr>
            </a:lvl3pPr>
            <a:lvl4pPr lvl="3" algn="ctr">
              <a:spcBef>
                <a:spcPts val="0"/>
              </a:spcBef>
              <a:spcAft>
                <a:spcPts val="0"/>
              </a:spcAft>
              <a:buSzPts val="5500"/>
              <a:buFont typeface="Space Mono"/>
              <a:buNone/>
              <a:defRPr sz="5500">
                <a:latin typeface="Space Mono"/>
                <a:ea typeface="Space Mono"/>
                <a:cs typeface="Space Mono"/>
                <a:sym typeface="Space Mono"/>
              </a:defRPr>
            </a:lvl4pPr>
            <a:lvl5pPr lvl="4" algn="ctr">
              <a:spcBef>
                <a:spcPts val="0"/>
              </a:spcBef>
              <a:spcAft>
                <a:spcPts val="0"/>
              </a:spcAft>
              <a:buSzPts val="5500"/>
              <a:buFont typeface="Space Mono"/>
              <a:buNone/>
              <a:defRPr sz="5500">
                <a:latin typeface="Space Mono"/>
                <a:ea typeface="Space Mono"/>
                <a:cs typeface="Space Mono"/>
                <a:sym typeface="Space Mono"/>
              </a:defRPr>
            </a:lvl5pPr>
            <a:lvl6pPr lvl="5" algn="ctr">
              <a:spcBef>
                <a:spcPts val="0"/>
              </a:spcBef>
              <a:spcAft>
                <a:spcPts val="0"/>
              </a:spcAft>
              <a:buSzPts val="5500"/>
              <a:buFont typeface="Space Mono"/>
              <a:buNone/>
              <a:defRPr sz="5500">
                <a:latin typeface="Space Mono"/>
                <a:ea typeface="Space Mono"/>
                <a:cs typeface="Space Mono"/>
                <a:sym typeface="Space Mono"/>
              </a:defRPr>
            </a:lvl6pPr>
            <a:lvl7pPr lvl="6" algn="ctr">
              <a:spcBef>
                <a:spcPts val="0"/>
              </a:spcBef>
              <a:spcAft>
                <a:spcPts val="0"/>
              </a:spcAft>
              <a:buSzPts val="5500"/>
              <a:buFont typeface="Space Mono"/>
              <a:buNone/>
              <a:defRPr sz="5500">
                <a:latin typeface="Space Mono"/>
                <a:ea typeface="Space Mono"/>
                <a:cs typeface="Space Mono"/>
                <a:sym typeface="Space Mono"/>
              </a:defRPr>
            </a:lvl7pPr>
            <a:lvl8pPr lvl="7" algn="ctr">
              <a:spcBef>
                <a:spcPts val="0"/>
              </a:spcBef>
              <a:spcAft>
                <a:spcPts val="0"/>
              </a:spcAft>
              <a:buSzPts val="5500"/>
              <a:buFont typeface="Space Mono"/>
              <a:buNone/>
              <a:defRPr sz="5500">
                <a:latin typeface="Space Mono"/>
                <a:ea typeface="Space Mono"/>
                <a:cs typeface="Space Mono"/>
                <a:sym typeface="Space Mono"/>
              </a:defRPr>
            </a:lvl8pPr>
            <a:lvl9pPr lvl="8" algn="ctr">
              <a:spcBef>
                <a:spcPts val="0"/>
              </a:spcBef>
              <a:spcAft>
                <a:spcPts val="0"/>
              </a:spcAft>
              <a:buSzPts val="5500"/>
              <a:buFont typeface="Space Mono"/>
              <a:buNone/>
              <a:defRPr sz="5500">
                <a:latin typeface="Space Mono"/>
                <a:ea typeface="Space Mono"/>
                <a:cs typeface="Space Mono"/>
                <a:sym typeface="Space Mono"/>
              </a:defRPr>
            </a:lvl9pPr>
          </a:lstStyle>
          <a:p/>
        </p:txBody>
      </p:sp>
      <p:sp>
        <p:nvSpPr>
          <p:cNvPr id="320" name="Google Shape;320;p53"/>
          <p:cNvSpPr txBox="1"/>
          <p:nvPr>
            <p:ph idx="1" type="subTitle"/>
          </p:nvPr>
        </p:nvSpPr>
        <p:spPr>
          <a:xfrm>
            <a:off x="2360925" y="3126675"/>
            <a:ext cx="1979100" cy="380700"/>
          </a:xfrm>
          <a:prstGeom prst="rect">
            <a:avLst/>
          </a:prstGeom>
          <a:solidFill>
            <a:srgbClr val="1B1C57"/>
          </a:solidFill>
          <a:ln cap="flat" cmpd="sng" w="228600">
            <a:solidFill>
              <a:srgbClr val="1B1C57"/>
            </a:solidFill>
            <a:prstDash val="solid"/>
            <a:round/>
            <a:headEnd len="sm" w="sm" type="none"/>
            <a:tailEnd len="sm" w="sm" type="none"/>
          </a:ln>
        </p:spPr>
        <p:txBody>
          <a:bodyPr anchorCtr="0" anchor="ctr" bIns="91425" lIns="91425" spcFirstLastPara="1" rIns="91425" wrap="square" tIns="91425">
            <a:normAutofit/>
          </a:bodyPr>
          <a:lstStyle>
            <a:lvl1pPr lvl="0" algn="ctr">
              <a:lnSpc>
                <a:spcPct val="100000"/>
              </a:lnSpc>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1pPr>
            <a:lvl2pPr lvl="1" algn="ctr">
              <a:lnSpc>
                <a:spcPct val="100000"/>
              </a:lnSpc>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2pPr>
            <a:lvl3pPr lvl="2" algn="ctr">
              <a:lnSpc>
                <a:spcPct val="100000"/>
              </a:lnSpc>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3pPr>
            <a:lvl4pPr lvl="3" algn="ctr">
              <a:lnSpc>
                <a:spcPct val="100000"/>
              </a:lnSpc>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4pPr>
            <a:lvl5pPr lvl="4" algn="ctr">
              <a:lnSpc>
                <a:spcPct val="100000"/>
              </a:lnSpc>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5pPr>
            <a:lvl6pPr lvl="5" algn="ctr">
              <a:lnSpc>
                <a:spcPct val="100000"/>
              </a:lnSpc>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6pPr>
            <a:lvl7pPr lvl="6" algn="ctr">
              <a:lnSpc>
                <a:spcPct val="100000"/>
              </a:lnSpc>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7pPr>
            <a:lvl8pPr lvl="7" algn="ctr">
              <a:lnSpc>
                <a:spcPct val="100000"/>
              </a:lnSpc>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8pPr>
            <a:lvl9pPr lvl="8" algn="ctr">
              <a:lnSpc>
                <a:spcPct val="100000"/>
              </a:lnSpc>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9pPr>
          </a:lstStyle>
          <a:p/>
        </p:txBody>
      </p:sp>
      <p:sp>
        <p:nvSpPr>
          <p:cNvPr id="321" name="Google Shape;321;p53"/>
          <p:cNvSpPr txBox="1"/>
          <p:nvPr>
            <p:ph idx="2" type="subTitle"/>
          </p:nvPr>
        </p:nvSpPr>
        <p:spPr>
          <a:xfrm>
            <a:off x="4803950" y="3126675"/>
            <a:ext cx="1979100" cy="380700"/>
          </a:xfrm>
          <a:prstGeom prst="rect">
            <a:avLst/>
          </a:prstGeom>
          <a:solidFill>
            <a:srgbClr val="1B1C57"/>
          </a:solidFill>
          <a:ln cap="flat" cmpd="sng" w="228600">
            <a:solidFill>
              <a:srgbClr val="1B1C57"/>
            </a:solidFill>
            <a:prstDash val="solid"/>
            <a:round/>
            <a:headEnd len="sm" w="sm" type="none"/>
            <a:tailEnd len="sm" w="sm" type="none"/>
          </a:ln>
        </p:spPr>
        <p:txBody>
          <a:bodyPr anchorCtr="0" anchor="ctr" bIns="91425" lIns="91425" spcFirstLastPara="1" rIns="91425" wrap="square" tIns="91425">
            <a:normAutofit/>
          </a:bodyPr>
          <a:lstStyle>
            <a:lvl1pPr lvl="0" algn="ctr">
              <a:lnSpc>
                <a:spcPct val="100000"/>
              </a:lnSpc>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1pPr>
            <a:lvl2pPr lvl="1" algn="ctr">
              <a:lnSpc>
                <a:spcPct val="100000"/>
              </a:lnSpc>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2pPr>
            <a:lvl3pPr lvl="2" algn="ctr">
              <a:lnSpc>
                <a:spcPct val="100000"/>
              </a:lnSpc>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3pPr>
            <a:lvl4pPr lvl="3" algn="ctr">
              <a:lnSpc>
                <a:spcPct val="100000"/>
              </a:lnSpc>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4pPr>
            <a:lvl5pPr lvl="4" algn="ctr">
              <a:lnSpc>
                <a:spcPct val="100000"/>
              </a:lnSpc>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5pPr>
            <a:lvl6pPr lvl="5" algn="ctr">
              <a:lnSpc>
                <a:spcPct val="100000"/>
              </a:lnSpc>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6pPr>
            <a:lvl7pPr lvl="6" algn="ctr">
              <a:lnSpc>
                <a:spcPct val="100000"/>
              </a:lnSpc>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7pPr>
            <a:lvl8pPr lvl="7" algn="ctr">
              <a:lnSpc>
                <a:spcPct val="100000"/>
              </a:lnSpc>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8pPr>
            <a:lvl9pPr lvl="8" algn="ctr">
              <a:lnSpc>
                <a:spcPct val="100000"/>
              </a:lnSpc>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9pPr>
          </a:lstStyle>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2 - Discussion Prompt">
  <p:cSld name="CUSTOM_6">
    <p:spTree>
      <p:nvGrpSpPr>
        <p:cNvPr id="322" name="Shape 322"/>
        <p:cNvGrpSpPr/>
        <p:nvPr/>
      </p:nvGrpSpPr>
      <p:grpSpPr>
        <a:xfrm>
          <a:off x="0" y="0"/>
          <a:ext cx="0" cy="0"/>
          <a:chOff x="0" y="0"/>
          <a:chExt cx="0" cy="0"/>
        </a:xfrm>
      </p:grpSpPr>
      <p:pic>
        <p:nvPicPr>
          <p:cNvPr id="323" name="Google Shape;323;p54"/>
          <p:cNvPicPr preferRelativeResize="0"/>
          <p:nvPr/>
        </p:nvPicPr>
        <p:blipFill rotWithShape="1">
          <a:blip r:embed="rId2">
            <a:alphaModFix/>
          </a:blip>
          <a:srcRect b="74121" l="54584" r="17188" t="10928"/>
          <a:stretch/>
        </p:blipFill>
        <p:spPr>
          <a:xfrm>
            <a:off x="0" y="4089375"/>
            <a:ext cx="2024750" cy="1054123"/>
          </a:xfrm>
          <a:prstGeom prst="rect">
            <a:avLst/>
          </a:prstGeom>
          <a:noFill/>
          <a:ln>
            <a:noFill/>
          </a:ln>
        </p:spPr>
      </p:pic>
      <p:pic>
        <p:nvPicPr>
          <p:cNvPr id="324" name="Google Shape;324;p54"/>
          <p:cNvPicPr preferRelativeResize="0"/>
          <p:nvPr/>
        </p:nvPicPr>
        <p:blipFill rotWithShape="1">
          <a:blip r:embed="rId3">
            <a:alphaModFix/>
          </a:blip>
          <a:srcRect b="57773" l="27820" r="30811" t="19033"/>
          <a:stretch/>
        </p:blipFill>
        <p:spPr>
          <a:xfrm>
            <a:off x="-3355" y="3951836"/>
            <a:ext cx="2123899" cy="1192951"/>
          </a:xfrm>
          <a:prstGeom prst="rect">
            <a:avLst/>
          </a:prstGeom>
          <a:noFill/>
          <a:ln>
            <a:noFill/>
          </a:ln>
        </p:spPr>
      </p:pic>
      <p:sp>
        <p:nvSpPr>
          <p:cNvPr id="325" name="Google Shape;325;p54"/>
          <p:cNvSpPr txBox="1"/>
          <p:nvPr>
            <p:ph idx="1" type="subTitle"/>
          </p:nvPr>
        </p:nvSpPr>
        <p:spPr>
          <a:xfrm>
            <a:off x="7103500" y="551600"/>
            <a:ext cx="1617300" cy="431700"/>
          </a:xfrm>
          <a:prstGeom prst="rect">
            <a:avLst/>
          </a:prstGeom>
          <a:solidFill>
            <a:srgbClr val="FFEEFF"/>
          </a:solidFill>
          <a:ln cap="flat" cmpd="sng" w="152400">
            <a:solidFill>
              <a:srgbClr val="FFEEFF"/>
            </a:solidFill>
            <a:prstDash val="solid"/>
            <a:round/>
            <a:headEnd len="sm" w="sm" type="none"/>
            <a:tailEnd len="sm" w="sm" type="none"/>
          </a:ln>
        </p:spPr>
        <p:txBody>
          <a:bodyPr anchorCtr="0" anchor="t" bIns="91425" lIns="91425" spcFirstLastPara="1" rIns="91425" wrap="square" tIns="91425">
            <a:norm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326" name="Google Shape;326;p54"/>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327" name="Google Shape;327;p54"/>
          <p:cNvSpPr txBox="1"/>
          <p:nvPr>
            <p:ph idx="12" type="sldNum"/>
          </p:nvPr>
        </p:nvSpPr>
        <p:spPr>
          <a:xfrm>
            <a:off x="8543625" y="4795150"/>
            <a:ext cx="548700" cy="303000"/>
          </a:xfrm>
          <a:prstGeom prst="rect">
            <a:avLst/>
          </a:prstGeom>
        </p:spPr>
        <p:txBody>
          <a:bodyPr anchorCtr="0" anchor="ctr" bIns="91425" lIns="91425" spcFirstLastPara="1" rIns="91425" wrap="square" tIns="91425">
            <a:normAutofit fontScale="92500" lnSpcReduction="20000"/>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pic>
        <p:nvPicPr>
          <p:cNvPr id="328" name="Google Shape;328;p54"/>
          <p:cNvPicPr preferRelativeResize="0"/>
          <p:nvPr/>
        </p:nvPicPr>
        <p:blipFill>
          <a:blip r:embed="rId5">
            <a:alphaModFix/>
          </a:blip>
          <a:stretch>
            <a:fillRect/>
          </a:stretch>
        </p:blipFill>
        <p:spPr>
          <a:xfrm>
            <a:off x="434600" y="440000"/>
            <a:ext cx="654950" cy="654950"/>
          </a:xfrm>
          <a:prstGeom prst="rect">
            <a:avLst/>
          </a:prstGeom>
          <a:noFill/>
          <a:ln>
            <a:noFill/>
          </a:ln>
        </p:spPr>
      </p:pic>
      <p:sp>
        <p:nvSpPr>
          <p:cNvPr id="329" name="Google Shape;329;p54"/>
          <p:cNvSpPr txBox="1"/>
          <p:nvPr/>
        </p:nvSpPr>
        <p:spPr>
          <a:xfrm>
            <a:off x="1154000" y="440000"/>
            <a:ext cx="36480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solidFill>
                  <a:srgbClr val="000000"/>
                </a:solidFill>
                <a:latin typeface="Poppins"/>
                <a:ea typeface="Poppins"/>
                <a:cs typeface="Poppins"/>
                <a:sym typeface="Poppins"/>
              </a:rPr>
              <a:t>Discussion</a:t>
            </a:r>
            <a:endParaRPr/>
          </a:p>
        </p:txBody>
      </p:sp>
      <p:sp>
        <p:nvSpPr>
          <p:cNvPr id="330" name="Google Shape;330;p54"/>
          <p:cNvSpPr txBox="1"/>
          <p:nvPr>
            <p:ph idx="2" type="body"/>
          </p:nvPr>
        </p:nvSpPr>
        <p:spPr>
          <a:xfrm>
            <a:off x="604800" y="1412888"/>
            <a:ext cx="8239200" cy="33603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4 - Text">
  <p:cSld name="CUSTOM_1_1_1">
    <p:spTree>
      <p:nvGrpSpPr>
        <p:cNvPr id="331" name="Shape 331"/>
        <p:cNvGrpSpPr/>
        <p:nvPr/>
      </p:nvGrpSpPr>
      <p:grpSpPr>
        <a:xfrm>
          <a:off x="0" y="0"/>
          <a:ext cx="0" cy="0"/>
          <a:chOff x="0" y="0"/>
          <a:chExt cx="0" cy="0"/>
        </a:xfrm>
      </p:grpSpPr>
      <p:pic>
        <p:nvPicPr>
          <p:cNvPr id="332" name="Google Shape;332;p55"/>
          <p:cNvPicPr preferRelativeResize="0"/>
          <p:nvPr/>
        </p:nvPicPr>
        <p:blipFill rotWithShape="1">
          <a:blip r:embed="rId2">
            <a:alphaModFix/>
          </a:blip>
          <a:srcRect b="12755" l="73007" r="0" t="25835"/>
          <a:stretch/>
        </p:blipFill>
        <p:spPr>
          <a:xfrm flipH="1" rot="10800000">
            <a:off x="0" y="2754401"/>
            <a:ext cx="1007652" cy="2291299"/>
          </a:xfrm>
          <a:prstGeom prst="rect">
            <a:avLst/>
          </a:prstGeom>
          <a:noFill/>
          <a:ln>
            <a:noFill/>
          </a:ln>
        </p:spPr>
      </p:pic>
      <p:pic>
        <p:nvPicPr>
          <p:cNvPr descr="Image" id="333" name="Google Shape;333;p55"/>
          <p:cNvPicPr preferRelativeResize="0"/>
          <p:nvPr/>
        </p:nvPicPr>
        <p:blipFill rotWithShape="1">
          <a:blip r:embed="rId3">
            <a:alphaModFix/>
          </a:blip>
          <a:srcRect b="0" l="73812" r="0" t="0"/>
          <a:stretch/>
        </p:blipFill>
        <p:spPr>
          <a:xfrm>
            <a:off x="6" y="3244900"/>
            <a:ext cx="497200" cy="1898600"/>
          </a:xfrm>
          <a:prstGeom prst="rect">
            <a:avLst/>
          </a:prstGeom>
          <a:noFill/>
          <a:ln>
            <a:noFill/>
          </a:ln>
        </p:spPr>
      </p:pic>
      <p:sp>
        <p:nvSpPr>
          <p:cNvPr id="334" name="Google Shape;334;p55"/>
          <p:cNvSpPr txBox="1"/>
          <p:nvPr>
            <p:ph type="title"/>
          </p:nvPr>
        </p:nvSpPr>
        <p:spPr>
          <a:xfrm>
            <a:off x="452400" y="481263"/>
            <a:ext cx="8239200" cy="572400"/>
          </a:xfrm>
          <a:prstGeom prst="rect">
            <a:avLst/>
          </a:prstGeom>
        </p:spPr>
        <p:txBody>
          <a:bodyPr anchorCtr="0" anchor="t" bIns="91425" lIns="91425" spcFirstLastPara="1" rIns="91425" wrap="square" tIns="91425">
            <a:norm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
        <p:nvSpPr>
          <p:cNvPr id="335" name="Google Shape;335;p55"/>
          <p:cNvSpPr txBox="1"/>
          <p:nvPr>
            <p:ph idx="1" type="body"/>
          </p:nvPr>
        </p:nvSpPr>
        <p:spPr>
          <a:xfrm>
            <a:off x="452400" y="1132825"/>
            <a:ext cx="8239200" cy="34881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336" name="Google Shape;336;p55"/>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337" name="Google Shape;337;p55"/>
          <p:cNvSpPr txBox="1"/>
          <p:nvPr>
            <p:ph idx="12" type="sldNum"/>
          </p:nvPr>
        </p:nvSpPr>
        <p:spPr>
          <a:xfrm>
            <a:off x="8543625" y="4795150"/>
            <a:ext cx="548700" cy="303000"/>
          </a:xfrm>
          <a:prstGeom prst="rect">
            <a:avLst/>
          </a:prstGeom>
        </p:spPr>
        <p:txBody>
          <a:bodyPr anchorCtr="0" anchor="ctr" bIns="91425" lIns="91425" spcFirstLastPara="1" rIns="91425" wrap="square" tIns="91425">
            <a:normAutofit fontScale="92500" lnSpcReduction="20000"/>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pic>
        <p:nvPicPr>
          <p:cNvPr id="338" name="Google Shape;338;p55"/>
          <p:cNvPicPr preferRelativeResize="0"/>
          <p:nvPr/>
        </p:nvPicPr>
        <p:blipFill rotWithShape="1">
          <a:blip r:embed="rId5">
            <a:alphaModFix/>
          </a:blip>
          <a:srcRect b="0" l="86045" r="0" t="25418"/>
          <a:stretch/>
        </p:blipFill>
        <p:spPr>
          <a:xfrm rot="5400000">
            <a:off x="7212900" y="-1425024"/>
            <a:ext cx="510701" cy="3360749"/>
          </a:xfrm>
          <a:prstGeom prst="rect">
            <a:avLst/>
          </a:prstGeom>
          <a:noFill/>
          <a:ln>
            <a:noFill/>
          </a:ln>
        </p:spPr>
      </p:pic>
      <p:pic>
        <p:nvPicPr>
          <p:cNvPr descr="Image" id="339" name="Google Shape;339;p55"/>
          <p:cNvPicPr preferRelativeResize="0"/>
          <p:nvPr/>
        </p:nvPicPr>
        <p:blipFill rotWithShape="1">
          <a:blip r:embed="rId3">
            <a:alphaModFix/>
          </a:blip>
          <a:srcRect b="54289" l="0" r="5482" t="14989"/>
          <a:stretch/>
        </p:blipFill>
        <p:spPr>
          <a:xfrm>
            <a:off x="7354100" y="-1"/>
            <a:ext cx="1794526" cy="583275"/>
          </a:xfrm>
          <a:prstGeom prst="rect">
            <a:avLst/>
          </a:prstGeom>
          <a:noFill/>
          <a:ln>
            <a:noFill/>
          </a:ln>
        </p:spPr>
      </p:pic>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 - Section Card">
  <p:cSld name="CUSTOM_2">
    <p:spTree>
      <p:nvGrpSpPr>
        <p:cNvPr id="340" name="Shape 340"/>
        <p:cNvGrpSpPr/>
        <p:nvPr/>
      </p:nvGrpSpPr>
      <p:grpSpPr>
        <a:xfrm>
          <a:off x="0" y="0"/>
          <a:ext cx="0" cy="0"/>
          <a:chOff x="0" y="0"/>
          <a:chExt cx="0" cy="0"/>
        </a:xfrm>
      </p:grpSpPr>
      <p:pic>
        <p:nvPicPr>
          <p:cNvPr descr="Divider1.png" id="341" name="Google Shape;341;p56"/>
          <p:cNvPicPr preferRelativeResize="0"/>
          <p:nvPr/>
        </p:nvPicPr>
        <p:blipFill rotWithShape="1">
          <a:blip r:embed="rId2">
            <a:alphaModFix/>
          </a:blip>
          <a:srcRect b="0" l="0" r="0" t="0"/>
          <a:stretch/>
        </p:blipFill>
        <p:spPr>
          <a:xfrm>
            <a:off x="0" y="0"/>
            <a:ext cx="9144002" cy="5143501"/>
          </a:xfrm>
          <a:prstGeom prst="rect">
            <a:avLst/>
          </a:prstGeom>
          <a:noFill/>
          <a:ln>
            <a:noFill/>
          </a:ln>
        </p:spPr>
      </p:pic>
      <p:sp>
        <p:nvSpPr>
          <p:cNvPr id="342" name="Google Shape;342;p56"/>
          <p:cNvSpPr txBox="1"/>
          <p:nvPr>
            <p:ph type="title"/>
          </p:nvPr>
        </p:nvSpPr>
        <p:spPr>
          <a:xfrm>
            <a:off x="884825" y="2317200"/>
            <a:ext cx="3157800" cy="509100"/>
          </a:xfrm>
          <a:prstGeom prst="rect">
            <a:avLst/>
          </a:prstGeom>
          <a:solidFill>
            <a:srgbClr val="1B1C57"/>
          </a:solidFill>
          <a:ln cap="flat" cmpd="sng" w="228600">
            <a:solidFill>
              <a:srgbClr val="1B1C57"/>
            </a:solidFill>
            <a:prstDash val="solid"/>
            <a:round/>
            <a:headEnd len="sm" w="sm" type="none"/>
            <a:tailEnd len="sm" w="sm" type="none"/>
          </a:ln>
        </p:spPr>
        <p:txBody>
          <a:bodyPr anchorCtr="0" anchor="ctr" bIns="91425" lIns="91425" spcFirstLastPara="1" rIns="91425" wrap="square" tIns="91425">
            <a:normAutofit/>
          </a:bodyPr>
          <a:lstStyle>
            <a:lvl1pPr lvl="0">
              <a:spcBef>
                <a:spcPts val="0"/>
              </a:spcBef>
              <a:spcAft>
                <a:spcPts val="0"/>
              </a:spcAft>
              <a:buClr>
                <a:schemeClr val="lt1"/>
              </a:buClr>
              <a:buSzPts val="3200"/>
              <a:buFont typeface="Space Mono"/>
              <a:buNone/>
              <a:defRPr sz="3200">
                <a:solidFill>
                  <a:schemeClr val="lt1"/>
                </a:solidFill>
                <a:latin typeface="Space Mono"/>
                <a:ea typeface="Space Mono"/>
                <a:cs typeface="Space Mono"/>
                <a:sym typeface="Space Mono"/>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43" name="Google Shape;343;p56"/>
          <p:cNvSpPr txBox="1"/>
          <p:nvPr>
            <p:ph idx="1" type="subTitle"/>
          </p:nvPr>
        </p:nvSpPr>
        <p:spPr>
          <a:xfrm>
            <a:off x="785650" y="1770100"/>
            <a:ext cx="4127100" cy="388200"/>
          </a:xfrm>
          <a:prstGeom prst="rect">
            <a:avLst/>
          </a:prstGeom>
        </p:spPr>
        <p:txBody>
          <a:bodyPr anchorCtr="0" anchor="t" bIns="91425" lIns="91425" spcFirstLastPara="1" rIns="91425" wrap="square" tIns="91425">
            <a:normAutofit/>
          </a:bodyPr>
          <a:lstStyle>
            <a:lvl1pPr lvl="0">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spcBef>
                <a:spcPts val="0"/>
              </a:spcBef>
              <a:spcAft>
                <a:spcPts val="0"/>
              </a:spcAft>
              <a:buSzPts val="1400"/>
              <a:buFont typeface="Poppins"/>
              <a:buNone/>
              <a:defRPr>
                <a:latin typeface="Poppins"/>
                <a:ea typeface="Poppins"/>
                <a:cs typeface="Poppins"/>
                <a:sym typeface="Poppins"/>
              </a:defRPr>
            </a:lvl2pPr>
            <a:lvl3pPr lvl="2">
              <a:spcBef>
                <a:spcPts val="0"/>
              </a:spcBef>
              <a:spcAft>
                <a:spcPts val="0"/>
              </a:spcAft>
              <a:buSzPts val="1400"/>
              <a:buFont typeface="Poppins"/>
              <a:buNone/>
              <a:defRPr>
                <a:latin typeface="Poppins"/>
                <a:ea typeface="Poppins"/>
                <a:cs typeface="Poppins"/>
                <a:sym typeface="Poppins"/>
              </a:defRPr>
            </a:lvl3pPr>
            <a:lvl4pPr lvl="3">
              <a:spcBef>
                <a:spcPts val="0"/>
              </a:spcBef>
              <a:spcAft>
                <a:spcPts val="0"/>
              </a:spcAft>
              <a:buSzPts val="1400"/>
              <a:buFont typeface="Poppins"/>
              <a:buNone/>
              <a:defRPr>
                <a:latin typeface="Poppins"/>
                <a:ea typeface="Poppins"/>
                <a:cs typeface="Poppins"/>
                <a:sym typeface="Poppins"/>
              </a:defRPr>
            </a:lvl4pPr>
            <a:lvl5pPr lvl="4">
              <a:spcBef>
                <a:spcPts val="0"/>
              </a:spcBef>
              <a:spcAft>
                <a:spcPts val="0"/>
              </a:spcAft>
              <a:buSzPts val="1400"/>
              <a:buFont typeface="Poppins"/>
              <a:buNone/>
              <a:defRPr>
                <a:latin typeface="Poppins"/>
                <a:ea typeface="Poppins"/>
                <a:cs typeface="Poppins"/>
                <a:sym typeface="Poppins"/>
              </a:defRPr>
            </a:lvl5pPr>
            <a:lvl6pPr lvl="5">
              <a:spcBef>
                <a:spcPts val="0"/>
              </a:spcBef>
              <a:spcAft>
                <a:spcPts val="0"/>
              </a:spcAft>
              <a:buSzPts val="1400"/>
              <a:buFont typeface="Poppins"/>
              <a:buNone/>
              <a:defRPr>
                <a:latin typeface="Poppins"/>
                <a:ea typeface="Poppins"/>
                <a:cs typeface="Poppins"/>
                <a:sym typeface="Poppins"/>
              </a:defRPr>
            </a:lvl6pPr>
            <a:lvl7pPr lvl="6">
              <a:spcBef>
                <a:spcPts val="0"/>
              </a:spcBef>
              <a:spcAft>
                <a:spcPts val="0"/>
              </a:spcAft>
              <a:buSzPts val="1400"/>
              <a:buFont typeface="Poppins"/>
              <a:buNone/>
              <a:defRPr>
                <a:latin typeface="Poppins"/>
                <a:ea typeface="Poppins"/>
                <a:cs typeface="Poppins"/>
                <a:sym typeface="Poppins"/>
              </a:defRPr>
            </a:lvl7pPr>
            <a:lvl8pPr lvl="7">
              <a:spcBef>
                <a:spcPts val="0"/>
              </a:spcBef>
              <a:spcAft>
                <a:spcPts val="0"/>
              </a:spcAft>
              <a:buSzPts val="1400"/>
              <a:buFont typeface="Poppins"/>
              <a:buNone/>
              <a:defRPr>
                <a:latin typeface="Poppins"/>
                <a:ea typeface="Poppins"/>
                <a:cs typeface="Poppins"/>
                <a:sym typeface="Poppins"/>
              </a:defRPr>
            </a:lvl8pPr>
            <a:lvl9pPr lvl="8">
              <a:spcBef>
                <a:spcPts val="0"/>
              </a:spcBef>
              <a:spcAft>
                <a:spcPts val="0"/>
              </a:spcAft>
              <a:buSzPts val="1400"/>
              <a:buFont typeface="Poppins"/>
              <a:buNone/>
              <a:defRPr>
                <a:latin typeface="Poppins"/>
                <a:ea typeface="Poppins"/>
                <a:cs typeface="Poppins"/>
                <a:sym typeface="Poppins"/>
              </a:defRPr>
            </a:lvl9pPr>
          </a:lstStyle>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0 - Blank">
  <p:cSld name="TITLE_AND_BODY_1">
    <p:spTree>
      <p:nvGrpSpPr>
        <p:cNvPr id="347" name="Shape 347"/>
        <p:cNvGrpSpPr/>
        <p:nvPr/>
      </p:nvGrpSpPr>
      <p:grpSpPr>
        <a:xfrm>
          <a:off x="0" y="0"/>
          <a:ext cx="0" cy="0"/>
          <a:chOff x="0" y="0"/>
          <a:chExt cx="0" cy="0"/>
        </a:xfrm>
      </p:grpSpPr>
      <p:pic>
        <p:nvPicPr>
          <p:cNvPr id="348" name="Google Shape;348;p58"/>
          <p:cNvPicPr preferRelativeResize="0"/>
          <p:nvPr/>
        </p:nvPicPr>
        <p:blipFill>
          <a:blip r:embed="rId2">
            <a:alphaModFix/>
          </a:blip>
          <a:stretch>
            <a:fillRect/>
          </a:stretch>
        </p:blipFill>
        <p:spPr>
          <a:xfrm>
            <a:off x="7152175" y="4875550"/>
            <a:ext cx="1541202" cy="142200"/>
          </a:xfrm>
          <a:prstGeom prst="rect">
            <a:avLst/>
          </a:prstGeom>
          <a:noFill/>
          <a:ln>
            <a:noFill/>
          </a:ln>
        </p:spPr>
      </p:pic>
      <p:sp>
        <p:nvSpPr>
          <p:cNvPr id="349" name="Google Shape;349;p58"/>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1 - Frame">
  <p:cSld name="TITLE_AND_BODY_1_1">
    <p:spTree>
      <p:nvGrpSpPr>
        <p:cNvPr id="350" name="Shape 350"/>
        <p:cNvGrpSpPr/>
        <p:nvPr/>
      </p:nvGrpSpPr>
      <p:grpSpPr>
        <a:xfrm>
          <a:off x="0" y="0"/>
          <a:ext cx="0" cy="0"/>
          <a:chOff x="0" y="0"/>
          <a:chExt cx="0" cy="0"/>
        </a:xfrm>
      </p:grpSpPr>
      <p:pic>
        <p:nvPicPr>
          <p:cNvPr id="351" name="Google Shape;351;p59"/>
          <p:cNvPicPr preferRelativeResize="0"/>
          <p:nvPr/>
        </p:nvPicPr>
        <p:blipFill rotWithShape="1">
          <a:blip r:embed="rId2">
            <a:alphaModFix/>
          </a:blip>
          <a:srcRect b="29727" l="20060" r="22063" t="37150"/>
          <a:stretch/>
        </p:blipFill>
        <p:spPr>
          <a:xfrm>
            <a:off x="0" y="0"/>
            <a:ext cx="9144003" cy="5143502"/>
          </a:xfrm>
          <a:prstGeom prst="rect">
            <a:avLst/>
          </a:prstGeom>
          <a:noFill/>
          <a:ln>
            <a:noFill/>
          </a:ln>
        </p:spPr>
      </p:pic>
      <p:pic>
        <p:nvPicPr>
          <p:cNvPr id="352" name="Google Shape;352;p59"/>
          <p:cNvPicPr preferRelativeResize="0"/>
          <p:nvPr/>
        </p:nvPicPr>
        <p:blipFill rotWithShape="1">
          <a:blip r:embed="rId3">
            <a:alphaModFix/>
          </a:blip>
          <a:srcRect b="19849" l="3049" r="3720" t="15220"/>
          <a:stretch/>
        </p:blipFill>
        <p:spPr>
          <a:xfrm>
            <a:off x="7152175" y="4819704"/>
            <a:ext cx="1541199" cy="253883"/>
          </a:xfrm>
          <a:prstGeom prst="rect">
            <a:avLst/>
          </a:prstGeom>
          <a:noFill/>
          <a:ln>
            <a:noFill/>
          </a:ln>
        </p:spPr>
      </p:pic>
      <p:sp>
        <p:nvSpPr>
          <p:cNvPr id="353" name="Google Shape;353;p59"/>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354" name="Google Shape;354;p59"/>
          <p:cNvSpPr/>
          <p:nvPr/>
        </p:nvSpPr>
        <p:spPr>
          <a:xfrm>
            <a:off x="352350" y="390450"/>
            <a:ext cx="8439300" cy="43626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2 - Title Card">
  <p:cSld name="CUSTOM">
    <p:spTree>
      <p:nvGrpSpPr>
        <p:cNvPr id="355" name="Shape 355"/>
        <p:cNvGrpSpPr/>
        <p:nvPr/>
      </p:nvGrpSpPr>
      <p:grpSpPr>
        <a:xfrm>
          <a:off x="0" y="0"/>
          <a:ext cx="0" cy="0"/>
          <a:chOff x="0" y="0"/>
          <a:chExt cx="0" cy="0"/>
        </a:xfrm>
      </p:grpSpPr>
      <p:pic>
        <p:nvPicPr>
          <p:cNvPr descr="Divider4.png" id="356" name="Google Shape;356;p60"/>
          <p:cNvPicPr preferRelativeResize="0"/>
          <p:nvPr/>
        </p:nvPicPr>
        <p:blipFill rotWithShape="1">
          <a:blip r:embed="rId2">
            <a:alphaModFix/>
          </a:blip>
          <a:srcRect b="0" l="0" r="0" t="0"/>
          <a:stretch/>
        </p:blipFill>
        <p:spPr>
          <a:xfrm>
            <a:off x="0" y="0"/>
            <a:ext cx="9144002" cy="5143501"/>
          </a:xfrm>
          <a:prstGeom prst="rect">
            <a:avLst/>
          </a:prstGeom>
          <a:noFill/>
          <a:ln>
            <a:noFill/>
          </a:ln>
        </p:spPr>
      </p:pic>
      <p:pic>
        <p:nvPicPr>
          <p:cNvPr id="357" name="Google Shape;357;p60"/>
          <p:cNvPicPr preferRelativeResize="0"/>
          <p:nvPr/>
        </p:nvPicPr>
        <p:blipFill>
          <a:blip r:embed="rId3">
            <a:alphaModFix/>
          </a:blip>
          <a:stretch>
            <a:fillRect/>
          </a:stretch>
        </p:blipFill>
        <p:spPr>
          <a:xfrm>
            <a:off x="1037765" y="1310001"/>
            <a:ext cx="1717224" cy="1720450"/>
          </a:xfrm>
          <a:prstGeom prst="rect">
            <a:avLst/>
          </a:prstGeom>
          <a:noFill/>
          <a:ln>
            <a:noFill/>
          </a:ln>
        </p:spPr>
      </p:pic>
      <p:pic>
        <p:nvPicPr>
          <p:cNvPr id="358" name="Google Shape;358;p60"/>
          <p:cNvPicPr preferRelativeResize="0"/>
          <p:nvPr/>
        </p:nvPicPr>
        <p:blipFill>
          <a:blip r:embed="rId4">
            <a:alphaModFix/>
          </a:blip>
          <a:stretch>
            <a:fillRect/>
          </a:stretch>
        </p:blipFill>
        <p:spPr>
          <a:xfrm>
            <a:off x="5781725" y="106625"/>
            <a:ext cx="3208724" cy="759025"/>
          </a:xfrm>
          <a:prstGeom prst="rect">
            <a:avLst/>
          </a:prstGeom>
          <a:noFill/>
          <a:ln>
            <a:noFill/>
          </a:ln>
        </p:spPr>
      </p:pic>
      <p:sp>
        <p:nvSpPr>
          <p:cNvPr id="359" name="Google Shape;359;p60"/>
          <p:cNvSpPr txBox="1"/>
          <p:nvPr>
            <p:ph type="title"/>
          </p:nvPr>
        </p:nvSpPr>
        <p:spPr>
          <a:xfrm>
            <a:off x="1628200" y="1807975"/>
            <a:ext cx="5887800" cy="724500"/>
          </a:xfrm>
          <a:prstGeom prst="rect">
            <a:avLst/>
          </a:prstGeom>
          <a:solidFill>
            <a:schemeClr val="lt1"/>
          </a:solidFill>
          <a:ln cap="flat" cmpd="sng" w="22860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ctr">
              <a:spcBef>
                <a:spcPts val="0"/>
              </a:spcBef>
              <a:spcAft>
                <a:spcPts val="0"/>
              </a:spcAft>
              <a:buSzPts val="5500"/>
              <a:buFont typeface="Space Mono"/>
              <a:buNone/>
              <a:defRPr sz="5500">
                <a:latin typeface="Space Mono"/>
                <a:ea typeface="Space Mono"/>
                <a:cs typeface="Space Mono"/>
                <a:sym typeface="Space Mono"/>
              </a:defRPr>
            </a:lvl1pPr>
            <a:lvl2pPr lvl="1" algn="ctr">
              <a:spcBef>
                <a:spcPts val="0"/>
              </a:spcBef>
              <a:spcAft>
                <a:spcPts val="0"/>
              </a:spcAft>
              <a:buSzPts val="5500"/>
              <a:buFont typeface="Space Mono"/>
              <a:buNone/>
              <a:defRPr sz="5500">
                <a:latin typeface="Space Mono"/>
                <a:ea typeface="Space Mono"/>
                <a:cs typeface="Space Mono"/>
                <a:sym typeface="Space Mono"/>
              </a:defRPr>
            </a:lvl2pPr>
            <a:lvl3pPr lvl="2" algn="ctr">
              <a:spcBef>
                <a:spcPts val="0"/>
              </a:spcBef>
              <a:spcAft>
                <a:spcPts val="0"/>
              </a:spcAft>
              <a:buSzPts val="5500"/>
              <a:buFont typeface="Space Mono"/>
              <a:buNone/>
              <a:defRPr sz="5500">
                <a:latin typeface="Space Mono"/>
                <a:ea typeface="Space Mono"/>
                <a:cs typeface="Space Mono"/>
                <a:sym typeface="Space Mono"/>
              </a:defRPr>
            </a:lvl3pPr>
            <a:lvl4pPr lvl="3" algn="ctr">
              <a:spcBef>
                <a:spcPts val="0"/>
              </a:spcBef>
              <a:spcAft>
                <a:spcPts val="0"/>
              </a:spcAft>
              <a:buSzPts val="5500"/>
              <a:buFont typeface="Space Mono"/>
              <a:buNone/>
              <a:defRPr sz="5500">
                <a:latin typeface="Space Mono"/>
                <a:ea typeface="Space Mono"/>
                <a:cs typeface="Space Mono"/>
                <a:sym typeface="Space Mono"/>
              </a:defRPr>
            </a:lvl4pPr>
            <a:lvl5pPr lvl="4" algn="ctr">
              <a:spcBef>
                <a:spcPts val="0"/>
              </a:spcBef>
              <a:spcAft>
                <a:spcPts val="0"/>
              </a:spcAft>
              <a:buSzPts val="5500"/>
              <a:buFont typeface="Space Mono"/>
              <a:buNone/>
              <a:defRPr sz="5500">
                <a:latin typeface="Space Mono"/>
                <a:ea typeface="Space Mono"/>
                <a:cs typeface="Space Mono"/>
                <a:sym typeface="Space Mono"/>
              </a:defRPr>
            </a:lvl5pPr>
            <a:lvl6pPr lvl="5" algn="ctr">
              <a:spcBef>
                <a:spcPts val="0"/>
              </a:spcBef>
              <a:spcAft>
                <a:spcPts val="0"/>
              </a:spcAft>
              <a:buSzPts val="5500"/>
              <a:buFont typeface="Space Mono"/>
              <a:buNone/>
              <a:defRPr sz="5500">
                <a:latin typeface="Space Mono"/>
                <a:ea typeface="Space Mono"/>
                <a:cs typeface="Space Mono"/>
                <a:sym typeface="Space Mono"/>
              </a:defRPr>
            </a:lvl6pPr>
            <a:lvl7pPr lvl="6" algn="ctr">
              <a:spcBef>
                <a:spcPts val="0"/>
              </a:spcBef>
              <a:spcAft>
                <a:spcPts val="0"/>
              </a:spcAft>
              <a:buSzPts val="5500"/>
              <a:buFont typeface="Space Mono"/>
              <a:buNone/>
              <a:defRPr sz="5500">
                <a:latin typeface="Space Mono"/>
                <a:ea typeface="Space Mono"/>
                <a:cs typeface="Space Mono"/>
                <a:sym typeface="Space Mono"/>
              </a:defRPr>
            </a:lvl7pPr>
            <a:lvl8pPr lvl="7" algn="ctr">
              <a:spcBef>
                <a:spcPts val="0"/>
              </a:spcBef>
              <a:spcAft>
                <a:spcPts val="0"/>
              </a:spcAft>
              <a:buSzPts val="5500"/>
              <a:buFont typeface="Space Mono"/>
              <a:buNone/>
              <a:defRPr sz="5500">
                <a:latin typeface="Space Mono"/>
                <a:ea typeface="Space Mono"/>
                <a:cs typeface="Space Mono"/>
                <a:sym typeface="Space Mono"/>
              </a:defRPr>
            </a:lvl8pPr>
            <a:lvl9pPr lvl="8" algn="ctr">
              <a:spcBef>
                <a:spcPts val="0"/>
              </a:spcBef>
              <a:spcAft>
                <a:spcPts val="0"/>
              </a:spcAft>
              <a:buSzPts val="5500"/>
              <a:buFont typeface="Space Mono"/>
              <a:buNone/>
              <a:defRPr sz="5500">
                <a:latin typeface="Space Mono"/>
                <a:ea typeface="Space Mono"/>
                <a:cs typeface="Space Mono"/>
                <a:sym typeface="Space Mono"/>
              </a:defRPr>
            </a:lvl9pPr>
          </a:lstStyle>
          <a:p/>
        </p:txBody>
      </p:sp>
      <p:sp>
        <p:nvSpPr>
          <p:cNvPr id="360" name="Google Shape;360;p60"/>
          <p:cNvSpPr txBox="1"/>
          <p:nvPr>
            <p:ph idx="1" type="subTitle"/>
          </p:nvPr>
        </p:nvSpPr>
        <p:spPr>
          <a:xfrm>
            <a:off x="2360925" y="3126675"/>
            <a:ext cx="1979100" cy="380700"/>
          </a:xfrm>
          <a:prstGeom prst="rect">
            <a:avLst/>
          </a:prstGeom>
          <a:solidFill>
            <a:srgbClr val="1B1C57"/>
          </a:solidFill>
          <a:ln cap="flat" cmpd="sng" w="228600">
            <a:solidFill>
              <a:srgbClr val="1B1C57"/>
            </a:solidFill>
            <a:prstDash val="solid"/>
            <a:round/>
            <a:headEnd len="sm" w="sm" type="none"/>
            <a:tailEnd len="sm" w="sm" type="none"/>
          </a:ln>
        </p:spPr>
        <p:txBody>
          <a:bodyPr anchorCtr="0" anchor="ctr" bIns="91425" lIns="91425" spcFirstLastPara="1" rIns="91425" wrap="square" tIns="91425">
            <a:noAutofit/>
          </a:bodyPr>
          <a:lstStyle>
            <a:lvl1pPr lvl="0" algn="ctr">
              <a:lnSpc>
                <a:spcPct val="100000"/>
              </a:lnSpc>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1pPr>
            <a:lvl2pPr lvl="1" algn="ctr">
              <a:lnSpc>
                <a:spcPct val="100000"/>
              </a:lnSpc>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2pPr>
            <a:lvl3pPr lvl="2"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3pPr>
            <a:lvl4pPr lvl="3"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4pPr>
            <a:lvl5pPr lvl="4"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5pPr>
            <a:lvl6pPr lvl="5"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6pPr>
            <a:lvl7pPr lvl="6"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7pPr>
            <a:lvl8pPr lvl="7"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8pPr>
            <a:lvl9pPr lvl="8" algn="ctr">
              <a:lnSpc>
                <a:spcPct val="100000"/>
              </a:lnSpc>
              <a:spcBef>
                <a:spcPts val="1600"/>
              </a:spcBef>
              <a:spcAft>
                <a:spcPts val="1600"/>
              </a:spcAft>
              <a:buClr>
                <a:schemeClr val="lt1"/>
              </a:buClr>
              <a:buSzPts val="2400"/>
              <a:buFont typeface="Space Mono"/>
              <a:buNone/>
              <a:defRPr sz="2400">
                <a:solidFill>
                  <a:schemeClr val="lt1"/>
                </a:solidFill>
                <a:latin typeface="Space Mono"/>
                <a:ea typeface="Space Mono"/>
                <a:cs typeface="Space Mono"/>
                <a:sym typeface="Space Mono"/>
              </a:defRPr>
            </a:lvl9pPr>
          </a:lstStyle>
          <a:p/>
        </p:txBody>
      </p:sp>
      <p:sp>
        <p:nvSpPr>
          <p:cNvPr id="361" name="Google Shape;361;p60"/>
          <p:cNvSpPr txBox="1"/>
          <p:nvPr>
            <p:ph idx="2" type="subTitle"/>
          </p:nvPr>
        </p:nvSpPr>
        <p:spPr>
          <a:xfrm>
            <a:off x="4803950" y="3126675"/>
            <a:ext cx="1979100" cy="380700"/>
          </a:xfrm>
          <a:prstGeom prst="rect">
            <a:avLst/>
          </a:prstGeom>
          <a:solidFill>
            <a:srgbClr val="1B1C57"/>
          </a:solidFill>
          <a:ln cap="flat" cmpd="sng" w="228600">
            <a:solidFill>
              <a:srgbClr val="1B1C57"/>
            </a:solidFill>
            <a:prstDash val="solid"/>
            <a:round/>
            <a:headEnd len="sm" w="sm" type="none"/>
            <a:tailEnd len="sm" w="sm" type="none"/>
          </a:ln>
        </p:spPr>
        <p:txBody>
          <a:bodyPr anchorCtr="0" anchor="ctr" bIns="91425" lIns="91425" spcFirstLastPara="1" rIns="91425" wrap="square" tIns="91425">
            <a:noAutofit/>
          </a:bodyPr>
          <a:lstStyle>
            <a:lvl1pPr lvl="0" algn="ctr">
              <a:lnSpc>
                <a:spcPct val="100000"/>
              </a:lnSpc>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1pPr>
            <a:lvl2pPr lvl="1" algn="ctr">
              <a:lnSpc>
                <a:spcPct val="100000"/>
              </a:lnSpc>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2pPr>
            <a:lvl3pPr lvl="2"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3pPr>
            <a:lvl4pPr lvl="3"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4pPr>
            <a:lvl5pPr lvl="4"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5pPr>
            <a:lvl6pPr lvl="5"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6pPr>
            <a:lvl7pPr lvl="6"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7pPr>
            <a:lvl8pPr lvl="7"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8pPr>
            <a:lvl9pPr lvl="8" algn="ctr">
              <a:lnSpc>
                <a:spcPct val="100000"/>
              </a:lnSpc>
              <a:spcBef>
                <a:spcPts val="1600"/>
              </a:spcBef>
              <a:spcAft>
                <a:spcPts val="1600"/>
              </a:spcAft>
              <a:buClr>
                <a:schemeClr val="lt1"/>
              </a:buClr>
              <a:buSzPts val="2400"/>
              <a:buFont typeface="Space Mono"/>
              <a:buNone/>
              <a:defRPr sz="2400">
                <a:solidFill>
                  <a:schemeClr val="lt1"/>
                </a:solidFill>
                <a:latin typeface="Space Mono"/>
                <a:ea typeface="Space Mono"/>
                <a:cs typeface="Space Mono"/>
                <a:sym typeface="Space Mono"/>
              </a:defRPr>
            </a:lvl9pPr>
          </a:lstStyle>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3 - Agenda">
  <p:cSld name="CUSTOM_1">
    <p:spTree>
      <p:nvGrpSpPr>
        <p:cNvPr id="362" name="Shape 362"/>
        <p:cNvGrpSpPr/>
        <p:nvPr/>
      </p:nvGrpSpPr>
      <p:grpSpPr>
        <a:xfrm>
          <a:off x="0" y="0"/>
          <a:ext cx="0" cy="0"/>
          <a:chOff x="0" y="0"/>
          <a:chExt cx="0" cy="0"/>
        </a:xfrm>
      </p:grpSpPr>
      <p:sp>
        <p:nvSpPr>
          <p:cNvPr id="363" name="Google Shape;363;p61"/>
          <p:cNvSpPr txBox="1"/>
          <p:nvPr/>
        </p:nvSpPr>
        <p:spPr>
          <a:xfrm>
            <a:off x="552800" y="344402"/>
            <a:ext cx="8239200" cy="657000"/>
          </a:xfrm>
          <a:prstGeom prst="rect">
            <a:avLst/>
          </a:prstGeom>
          <a:noFill/>
          <a:ln>
            <a:noFill/>
          </a:ln>
        </p:spPr>
        <p:txBody>
          <a:bodyPr anchorCtr="0" anchor="t" bIns="19050" lIns="19050" spcFirstLastPara="1" rIns="19050" wrap="square" tIns="19050">
            <a:noAutofit/>
          </a:bodyPr>
          <a:lstStyle/>
          <a:p>
            <a:pPr indent="0" lvl="0" marL="0" rtl="0" algn="l">
              <a:lnSpc>
                <a:spcPct val="100000"/>
              </a:lnSpc>
              <a:spcBef>
                <a:spcPts val="0"/>
              </a:spcBef>
              <a:spcAft>
                <a:spcPts val="0"/>
              </a:spcAft>
              <a:buClr>
                <a:schemeClr val="dk1"/>
              </a:buClr>
              <a:buSzPts val="1100"/>
              <a:buFont typeface="Arial"/>
              <a:buNone/>
            </a:pPr>
            <a:r>
              <a:rPr b="1" lang="en" sz="3600">
                <a:solidFill>
                  <a:schemeClr val="dk1"/>
                </a:solidFill>
                <a:latin typeface="Space Mono"/>
                <a:ea typeface="Space Mono"/>
                <a:cs typeface="Space Mono"/>
                <a:sym typeface="Space Mono"/>
              </a:rPr>
              <a:t>Agenda</a:t>
            </a:r>
            <a:endParaRPr b="1" sz="3600">
              <a:solidFill>
                <a:srgbClr val="05103E"/>
              </a:solidFill>
              <a:latin typeface="Space Mono"/>
              <a:ea typeface="Space Mono"/>
              <a:cs typeface="Space Mono"/>
              <a:sym typeface="Space Mono"/>
            </a:endParaRPr>
          </a:p>
        </p:txBody>
      </p:sp>
      <p:grpSp>
        <p:nvGrpSpPr>
          <p:cNvPr id="364" name="Google Shape;364;p61"/>
          <p:cNvGrpSpPr/>
          <p:nvPr/>
        </p:nvGrpSpPr>
        <p:grpSpPr>
          <a:xfrm rot="5400000">
            <a:off x="5719749" y="1629787"/>
            <a:ext cx="4964577" cy="1883925"/>
            <a:chOff x="4152224" y="1218499"/>
            <a:chExt cx="4964577" cy="1883925"/>
          </a:xfrm>
        </p:grpSpPr>
        <p:pic>
          <p:nvPicPr>
            <p:cNvPr id="365" name="Google Shape;365;p61"/>
            <p:cNvPicPr preferRelativeResize="0"/>
            <p:nvPr/>
          </p:nvPicPr>
          <p:blipFill rotWithShape="1">
            <a:blip r:embed="rId2">
              <a:alphaModFix/>
            </a:blip>
            <a:srcRect b="11995" l="14888" r="61868" t="21294"/>
            <a:stretch/>
          </p:blipFill>
          <p:spPr>
            <a:xfrm rot="-5400011">
              <a:off x="5710924" y="-340197"/>
              <a:ext cx="1668224" cy="4785620"/>
            </a:xfrm>
            <a:prstGeom prst="rect">
              <a:avLst/>
            </a:prstGeom>
            <a:noFill/>
            <a:ln>
              <a:noFill/>
            </a:ln>
          </p:spPr>
        </p:pic>
        <p:pic>
          <p:nvPicPr>
            <p:cNvPr id="366" name="Google Shape;366;p61"/>
            <p:cNvPicPr preferRelativeResize="0"/>
            <p:nvPr/>
          </p:nvPicPr>
          <p:blipFill rotWithShape="1">
            <a:blip r:embed="rId3">
              <a:alphaModFix/>
            </a:blip>
            <a:srcRect b="34798" l="0" r="33244" t="0"/>
            <a:stretch/>
          </p:blipFill>
          <p:spPr>
            <a:xfrm rot="-5400000">
              <a:off x="7253138" y="1238761"/>
              <a:ext cx="1883925" cy="1843400"/>
            </a:xfrm>
            <a:prstGeom prst="rect">
              <a:avLst/>
            </a:prstGeom>
            <a:noFill/>
            <a:ln>
              <a:noFill/>
            </a:ln>
          </p:spPr>
        </p:pic>
      </p:grpSp>
      <p:pic>
        <p:nvPicPr>
          <p:cNvPr id="367" name="Google Shape;367;p61"/>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368" name="Google Shape;368;p61"/>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4 - Text">
  <p:cSld name="CUSTOM_1_1_1">
    <p:spTree>
      <p:nvGrpSpPr>
        <p:cNvPr id="369" name="Shape 369"/>
        <p:cNvGrpSpPr/>
        <p:nvPr/>
      </p:nvGrpSpPr>
      <p:grpSpPr>
        <a:xfrm>
          <a:off x="0" y="0"/>
          <a:ext cx="0" cy="0"/>
          <a:chOff x="0" y="0"/>
          <a:chExt cx="0" cy="0"/>
        </a:xfrm>
      </p:grpSpPr>
      <p:pic>
        <p:nvPicPr>
          <p:cNvPr id="370" name="Google Shape;370;p62"/>
          <p:cNvPicPr preferRelativeResize="0"/>
          <p:nvPr/>
        </p:nvPicPr>
        <p:blipFill rotWithShape="1">
          <a:blip r:embed="rId2">
            <a:alphaModFix/>
          </a:blip>
          <a:srcRect b="12755" l="73007" r="0" t="25835"/>
          <a:stretch/>
        </p:blipFill>
        <p:spPr>
          <a:xfrm flipH="1" rot="10800000">
            <a:off x="0" y="2754401"/>
            <a:ext cx="1007652" cy="2291299"/>
          </a:xfrm>
          <a:prstGeom prst="rect">
            <a:avLst/>
          </a:prstGeom>
          <a:noFill/>
          <a:ln>
            <a:noFill/>
          </a:ln>
        </p:spPr>
      </p:pic>
      <p:pic>
        <p:nvPicPr>
          <p:cNvPr descr="Image" id="371" name="Google Shape;371;p62"/>
          <p:cNvPicPr preferRelativeResize="0"/>
          <p:nvPr/>
        </p:nvPicPr>
        <p:blipFill rotWithShape="1">
          <a:blip r:embed="rId3">
            <a:alphaModFix/>
          </a:blip>
          <a:srcRect b="0" l="73812" r="0" t="0"/>
          <a:stretch/>
        </p:blipFill>
        <p:spPr>
          <a:xfrm>
            <a:off x="6" y="3244900"/>
            <a:ext cx="497200" cy="1898600"/>
          </a:xfrm>
          <a:prstGeom prst="rect">
            <a:avLst/>
          </a:prstGeom>
          <a:noFill/>
          <a:ln>
            <a:noFill/>
          </a:ln>
        </p:spPr>
      </p:pic>
      <p:sp>
        <p:nvSpPr>
          <p:cNvPr id="372" name="Google Shape;372;p62"/>
          <p:cNvSpPr txBox="1"/>
          <p:nvPr>
            <p:ph type="title"/>
          </p:nvPr>
        </p:nvSpPr>
        <p:spPr>
          <a:xfrm>
            <a:off x="452400" y="481263"/>
            <a:ext cx="82392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
        <p:nvSpPr>
          <p:cNvPr id="373" name="Google Shape;373;p62"/>
          <p:cNvSpPr txBox="1"/>
          <p:nvPr>
            <p:ph idx="1" type="body"/>
          </p:nvPr>
        </p:nvSpPr>
        <p:spPr>
          <a:xfrm>
            <a:off x="452400" y="1132825"/>
            <a:ext cx="82392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374" name="Google Shape;374;p62"/>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375" name="Google Shape;375;p62"/>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pic>
        <p:nvPicPr>
          <p:cNvPr id="376" name="Google Shape;376;p62"/>
          <p:cNvPicPr preferRelativeResize="0"/>
          <p:nvPr/>
        </p:nvPicPr>
        <p:blipFill rotWithShape="1">
          <a:blip r:embed="rId5">
            <a:alphaModFix/>
          </a:blip>
          <a:srcRect b="0" l="86045" r="0" t="25418"/>
          <a:stretch/>
        </p:blipFill>
        <p:spPr>
          <a:xfrm rot="5400000">
            <a:off x="7212900" y="-1425024"/>
            <a:ext cx="510701" cy="3360749"/>
          </a:xfrm>
          <a:prstGeom prst="rect">
            <a:avLst/>
          </a:prstGeom>
          <a:noFill/>
          <a:ln>
            <a:noFill/>
          </a:ln>
        </p:spPr>
      </p:pic>
      <p:pic>
        <p:nvPicPr>
          <p:cNvPr descr="Image" id="377" name="Google Shape;377;p62"/>
          <p:cNvPicPr preferRelativeResize="0"/>
          <p:nvPr/>
        </p:nvPicPr>
        <p:blipFill rotWithShape="1">
          <a:blip r:embed="rId3">
            <a:alphaModFix/>
          </a:blip>
          <a:srcRect b="54289" l="0" r="5482" t="14989"/>
          <a:stretch/>
        </p:blipFill>
        <p:spPr>
          <a:xfrm>
            <a:off x="7354100" y="-1"/>
            <a:ext cx="1794526" cy="583275"/>
          </a:xfrm>
          <a:prstGeom prst="rect">
            <a:avLst/>
          </a:prstGeom>
          <a:noFill/>
          <a:ln>
            <a:noFill/>
          </a:ln>
        </p:spPr>
      </p:pic>
    </p:spTree>
  </p:cSld>
  <p:clrMapOvr>
    <a:masterClrMapping/>
  </p:clrMapOvr>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5 - Title Only">
  <p:cSld name="CUSTOM_1_1_1_1">
    <p:spTree>
      <p:nvGrpSpPr>
        <p:cNvPr id="378" name="Shape 378"/>
        <p:cNvGrpSpPr/>
        <p:nvPr/>
      </p:nvGrpSpPr>
      <p:grpSpPr>
        <a:xfrm>
          <a:off x="0" y="0"/>
          <a:ext cx="0" cy="0"/>
          <a:chOff x="0" y="0"/>
          <a:chExt cx="0" cy="0"/>
        </a:xfrm>
      </p:grpSpPr>
      <p:pic>
        <p:nvPicPr>
          <p:cNvPr id="379" name="Google Shape;379;p63"/>
          <p:cNvPicPr preferRelativeResize="0"/>
          <p:nvPr/>
        </p:nvPicPr>
        <p:blipFill rotWithShape="1">
          <a:blip r:embed="rId2">
            <a:alphaModFix/>
          </a:blip>
          <a:srcRect b="12755" l="73007" r="0" t="25835"/>
          <a:stretch/>
        </p:blipFill>
        <p:spPr>
          <a:xfrm flipH="1" rot="10800000">
            <a:off x="0" y="2754401"/>
            <a:ext cx="1007652" cy="2291299"/>
          </a:xfrm>
          <a:prstGeom prst="rect">
            <a:avLst/>
          </a:prstGeom>
          <a:noFill/>
          <a:ln>
            <a:noFill/>
          </a:ln>
        </p:spPr>
      </p:pic>
      <p:pic>
        <p:nvPicPr>
          <p:cNvPr descr="Image" id="380" name="Google Shape;380;p63"/>
          <p:cNvPicPr preferRelativeResize="0"/>
          <p:nvPr/>
        </p:nvPicPr>
        <p:blipFill rotWithShape="1">
          <a:blip r:embed="rId3">
            <a:alphaModFix/>
          </a:blip>
          <a:srcRect b="0" l="73812" r="0" t="0"/>
          <a:stretch/>
        </p:blipFill>
        <p:spPr>
          <a:xfrm>
            <a:off x="6" y="3244900"/>
            <a:ext cx="497200" cy="1898600"/>
          </a:xfrm>
          <a:prstGeom prst="rect">
            <a:avLst/>
          </a:prstGeom>
          <a:noFill/>
          <a:ln>
            <a:noFill/>
          </a:ln>
        </p:spPr>
      </p:pic>
      <p:pic>
        <p:nvPicPr>
          <p:cNvPr id="381" name="Google Shape;381;p63"/>
          <p:cNvPicPr preferRelativeResize="0"/>
          <p:nvPr/>
        </p:nvPicPr>
        <p:blipFill rotWithShape="1">
          <a:blip r:embed="rId4">
            <a:alphaModFix/>
          </a:blip>
          <a:srcRect b="0" l="86045" r="0" t="25418"/>
          <a:stretch/>
        </p:blipFill>
        <p:spPr>
          <a:xfrm rot="5400000">
            <a:off x="7212900" y="-1425024"/>
            <a:ext cx="510701" cy="3360749"/>
          </a:xfrm>
          <a:prstGeom prst="rect">
            <a:avLst/>
          </a:prstGeom>
          <a:noFill/>
          <a:ln>
            <a:noFill/>
          </a:ln>
        </p:spPr>
      </p:pic>
      <p:pic>
        <p:nvPicPr>
          <p:cNvPr descr="Image" id="382" name="Google Shape;382;p63"/>
          <p:cNvPicPr preferRelativeResize="0"/>
          <p:nvPr/>
        </p:nvPicPr>
        <p:blipFill rotWithShape="1">
          <a:blip r:embed="rId3">
            <a:alphaModFix/>
          </a:blip>
          <a:srcRect b="54289" l="0" r="5482" t="14989"/>
          <a:stretch/>
        </p:blipFill>
        <p:spPr>
          <a:xfrm>
            <a:off x="7354100" y="-1"/>
            <a:ext cx="1794526" cy="583275"/>
          </a:xfrm>
          <a:prstGeom prst="rect">
            <a:avLst/>
          </a:prstGeom>
          <a:noFill/>
          <a:ln>
            <a:noFill/>
          </a:ln>
        </p:spPr>
      </p:pic>
      <p:pic>
        <p:nvPicPr>
          <p:cNvPr id="383" name="Google Shape;383;p63"/>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384" name="Google Shape;384;p63"/>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385" name="Google Shape;385;p63"/>
          <p:cNvSpPr txBox="1"/>
          <p:nvPr>
            <p:ph type="title"/>
          </p:nvPr>
        </p:nvSpPr>
        <p:spPr>
          <a:xfrm>
            <a:off x="452400" y="481263"/>
            <a:ext cx="82392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6 - Android">
  <p:cSld name="CUSTOM_3">
    <p:spTree>
      <p:nvGrpSpPr>
        <p:cNvPr id="386" name="Shape 386"/>
        <p:cNvGrpSpPr/>
        <p:nvPr/>
      </p:nvGrpSpPr>
      <p:grpSpPr>
        <a:xfrm>
          <a:off x="0" y="0"/>
          <a:ext cx="0" cy="0"/>
          <a:chOff x="0" y="0"/>
          <a:chExt cx="0" cy="0"/>
        </a:xfrm>
      </p:grpSpPr>
      <p:pic>
        <p:nvPicPr>
          <p:cNvPr id="387" name="Google Shape;387;p64"/>
          <p:cNvPicPr preferRelativeResize="0"/>
          <p:nvPr/>
        </p:nvPicPr>
        <p:blipFill>
          <a:blip r:embed="rId2">
            <a:alphaModFix/>
          </a:blip>
          <a:stretch>
            <a:fillRect/>
          </a:stretch>
        </p:blipFill>
        <p:spPr>
          <a:xfrm>
            <a:off x="4738000" y="508538"/>
            <a:ext cx="4238740" cy="3810313"/>
          </a:xfrm>
          <a:prstGeom prst="rect">
            <a:avLst/>
          </a:prstGeom>
          <a:noFill/>
          <a:ln>
            <a:noFill/>
          </a:ln>
        </p:spPr>
      </p:pic>
      <p:sp>
        <p:nvSpPr>
          <p:cNvPr id="388" name="Google Shape;388;p64"/>
          <p:cNvSpPr txBox="1"/>
          <p:nvPr>
            <p:ph type="title"/>
          </p:nvPr>
        </p:nvSpPr>
        <p:spPr>
          <a:xfrm>
            <a:off x="452400" y="481275"/>
            <a:ext cx="49242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grpSp>
        <p:nvGrpSpPr>
          <p:cNvPr id="389" name="Google Shape;389;p64"/>
          <p:cNvGrpSpPr/>
          <p:nvPr/>
        </p:nvGrpSpPr>
        <p:grpSpPr>
          <a:xfrm>
            <a:off x="5709066" y="201260"/>
            <a:ext cx="2296623" cy="4424889"/>
            <a:chOff x="5598780" y="137712"/>
            <a:chExt cx="2577001" cy="4664652"/>
          </a:xfrm>
        </p:grpSpPr>
        <p:pic>
          <p:nvPicPr>
            <p:cNvPr id="390" name="Google Shape;390;p64"/>
            <p:cNvPicPr preferRelativeResize="0"/>
            <p:nvPr/>
          </p:nvPicPr>
          <p:blipFill rotWithShape="1">
            <a:blip r:embed="rId3">
              <a:alphaModFix/>
            </a:blip>
            <a:srcRect b="1604" l="0" r="0" t="1768"/>
            <a:stretch/>
          </p:blipFill>
          <p:spPr>
            <a:xfrm>
              <a:off x="5598780" y="137712"/>
              <a:ext cx="2577001" cy="4664652"/>
            </a:xfrm>
            <a:prstGeom prst="rect">
              <a:avLst/>
            </a:prstGeom>
            <a:noFill/>
            <a:ln>
              <a:noFill/>
            </a:ln>
          </p:spPr>
        </p:pic>
        <p:sp>
          <p:nvSpPr>
            <p:cNvPr id="391" name="Google Shape;391;p64"/>
            <p:cNvSpPr/>
            <p:nvPr/>
          </p:nvSpPr>
          <p:spPr>
            <a:xfrm>
              <a:off x="5789881" y="461652"/>
              <a:ext cx="2204100" cy="39120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92" name="Google Shape;392;p64"/>
          <p:cNvSpPr txBox="1"/>
          <p:nvPr>
            <p:ph idx="1" type="body"/>
          </p:nvPr>
        </p:nvSpPr>
        <p:spPr>
          <a:xfrm>
            <a:off x="452400" y="1132825"/>
            <a:ext cx="42387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393" name="Google Shape;393;p64"/>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394" name="Google Shape;394;p64"/>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395" name="Google Shape;395;p64"/>
          <p:cNvSpPr/>
          <p:nvPr/>
        </p:nvSpPr>
        <p:spPr>
          <a:xfrm>
            <a:off x="6555438" y="4318850"/>
            <a:ext cx="603900" cy="222000"/>
          </a:xfrm>
          <a:prstGeom prst="rect">
            <a:avLst/>
          </a:prstGeom>
          <a:solidFill>
            <a:srgbClr val="15151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7 - iPhone">
  <p:cSld name="CUSTOM_3_1">
    <p:spTree>
      <p:nvGrpSpPr>
        <p:cNvPr id="396" name="Shape 396"/>
        <p:cNvGrpSpPr/>
        <p:nvPr/>
      </p:nvGrpSpPr>
      <p:grpSpPr>
        <a:xfrm>
          <a:off x="0" y="0"/>
          <a:ext cx="0" cy="0"/>
          <a:chOff x="0" y="0"/>
          <a:chExt cx="0" cy="0"/>
        </a:xfrm>
      </p:grpSpPr>
      <p:pic>
        <p:nvPicPr>
          <p:cNvPr id="397" name="Google Shape;397;p65"/>
          <p:cNvPicPr preferRelativeResize="0"/>
          <p:nvPr/>
        </p:nvPicPr>
        <p:blipFill>
          <a:blip r:embed="rId2">
            <a:alphaModFix/>
          </a:blip>
          <a:stretch>
            <a:fillRect/>
          </a:stretch>
        </p:blipFill>
        <p:spPr>
          <a:xfrm>
            <a:off x="4738000" y="508538"/>
            <a:ext cx="4238740" cy="3810313"/>
          </a:xfrm>
          <a:prstGeom prst="rect">
            <a:avLst/>
          </a:prstGeom>
          <a:noFill/>
          <a:ln>
            <a:noFill/>
          </a:ln>
        </p:spPr>
      </p:pic>
      <p:sp>
        <p:nvSpPr>
          <p:cNvPr id="398" name="Google Shape;398;p65"/>
          <p:cNvSpPr txBox="1"/>
          <p:nvPr>
            <p:ph type="title"/>
          </p:nvPr>
        </p:nvSpPr>
        <p:spPr>
          <a:xfrm>
            <a:off x="452400" y="481275"/>
            <a:ext cx="49242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
        <p:nvSpPr>
          <p:cNvPr id="399" name="Google Shape;399;p65"/>
          <p:cNvSpPr txBox="1"/>
          <p:nvPr>
            <p:ph idx="1" type="body"/>
          </p:nvPr>
        </p:nvSpPr>
        <p:spPr>
          <a:xfrm>
            <a:off x="452400" y="1132825"/>
            <a:ext cx="42387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400" name="Google Shape;400;p65"/>
          <p:cNvPicPr preferRelativeResize="0"/>
          <p:nvPr/>
        </p:nvPicPr>
        <p:blipFill>
          <a:blip r:embed="rId3">
            <a:alphaModFix/>
          </a:blip>
          <a:stretch>
            <a:fillRect/>
          </a:stretch>
        </p:blipFill>
        <p:spPr>
          <a:xfrm>
            <a:off x="7152175" y="4875550"/>
            <a:ext cx="1541202" cy="142200"/>
          </a:xfrm>
          <a:prstGeom prst="rect">
            <a:avLst/>
          </a:prstGeom>
          <a:noFill/>
          <a:ln>
            <a:noFill/>
          </a:ln>
        </p:spPr>
      </p:pic>
      <p:sp>
        <p:nvSpPr>
          <p:cNvPr id="401" name="Google Shape;401;p65"/>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402" name="Google Shape;402;p65"/>
          <p:cNvSpPr/>
          <p:nvPr/>
        </p:nvSpPr>
        <p:spPr>
          <a:xfrm>
            <a:off x="5879375" y="347075"/>
            <a:ext cx="1956000" cy="41082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03" name="Google Shape;403;p65"/>
          <p:cNvPicPr preferRelativeResize="0"/>
          <p:nvPr/>
        </p:nvPicPr>
        <p:blipFill rotWithShape="1">
          <a:blip r:embed="rId4">
            <a:alphaModFix/>
          </a:blip>
          <a:srcRect b="3082" l="0" r="0" t="0"/>
          <a:stretch/>
        </p:blipFill>
        <p:spPr>
          <a:xfrm>
            <a:off x="5349374" y="226759"/>
            <a:ext cx="3016012" cy="4373878"/>
          </a:xfrm>
          <a:prstGeom prst="rect">
            <a:avLst/>
          </a:prstGeom>
          <a:noFill/>
          <a:ln>
            <a:noFill/>
          </a:ln>
        </p:spPr>
      </p:pic>
    </p:spTree>
  </p:cSld>
  <p:clrMapOvr>
    <a:masterClrMapping/>
  </p:clrMapOvr>
</p:sldLayout>
</file>

<file path=ppt/slideLayouts/slideLayout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8 - Website">
  <p:cSld name="CUSTOM_3_2">
    <p:spTree>
      <p:nvGrpSpPr>
        <p:cNvPr id="404" name="Shape 404"/>
        <p:cNvGrpSpPr/>
        <p:nvPr/>
      </p:nvGrpSpPr>
      <p:grpSpPr>
        <a:xfrm>
          <a:off x="0" y="0"/>
          <a:ext cx="0" cy="0"/>
          <a:chOff x="0" y="0"/>
          <a:chExt cx="0" cy="0"/>
        </a:xfrm>
      </p:grpSpPr>
      <p:pic>
        <p:nvPicPr>
          <p:cNvPr id="405" name="Google Shape;405;p66"/>
          <p:cNvPicPr preferRelativeResize="0"/>
          <p:nvPr/>
        </p:nvPicPr>
        <p:blipFill rotWithShape="1">
          <a:blip r:embed="rId2">
            <a:alphaModFix/>
          </a:blip>
          <a:srcRect b="30853" l="0" r="22541" t="0"/>
          <a:stretch/>
        </p:blipFill>
        <p:spPr>
          <a:xfrm>
            <a:off x="5860600" y="2508800"/>
            <a:ext cx="3283400" cy="2634701"/>
          </a:xfrm>
          <a:prstGeom prst="rect">
            <a:avLst/>
          </a:prstGeom>
          <a:noFill/>
          <a:ln>
            <a:noFill/>
          </a:ln>
        </p:spPr>
      </p:pic>
      <p:sp>
        <p:nvSpPr>
          <p:cNvPr id="406" name="Google Shape;406;p66"/>
          <p:cNvSpPr txBox="1"/>
          <p:nvPr>
            <p:ph type="title"/>
          </p:nvPr>
        </p:nvSpPr>
        <p:spPr>
          <a:xfrm>
            <a:off x="452400" y="481275"/>
            <a:ext cx="37011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
        <p:nvSpPr>
          <p:cNvPr id="407" name="Google Shape;407;p66"/>
          <p:cNvSpPr txBox="1"/>
          <p:nvPr>
            <p:ph idx="1" type="body"/>
          </p:nvPr>
        </p:nvSpPr>
        <p:spPr>
          <a:xfrm>
            <a:off x="452400" y="1132825"/>
            <a:ext cx="37011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408" name="Google Shape;408;p66"/>
          <p:cNvPicPr preferRelativeResize="0"/>
          <p:nvPr/>
        </p:nvPicPr>
        <p:blipFill>
          <a:blip r:embed="rId3">
            <a:alphaModFix/>
          </a:blip>
          <a:stretch>
            <a:fillRect/>
          </a:stretch>
        </p:blipFill>
        <p:spPr>
          <a:xfrm>
            <a:off x="7152175" y="4875550"/>
            <a:ext cx="1541202" cy="142200"/>
          </a:xfrm>
          <a:prstGeom prst="rect">
            <a:avLst/>
          </a:prstGeom>
          <a:noFill/>
          <a:ln>
            <a:noFill/>
          </a:ln>
        </p:spPr>
      </p:pic>
      <p:sp>
        <p:nvSpPr>
          <p:cNvPr id="409" name="Google Shape;409;p66"/>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grpSp>
        <p:nvGrpSpPr>
          <p:cNvPr id="410" name="Google Shape;410;p66"/>
          <p:cNvGrpSpPr/>
          <p:nvPr/>
        </p:nvGrpSpPr>
        <p:grpSpPr>
          <a:xfrm>
            <a:off x="4344100" y="398125"/>
            <a:ext cx="4546500" cy="4222800"/>
            <a:chOff x="4344100" y="398125"/>
            <a:chExt cx="4546500" cy="4222800"/>
          </a:xfrm>
        </p:grpSpPr>
        <p:sp>
          <p:nvSpPr>
            <p:cNvPr id="411" name="Google Shape;411;p66"/>
            <p:cNvSpPr/>
            <p:nvPr/>
          </p:nvSpPr>
          <p:spPr>
            <a:xfrm>
              <a:off x="4344100" y="398125"/>
              <a:ext cx="4546500" cy="4222800"/>
            </a:xfrm>
            <a:prstGeom prst="roundRect">
              <a:avLst>
                <a:gd fmla="val 3222"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12" name="Google Shape;412;p66"/>
            <p:cNvGrpSpPr/>
            <p:nvPr/>
          </p:nvGrpSpPr>
          <p:grpSpPr>
            <a:xfrm>
              <a:off x="4445450" y="524200"/>
              <a:ext cx="399495" cy="101100"/>
              <a:chOff x="4445450" y="524200"/>
              <a:chExt cx="399495" cy="101100"/>
            </a:xfrm>
          </p:grpSpPr>
          <p:sp>
            <p:nvSpPr>
              <p:cNvPr id="413" name="Google Shape;413;p66"/>
              <p:cNvSpPr/>
              <p:nvPr/>
            </p:nvSpPr>
            <p:spPr>
              <a:xfrm>
                <a:off x="4445450" y="524200"/>
                <a:ext cx="100800" cy="101100"/>
              </a:xfrm>
              <a:prstGeom prst="ellipse">
                <a:avLst/>
              </a:prstGeom>
              <a:gradFill>
                <a:gsLst>
                  <a:gs pos="0">
                    <a:srgbClr val="F5D0D0"/>
                  </a:gs>
                  <a:gs pos="100000">
                    <a:srgbClr val="D96868"/>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4" name="Google Shape;414;p66"/>
              <p:cNvSpPr/>
              <p:nvPr/>
            </p:nvSpPr>
            <p:spPr>
              <a:xfrm>
                <a:off x="4594797" y="524200"/>
                <a:ext cx="100800" cy="101100"/>
              </a:xfrm>
              <a:prstGeom prst="ellipse">
                <a:avLst/>
              </a:prstGeom>
              <a:gradFill>
                <a:gsLst>
                  <a:gs pos="0">
                    <a:srgbClr val="FFF6DB"/>
                  </a:gs>
                  <a:gs pos="100000">
                    <a:srgbClr val="FAD25C"/>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5" name="Google Shape;415;p66"/>
              <p:cNvSpPr/>
              <p:nvPr/>
            </p:nvSpPr>
            <p:spPr>
              <a:xfrm>
                <a:off x="4744145" y="524200"/>
                <a:ext cx="100800" cy="101100"/>
              </a:xfrm>
              <a:prstGeom prst="ellipse">
                <a:avLst/>
              </a:prstGeom>
              <a:gradFill>
                <a:gsLst>
                  <a:gs pos="0">
                    <a:srgbClr val="DCECD5"/>
                  </a:gs>
                  <a:gs pos="100000">
                    <a:srgbClr val="93BC8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16" name="Google Shape;416;p66"/>
            <p:cNvSpPr/>
            <p:nvPr/>
          </p:nvSpPr>
          <p:spPr>
            <a:xfrm>
              <a:off x="4910625" y="448450"/>
              <a:ext cx="3835500" cy="252600"/>
            </a:xfrm>
            <a:prstGeom prst="roundRect">
              <a:avLst>
                <a:gd fmla="val 34092"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Poppins"/>
                <a:ea typeface="Poppins"/>
                <a:cs typeface="Poppins"/>
                <a:sym typeface="Poppins"/>
              </a:endParaRPr>
            </a:p>
          </p:txBody>
        </p:sp>
      </p:grpSp>
    </p:spTree>
  </p:cSld>
  <p:clrMapOvr>
    <a:masterClrMapping/>
  </p:clrMapOvr>
</p:sldLayout>
</file>

<file path=ppt/slideLayouts/slideLayout6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9 - Phone Placeholder">
  <p:cSld name="CUSTOM_3_1_1">
    <p:spTree>
      <p:nvGrpSpPr>
        <p:cNvPr id="417" name="Shape 417"/>
        <p:cNvGrpSpPr/>
        <p:nvPr/>
      </p:nvGrpSpPr>
      <p:grpSpPr>
        <a:xfrm>
          <a:off x="0" y="0"/>
          <a:ext cx="0" cy="0"/>
          <a:chOff x="0" y="0"/>
          <a:chExt cx="0" cy="0"/>
        </a:xfrm>
      </p:grpSpPr>
      <p:pic>
        <p:nvPicPr>
          <p:cNvPr id="418" name="Google Shape;418;p67"/>
          <p:cNvPicPr preferRelativeResize="0"/>
          <p:nvPr/>
        </p:nvPicPr>
        <p:blipFill>
          <a:blip r:embed="rId2">
            <a:alphaModFix/>
          </a:blip>
          <a:stretch>
            <a:fillRect/>
          </a:stretch>
        </p:blipFill>
        <p:spPr>
          <a:xfrm>
            <a:off x="4738000" y="508538"/>
            <a:ext cx="4238740" cy="3810313"/>
          </a:xfrm>
          <a:prstGeom prst="rect">
            <a:avLst/>
          </a:prstGeom>
          <a:noFill/>
          <a:ln>
            <a:noFill/>
          </a:ln>
        </p:spPr>
      </p:pic>
      <p:sp>
        <p:nvSpPr>
          <p:cNvPr id="419" name="Google Shape;419;p67"/>
          <p:cNvSpPr txBox="1"/>
          <p:nvPr>
            <p:ph type="title"/>
          </p:nvPr>
        </p:nvSpPr>
        <p:spPr>
          <a:xfrm>
            <a:off x="452400" y="481275"/>
            <a:ext cx="49242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
        <p:nvSpPr>
          <p:cNvPr id="420" name="Google Shape;420;p67"/>
          <p:cNvSpPr txBox="1"/>
          <p:nvPr>
            <p:ph idx="1" type="body"/>
          </p:nvPr>
        </p:nvSpPr>
        <p:spPr>
          <a:xfrm>
            <a:off x="452400" y="1132825"/>
            <a:ext cx="42387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421" name="Google Shape;421;p67"/>
          <p:cNvPicPr preferRelativeResize="0"/>
          <p:nvPr/>
        </p:nvPicPr>
        <p:blipFill>
          <a:blip r:embed="rId3">
            <a:alphaModFix/>
          </a:blip>
          <a:stretch>
            <a:fillRect/>
          </a:stretch>
        </p:blipFill>
        <p:spPr>
          <a:xfrm>
            <a:off x="7152175" y="4875550"/>
            <a:ext cx="1541202" cy="142200"/>
          </a:xfrm>
          <a:prstGeom prst="rect">
            <a:avLst/>
          </a:prstGeom>
          <a:noFill/>
          <a:ln>
            <a:noFill/>
          </a:ln>
        </p:spPr>
      </p:pic>
      <p:sp>
        <p:nvSpPr>
          <p:cNvPr id="422" name="Google Shape;422;p67"/>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 - Code Block">
  <p:cSld name="CUSTOM_7_1">
    <p:spTree>
      <p:nvGrpSpPr>
        <p:cNvPr id="423" name="Shape 423"/>
        <p:cNvGrpSpPr/>
        <p:nvPr/>
      </p:nvGrpSpPr>
      <p:grpSpPr>
        <a:xfrm>
          <a:off x="0" y="0"/>
          <a:ext cx="0" cy="0"/>
          <a:chOff x="0" y="0"/>
          <a:chExt cx="0" cy="0"/>
        </a:xfrm>
      </p:grpSpPr>
      <p:pic>
        <p:nvPicPr>
          <p:cNvPr id="424" name="Google Shape;424;p68"/>
          <p:cNvPicPr preferRelativeResize="0"/>
          <p:nvPr/>
        </p:nvPicPr>
        <p:blipFill rotWithShape="1">
          <a:blip r:embed="rId2">
            <a:alphaModFix/>
          </a:blip>
          <a:srcRect b="29631" l="0" r="52625" t="21294"/>
          <a:stretch/>
        </p:blipFill>
        <p:spPr>
          <a:xfrm rot="-5400005">
            <a:off x="5694763" y="-60161"/>
            <a:ext cx="3400125" cy="3520446"/>
          </a:xfrm>
          <a:prstGeom prst="rect">
            <a:avLst/>
          </a:prstGeom>
          <a:noFill/>
          <a:ln>
            <a:noFill/>
          </a:ln>
        </p:spPr>
      </p:pic>
      <p:sp>
        <p:nvSpPr>
          <p:cNvPr id="425" name="Google Shape;425;p68"/>
          <p:cNvSpPr/>
          <p:nvPr/>
        </p:nvSpPr>
        <p:spPr>
          <a:xfrm>
            <a:off x="4385200" y="481275"/>
            <a:ext cx="4308300" cy="4139700"/>
          </a:xfrm>
          <a:prstGeom prst="roundRect">
            <a:avLst>
              <a:gd fmla="val 2467" name="adj"/>
            </a:avLst>
          </a:pr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6" name="Google Shape;426;p68"/>
          <p:cNvSpPr txBox="1"/>
          <p:nvPr/>
        </p:nvSpPr>
        <p:spPr>
          <a:xfrm>
            <a:off x="357200" y="408225"/>
            <a:ext cx="4419000" cy="461700"/>
          </a:xfrm>
          <a:prstGeom prst="rect">
            <a:avLst/>
          </a:prstGeom>
          <a:noFill/>
          <a:ln>
            <a:noFill/>
          </a:ln>
        </p:spPr>
        <p:txBody>
          <a:bodyPr anchorCtr="0" anchor="t" bIns="91425" lIns="91425" spcFirstLastPara="1" rIns="91425" wrap="square" tIns="91425">
            <a:spAutoFit/>
          </a:bodyPr>
          <a:lstStyle/>
          <a:p>
            <a:pPr indent="0" lvl="0" marL="0" marR="190500" rtl="0" algn="l">
              <a:lnSpc>
                <a:spcPct val="150000"/>
              </a:lnSpc>
              <a:spcBef>
                <a:spcPts val="1700"/>
              </a:spcBef>
              <a:spcAft>
                <a:spcPts val="3300"/>
              </a:spcAft>
              <a:buNone/>
            </a:pPr>
            <a:r>
              <a:t/>
            </a:r>
            <a:endParaRPr sz="1800">
              <a:solidFill>
                <a:srgbClr val="666666"/>
              </a:solidFill>
              <a:latin typeface="Courier New"/>
              <a:ea typeface="Courier New"/>
              <a:cs typeface="Courier New"/>
              <a:sym typeface="Courier New"/>
            </a:endParaRPr>
          </a:p>
        </p:txBody>
      </p:sp>
      <p:pic>
        <p:nvPicPr>
          <p:cNvPr id="427" name="Google Shape;427;p68"/>
          <p:cNvPicPr preferRelativeResize="0"/>
          <p:nvPr/>
        </p:nvPicPr>
        <p:blipFill>
          <a:blip r:embed="rId3">
            <a:alphaModFix/>
          </a:blip>
          <a:stretch>
            <a:fillRect/>
          </a:stretch>
        </p:blipFill>
        <p:spPr>
          <a:xfrm>
            <a:off x="7152175" y="4875550"/>
            <a:ext cx="1541202" cy="142200"/>
          </a:xfrm>
          <a:prstGeom prst="rect">
            <a:avLst/>
          </a:prstGeom>
          <a:noFill/>
          <a:ln>
            <a:noFill/>
          </a:ln>
        </p:spPr>
      </p:pic>
      <p:sp>
        <p:nvSpPr>
          <p:cNvPr id="428" name="Google Shape;428;p68"/>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429" name="Google Shape;429;p68"/>
          <p:cNvSpPr txBox="1"/>
          <p:nvPr>
            <p:ph type="title"/>
          </p:nvPr>
        </p:nvSpPr>
        <p:spPr>
          <a:xfrm>
            <a:off x="452400" y="481275"/>
            <a:ext cx="37011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
        <p:nvSpPr>
          <p:cNvPr id="430" name="Google Shape;430;p68"/>
          <p:cNvSpPr txBox="1"/>
          <p:nvPr>
            <p:ph idx="1" type="body"/>
          </p:nvPr>
        </p:nvSpPr>
        <p:spPr>
          <a:xfrm>
            <a:off x="452400" y="1132825"/>
            <a:ext cx="37011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
        <p:nvSpPr>
          <p:cNvPr id="431" name="Google Shape;431;p68"/>
          <p:cNvSpPr txBox="1"/>
          <p:nvPr>
            <p:ph idx="2" type="subTitle"/>
          </p:nvPr>
        </p:nvSpPr>
        <p:spPr>
          <a:xfrm>
            <a:off x="4511175" y="586000"/>
            <a:ext cx="4080000" cy="39141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800"/>
              <a:buFont typeface="Roboto Mono"/>
              <a:buNone/>
              <a:defRPr>
                <a:solidFill>
                  <a:schemeClr val="dk1"/>
                </a:solidFill>
                <a:latin typeface="Roboto Mono"/>
                <a:ea typeface="Roboto Mono"/>
                <a:cs typeface="Roboto Mono"/>
                <a:sym typeface="Roboto Mono"/>
              </a:defRPr>
            </a:lvl1pPr>
            <a:lvl2pPr lvl="1">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2pPr>
            <a:lvl3pPr lvl="2">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3pPr>
            <a:lvl4pPr lvl="3">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4pPr>
            <a:lvl5pPr lvl="4">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5pPr>
            <a:lvl6pPr lvl="5">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6pPr>
            <a:lvl7pPr lvl="6">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7pPr>
            <a:lvl8pPr lvl="7">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8pPr>
            <a:lvl9pPr lvl="8">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9pPr>
          </a:lstStyle>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1 - Icebreaker">
  <p:cSld name="CUSTOM_7">
    <p:spTree>
      <p:nvGrpSpPr>
        <p:cNvPr id="432" name="Shape 432"/>
        <p:cNvGrpSpPr/>
        <p:nvPr/>
      </p:nvGrpSpPr>
      <p:grpSpPr>
        <a:xfrm>
          <a:off x="0" y="0"/>
          <a:ext cx="0" cy="0"/>
          <a:chOff x="0" y="0"/>
          <a:chExt cx="0" cy="0"/>
        </a:xfrm>
      </p:grpSpPr>
      <p:pic>
        <p:nvPicPr>
          <p:cNvPr id="433" name="Google Shape;433;p69"/>
          <p:cNvPicPr preferRelativeResize="0"/>
          <p:nvPr/>
        </p:nvPicPr>
        <p:blipFill>
          <a:blip r:embed="rId2">
            <a:alphaModFix/>
          </a:blip>
          <a:stretch>
            <a:fillRect/>
          </a:stretch>
        </p:blipFill>
        <p:spPr>
          <a:xfrm>
            <a:off x="452400" y="440000"/>
            <a:ext cx="654950" cy="654950"/>
          </a:xfrm>
          <a:prstGeom prst="rect">
            <a:avLst/>
          </a:prstGeom>
          <a:noFill/>
          <a:ln>
            <a:noFill/>
          </a:ln>
        </p:spPr>
      </p:pic>
      <p:pic>
        <p:nvPicPr>
          <p:cNvPr id="434" name="Google Shape;434;p69"/>
          <p:cNvPicPr preferRelativeResize="0"/>
          <p:nvPr/>
        </p:nvPicPr>
        <p:blipFill rotWithShape="1">
          <a:blip r:embed="rId3">
            <a:alphaModFix/>
          </a:blip>
          <a:srcRect b="20620" l="74976" r="11428" t="41244"/>
          <a:stretch/>
        </p:blipFill>
        <p:spPr>
          <a:xfrm rot="-5400000">
            <a:off x="627389" y="3816763"/>
            <a:ext cx="691823" cy="1961651"/>
          </a:xfrm>
          <a:prstGeom prst="rect">
            <a:avLst/>
          </a:prstGeom>
          <a:noFill/>
          <a:ln>
            <a:noFill/>
          </a:ln>
        </p:spPr>
      </p:pic>
      <p:sp>
        <p:nvSpPr>
          <p:cNvPr id="435" name="Google Shape;435;p69"/>
          <p:cNvSpPr txBox="1"/>
          <p:nvPr>
            <p:ph idx="1" type="subTitle"/>
          </p:nvPr>
        </p:nvSpPr>
        <p:spPr>
          <a:xfrm>
            <a:off x="7103500" y="551600"/>
            <a:ext cx="1617300" cy="431700"/>
          </a:xfrm>
          <a:prstGeom prst="rect">
            <a:avLst/>
          </a:prstGeom>
          <a:solidFill>
            <a:srgbClr val="FFEDF0"/>
          </a:solidFill>
          <a:ln cap="flat" cmpd="sng" w="152400">
            <a:solidFill>
              <a:srgbClr val="FFEDF0"/>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436" name="Google Shape;436;p69"/>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437" name="Google Shape;437;p69"/>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438" name="Google Shape;438;p69"/>
          <p:cNvSpPr txBox="1"/>
          <p:nvPr/>
        </p:nvSpPr>
        <p:spPr>
          <a:xfrm>
            <a:off x="1154000" y="440000"/>
            <a:ext cx="36480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Icebreaker</a:t>
            </a:r>
            <a:endParaRPr/>
          </a:p>
        </p:txBody>
      </p:sp>
      <p:sp>
        <p:nvSpPr>
          <p:cNvPr id="439" name="Google Shape;439;p69"/>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440" name="Google Shape;440;p69"/>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441" name="Google Shape;441;p69"/>
          <p:cNvPicPr preferRelativeResize="0"/>
          <p:nvPr/>
        </p:nvPicPr>
        <p:blipFill rotWithShape="1">
          <a:blip r:embed="rId5">
            <a:alphaModFix/>
          </a:blip>
          <a:srcRect b="57773" l="27820" r="30811" t="19033"/>
          <a:stretch/>
        </p:blipFill>
        <p:spPr>
          <a:xfrm>
            <a:off x="-3355" y="3951836"/>
            <a:ext cx="2123899" cy="1192951"/>
          </a:xfrm>
          <a:prstGeom prst="rect">
            <a:avLst/>
          </a:prstGeom>
          <a:noFill/>
          <a:ln>
            <a:noFill/>
          </a:ln>
        </p:spPr>
      </p:pic>
    </p:spTree>
  </p:cSld>
  <p:clrMapOvr>
    <a:masterClrMapping/>
  </p:clrMapOvr>
</p:sldLayout>
</file>

<file path=ppt/slideLayouts/slideLayout6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2 - Discussion Prompt">
  <p:cSld name="CUSTOM_6">
    <p:spTree>
      <p:nvGrpSpPr>
        <p:cNvPr id="442" name="Shape 442"/>
        <p:cNvGrpSpPr/>
        <p:nvPr/>
      </p:nvGrpSpPr>
      <p:grpSpPr>
        <a:xfrm>
          <a:off x="0" y="0"/>
          <a:ext cx="0" cy="0"/>
          <a:chOff x="0" y="0"/>
          <a:chExt cx="0" cy="0"/>
        </a:xfrm>
      </p:grpSpPr>
      <p:pic>
        <p:nvPicPr>
          <p:cNvPr id="443" name="Google Shape;443;p70"/>
          <p:cNvPicPr preferRelativeResize="0"/>
          <p:nvPr/>
        </p:nvPicPr>
        <p:blipFill rotWithShape="1">
          <a:blip r:embed="rId2">
            <a:alphaModFix/>
          </a:blip>
          <a:srcRect b="74121" l="54584" r="17188" t="10928"/>
          <a:stretch/>
        </p:blipFill>
        <p:spPr>
          <a:xfrm>
            <a:off x="0" y="4089375"/>
            <a:ext cx="2024750" cy="1054123"/>
          </a:xfrm>
          <a:prstGeom prst="rect">
            <a:avLst/>
          </a:prstGeom>
          <a:noFill/>
          <a:ln>
            <a:noFill/>
          </a:ln>
        </p:spPr>
      </p:pic>
      <p:pic>
        <p:nvPicPr>
          <p:cNvPr id="444" name="Google Shape;444;p70"/>
          <p:cNvPicPr preferRelativeResize="0"/>
          <p:nvPr/>
        </p:nvPicPr>
        <p:blipFill rotWithShape="1">
          <a:blip r:embed="rId3">
            <a:alphaModFix/>
          </a:blip>
          <a:srcRect b="57773" l="27820" r="30811" t="19033"/>
          <a:stretch/>
        </p:blipFill>
        <p:spPr>
          <a:xfrm>
            <a:off x="-3355" y="3951836"/>
            <a:ext cx="2123899" cy="1192951"/>
          </a:xfrm>
          <a:prstGeom prst="rect">
            <a:avLst/>
          </a:prstGeom>
          <a:noFill/>
          <a:ln>
            <a:noFill/>
          </a:ln>
        </p:spPr>
      </p:pic>
      <p:sp>
        <p:nvSpPr>
          <p:cNvPr id="445" name="Google Shape;445;p70"/>
          <p:cNvSpPr txBox="1"/>
          <p:nvPr>
            <p:ph idx="1" type="subTitle"/>
          </p:nvPr>
        </p:nvSpPr>
        <p:spPr>
          <a:xfrm>
            <a:off x="7103500" y="551600"/>
            <a:ext cx="1617300" cy="431700"/>
          </a:xfrm>
          <a:prstGeom prst="rect">
            <a:avLst/>
          </a:prstGeom>
          <a:solidFill>
            <a:srgbClr val="FFEEFF"/>
          </a:solidFill>
          <a:ln cap="flat" cmpd="sng" w="152400">
            <a:solidFill>
              <a:srgbClr val="FFEEFF"/>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446" name="Google Shape;446;p70"/>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447" name="Google Shape;447;p70"/>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pic>
        <p:nvPicPr>
          <p:cNvPr id="448" name="Google Shape;448;p70"/>
          <p:cNvPicPr preferRelativeResize="0"/>
          <p:nvPr/>
        </p:nvPicPr>
        <p:blipFill>
          <a:blip r:embed="rId5">
            <a:alphaModFix/>
          </a:blip>
          <a:stretch>
            <a:fillRect/>
          </a:stretch>
        </p:blipFill>
        <p:spPr>
          <a:xfrm>
            <a:off x="434600" y="440000"/>
            <a:ext cx="654950" cy="654950"/>
          </a:xfrm>
          <a:prstGeom prst="rect">
            <a:avLst/>
          </a:prstGeom>
          <a:noFill/>
          <a:ln>
            <a:noFill/>
          </a:ln>
        </p:spPr>
      </p:pic>
      <p:sp>
        <p:nvSpPr>
          <p:cNvPr id="449" name="Google Shape;449;p70"/>
          <p:cNvSpPr txBox="1"/>
          <p:nvPr/>
        </p:nvSpPr>
        <p:spPr>
          <a:xfrm>
            <a:off x="1154000" y="440000"/>
            <a:ext cx="36480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solidFill>
                  <a:srgbClr val="000000"/>
                </a:solidFill>
                <a:latin typeface="Poppins"/>
                <a:ea typeface="Poppins"/>
                <a:cs typeface="Poppins"/>
                <a:sym typeface="Poppins"/>
              </a:rPr>
              <a:t>Discussion</a:t>
            </a:r>
            <a:endParaRPr/>
          </a:p>
        </p:txBody>
      </p:sp>
      <p:sp>
        <p:nvSpPr>
          <p:cNvPr id="450" name="Google Shape;450;p70"/>
          <p:cNvSpPr txBox="1"/>
          <p:nvPr>
            <p:ph idx="2" type="body"/>
          </p:nvPr>
        </p:nvSpPr>
        <p:spPr>
          <a:xfrm>
            <a:off x="604800" y="14128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3 - Reflection Prompt">
  <p:cSld name="CUSTOM_6_2">
    <p:spTree>
      <p:nvGrpSpPr>
        <p:cNvPr id="451" name="Shape 451"/>
        <p:cNvGrpSpPr/>
        <p:nvPr/>
      </p:nvGrpSpPr>
      <p:grpSpPr>
        <a:xfrm>
          <a:off x="0" y="0"/>
          <a:ext cx="0" cy="0"/>
          <a:chOff x="0" y="0"/>
          <a:chExt cx="0" cy="0"/>
        </a:xfrm>
      </p:grpSpPr>
      <p:pic>
        <p:nvPicPr>
          <p:cNvPr id="452" name="Google Shape;452;p71"/>
          <p:cNvPicPr preferRelativeResize="0"/>
          <p:nvPr/>
        </p:nvPicPr>
        <p:blipFill rotWithShape="1">
          <a:blip r:embed="rId2">
            <a:alphaModFix/>
          </a:blip>
          <a:srcRect b="20620" l="74976" r="11428" t="41244"/>
          <a:stretch/>
        </p:blipFill>
        <p:spPr>
          <a:xfrm rot="-5400000">
            <a:off x="627389" y="3816763"/>
            <a:ext cx="691823" cy="1961651"/>
          </a:xfrm>
          <a:prstGeom prst="rect">
            <a:avLst/>
          </a:prstGeom>
          <a:noFill/>
          <a:ln>
            <a:noFill/>
          </a:ln>
        </p:spPr>
      </p:pic>
      <p:pic>
        <p:nvPicPr>
          <p:cNvPr id="453" name="Google Shape;453;p71"/>
          <p:cNvPicPr preferRelativeResize="0"/>
          <p:nvPr/>
        </p:nvPicPr>
        <p:blipFill rotWithShape="1">
          <a:blip r:embed="rId3">
            <a:alphaModFix/>
          </a:blip>
          <a:srcRect b="10675" l="33626" r="26315" t="71928"/>
          <a:stretch/>
        </p:blipFill>
        <p:spPr>
          <a:xfrm>
            <a:off x="0" y="4248650"/>
            <a:ext cx="2060400" cy="894850"/>
          </a:xfrm>
          <a:prstGeom prst="rect">
            <a:avLst/>
          </a:prstGeom>
          <a:noFill/>
          <a:ln>
            <a:noFill/>
          </a:ln>
        </p:spPr>
      </p:pic>
      <p:pic>
        <p:nvPicPr>
          <p:cNvPr id="454" name="Google Shape;454;p71"/>
          <p:cNvPicPr preferRelativeResize="0"/>
          <p:nvPr/>
        </p:nvPicPr>
        <p:blipFill>
          <a:blip r:embed="rId4">
            <a:alphaModFix/>
          </a:blip>
          <a:stretch>
            <a:fillRect/>
          </a:stretch>
        </p:blipFill>
        <p:spPr>
          <a:xfrm>
            <a:off x="452400" y="440000"/>
            <a:ext cx="654950" cy="654950"/>
          </a:xfrm>
          <a:prstGeom prst="rect">
            <a:avLst/>
          </a:prstGeom>
          <a:noFill/>
          <a:ln>
            <a:noFill/>
          </a:ln>
        </p:spPr>
      </p:pic>
      <p:sp>
        <p:nvSpPr>
          <p:cNvPr id="455" name="Google Shape;455;p71"/>
          <p:cNvSpPr txBox="1"/>
          <p:nvPr>
            <p:ph idx="1" type="subTitle"/>
          </p:nvPr>
        </p:nvSpPr>
        <p:spPr>
          <a:xfrm>
            <a:off x="7103500" y="551600"/>
            <a:ext cx="1617300" cy="431700"/>
          </a:xfrm>
          <a:prstGeom prst="rect">
            <a:avLst/>
          </a:prstGeom>
          <a:solidFill>
            <a:srgbClr val="FFEDF0"/>
          </a:solidFill>
          <a:ln cap="flat" cmpd="sng" w="152400">
            <a:solidFill>
              <a:srgbClr val="FFEDF0"/>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456" name="Google Shape;456;p71"/>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457" name="Google Shape;457;p71"/>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458" name="Google Shape;458;p71"/>
          <p:cNvSpPr txBox="1"/>
          <p:nvPr/>
        </p:nvSpPr>
        <p:spPr>
          <a:xfrm>
            <a:off x="1154000" y="440000"/>
            <a:ext cx="36480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Reflection</a:t>
            </a:r>
            <a:endParaRPr/>
          </a:p>
        </p:txBody>
      </p:sp>
      <p:sp>
        <p:nvSpPr>
          <p:cNvPr id="459" name="Google Shape;459;p71"/>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460" name="Google Shape;460;p71"/>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4 - Try It">
  <p:cSld name="CUSTOM_6_2_1">
    <p:spTree>
      <p:nvGrpSpPr>
        <p:cNvPr id="461" name="Shape 461"/>
        <p:cNvGrpSpPr/>
        <p:nvPr/>
      </p:nvGrpSpPr>
      <p:grpSpPr>
        <a:xfrm>
          <a:off x="0" y="0"/>
          <a:ext cx="0" cy="0"/>
          <a:chOff x="0" y="0"/>
          <a:chExt cx="0" cy="0"/>
        </a:xfrm>
      </p:grpSpPr>
      <p:pic>
        <p:nvPicPr>
          <p:cNvPr id="462" name="Google Shape;462;p72"/>
          <p:cNvPicPr preferRelativeResize="0"/>
          <p:nvPr/>
        </p:nvPicPr>
        <p:blipFill rotWithShape="1">
          <a:blip r:embed="rId2">
            <a:alphaModFix/>
          </a:blip>
          <a:srcRect b="0" l="0" r="2248" t="69501"/>
          <a:stretch/>
        </p:blipFill>
        <p:spPr>
          <a:xfrm rot="10800000">
            <a:off x="-13874" y="4314577"/>
            <a:ext cx="2158724" cy="828923"/>
          </a:xfrm>
          <a:prstGeom prst="rect">
            <a:avLst/>
          </a:prstGeom>
          <a:noFill/>
          <a:ln>
            <a:noFill/>
          </a:ln>
        </p:spPr>
      </p:pic>
      <p:pic>
        <p:nvPicPr>
          <p:cNvPr id="463" name="Google Shape;463;p72"/>
          <p:cNvPicPr preferRelativeResize="0"/>
          <p:nvPr/>
        </p:nvPicPr>
        <p:blipFill rotWithShape="1">
          <a:blip r:embed="rId3">
            <a:alphaModFix/>
          </a:blip>
          <a:srcRect b="45416" l="60224" r="12699" t="43299"/>
          <a:stretch/>
        </p:blipFill>
        <p:spPr>
          <a:xfrm>
            <a:off x="0" y="4131025"/>
            <a:ext cx="2061576" cy="1012474"/>
          </a:xfrm>
          <a:prstGeom prst="rect">
            <a:avLst/>
          </a:prstGeom>
          <a:noFill/>
          <a:ln>
            <a:noFill/>
          </a:ln>
        </p:spPr>
      </p:pic>
      <p:pic>
        <p:nvPicPr>
          <p:cNvPr id="464" name="Google Shape;464;p72"/>
          <p:cNvPicPr preferRelativeResize="0"/>
          <p:nvPr/>
        </p:nvPicPr>
        <p:blipFill>
          <a:blip r:embed="rId4">
            <a:alphaModFix/>
          </a:blip>
          <a:stretch>
            <a:fillRect/>
          </a:stretch>
        </p:blipFill>
        <p:spPr>
          <a:xfrm>
            <a:off x="452400" y="440000"/>
            <a:ext cx="654950" cy="654950"/>
          </a:xfrm>
          <a:prstGeom prst="rect">
            <a:avLst/>
          </a:prstGeom>
          <a:noFill/>
          <a:ln>
            <a:noFill/>
          </a:ln>
        </p:spPr>
      </p:pic>
      <p:sp>
        <p:nvSpPr>
          <p:cNvPr id="465" name="Google Shape;465;p72"/>
          <p:cNvSpPr txBox="1"/>
          <p:nvPr>
            <p:ph idx="1" type="subTitle"/>
          </p:nvPr>
        </p:nvSpPr>
        <p:spPr>
          <a:xfrm>
            <a:off x="7103500" y="551600"/>
            <a:ext cx="1617300" cy="431700"/>
          </a:xfrm>
          <a:prstGeom prst="rect">
            <a:avLst/>
          </a:prstGeom>
          <a:solidFill>
            <a:srgbClr val="E9F6FF"/>
          </a:solidFill>
          <a:ln cap="flat" cmpd="sng" w="152400">
            <a:solidFill>
              <a:srgbClr val="E9F6FF"/>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466" name="Google Shape;466;p72"/>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467" name="Google Shape;467;p72"/>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468" name="Google Shape;468;p72"/>
          <p:cNvSpPr txBox="1"/>
          <p:nvPr/>
        </p:nvSpPr>
        <p:spPr>
          <a:xfrm>
            <a:off x="1154000" y="440000"/>
            <a:ext cx="36480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Try It!</a:t>
            </a:r>
            <a:endParaRPr/>
          </a:p>
        </p:txBody>
      </p:sp>
      <p:sp>
        <p:nvSpPr>
          <p:cNvPr id="469" name="Google Shape;469;p72"/>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470" name="Google Shape;470;p72"/>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5 - Breakout Rooms">
  <p:cSld name="CUSTOM_6_2_1_1">
    <p:spTree>
      <p:nvGrpSpPr>
        <p:cNvPr id="471" name="Shape 471"/>
        <p:cNvGrpSpPr/>
        <p:nvPr/>
      </p:nvGrpSpPr>
      <p:grpSpPr>
        <a:xfrm>
          <a:off x="0" y="0"/>
          <a:ext cx="0" cy="0"/>
          <a:chOff x="0" y="0"/>
          <a:chExt cx="0" cy="0"/>
        </a:xfrm>
      </p:grpSpPr>
      <p:pic>
        <p:nvPicPr>
          <p:cNvPr id="472" name="Google Shape;472;p73"/>
          <p:cNvPicPr preferRelativeResize="0"/>
          <p:nvPr/>
        </p:nvPicPr>
        <p:blipFill rotWithShape="1">
          <a:blip r:embed="rId2">
            <a:alphaModFix/>
          </a:blip>
          <a:srcRect b="0" l="25913" r="44507" t="78390"/>
          <a:stretch/>
        </p:blipFill>
        <p:spPr>
          <a:xfrm rot="10800000">
            <a:off x="1" y="4032002"/>
            <a:ext cx="1547899" cy="1111498"/>
          </a:xfrm>
          <a:prstGeom prst="rect">
            <a:avLst/>
          </a:prstGeom>
          <a:noFill/>
          <a:ln>
            <a:noFill/>
          </a:ln>
        </p:spPr>
      </p:pic>
      <p:pic>
        <p:nvPicPr>
          <p:cNvPr id="473" name="Google Shape;473;p73"/>
          <p:cNvPicPr preferRelativeResize="0"/>
          <p:nvPr/>
        </p:nvPicPr>
        <p:blipFill rotWithShape="1">
          <a:blip r:embed="rId3">
            <a:alphaModFix/>
          </a:blip>
          <a:srcRect b="10675" l="33626" r="26315" t="71928"/>
          <a:stretch/>
        </p:blipFill>
        <p:spPr>
          <a:xfrm>
            <a:off x="0" y="4248650"/>
            <a:ext cx="2060400" cy="894850"/>
          </a:xfrm>
          <a:prstGeom prst="rect">
            <a:avLst/>
          </a:prstGeom>
          <a:noFill/>
          <a:ln>
            <a:noFill/>
          </a:ln>
        </p:spPr>
      </p:pic>
      <p:pic>
        <p:nvPicPr>
          <p:cNvPr id="474" name="Google Shape;474;p73"/>
          <p:cNvPicPr preferRelativeResize="0"/>
          <p:nvPr/>
        </p:nvPicPr>
        <p:blipFill>
          <a:blip r:embed="rId4">
            <a:alphaModFix/>
          </a:blip>
          <a:stretch>
            <a:fillRect/>
          </a:stretch>
        </p:blipFill>
        <p:spPr>
          <a:xfrm>
            <a:off x="452400" y="439975"/>
            <a:ext cx="654950" cy="654950"/>
          </a:xfrm>
          <a:prstGeom prst="rect">
            <a:avLst/>
          </a:prstGeom>
          <a:noFill/>
          <a:ln>
            <a:noFill/>
          </a:ln>
        </p:spPr>
      </p:pic>
      <p:sp>
        <p:nvSpPr>
          <p:cNvPr id="475" name="Google Shape;475;p73"/>
          <p:cNvSpPr txBox="1"/>
          <p:nvPr>
            <p:ph idx="1" type="subTitle"/>
          </p:nvPr>
        </p:nvSpPr>
        <p:spPr>
          <a:xfrm>
            <a:off x="7103500" y="551600"/>
            <a:ext cx="1617300" cy="431700"/>
          </a:xfrm>
          <a:prstGeom prst="rect">
            <a:avLst/>
          </a:prstGeom>
          <a:solidFill>
            <a:srgbClr val="FFF6BF"/>
          </a:solidFill>
          <a:ln cap="flat" cmpd="sng" w="152400">
            <a:solidFill>
              <a:srgbClr val="FFF6BF"/>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476" name="Google Shape;476;p73"/>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477" name="Google Shape;477;p73"/>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478" name="Google Shape;478;p73"/>
          <p:cNvSpPr txBox="1"/>
          <p:nvPr/>
        </p:nvSpPr>
        <p:spPr>
          <a:xfrm>
            <a:off x="1154000" y="440000"/>
            <a:ext cx="36480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Breakout Rooms</a:t>
            </a:r>
            <a:endParaRPr/>
          </a:p>
        </p:txBody>
      </p:sp>
      <p:sp>
        <p:nvSpPr>
          <p:cNvPr id="479" name="Google Shape;479;p73"/>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480" name="Google Shape;480;p73"/>
          <p:cNvSpPr txBox="1"/>
          <p:nvPr>
            <p:ph idx="2" type="body"/>
          </p:nvPr>
        </p:nvSpPr>
        <p:spPr>
          <a:xfrm>
            <a:off x="452400" y="1260500"/>
            <a:ext cx="64959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
        <p:nvSpPr>
          <p:cNvPr id="481" name="Google Shape;481;p73"/>
          <p:cNvSpPr/>
          <p:nvPr/>
        </p:nvSpPr>
        <p:spPr>
          <a:xfrm>
            <a:off x="7040775" y="1347600"/>
            <a:ext cx="1764000" cy="1755000"/>
          </a:xfrm>
          <a:prstGeom prst="roundRect">
            <a:avLst>
              <a:gd fmla="val 4613" name="adj"/>
            </a:avLst>
          </a:prstGeom>
          <a:solidFill>
            <a:srgbClr val="FFF6BF"/>
          </a:solid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800">
                <a:latin typeface="Poppins"/>
                <a:ea typeface="Poppins"/>
                <a:cs typeface="Poppins"/>
                <a:sym typeface="Poppins"/>
              </a:rPr>
              <a:t>Questions? </a:t>
            </a:r>
            <a:r>
              <a:rPr lang="en" sz="1800">
                <a:latin typeface="Poppins"/>
                <a:ea typeface="Poppins"/>
                <a:cs typeface="Poppins"/>
                <a:sym typeface="Poppins"/>
              </a:rPr>
              <a:t>Post on Slack and tag:</a:t>
            </a:r>
            <a:endParaRPr sz="1800">
              <a:latin typeface="Poppins"/>
              <a:ea typeface="Poppins"/>
              <a:cs typeface="Poppins"/>
              <a:sym typeface="Poppins"/>
            </a:endParaRPr>
          </a:p>
        </p:txBody>
      </p:sp>
      <p:sp>
        <p:nvSpPr>
          <p:cNvPr id="482" name="Google Shape;482;p73"/>
          <p:cNvSpPr txBox="1"/>
          <p:nvPr>
            <p:ph idx="3" type="subTitle"/>
          </p:nvPr>
        </p:nvSpPr>
        <p:spPr>
          <a:xfrm>
            <a:off x="7040775" y="2436050"/>
            <a:ext cx="1764000" cy="4317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dk1"/>
              </a:buClr>
              <a:buSzPts val="1800"/>
              <a:buNone/>
              <a:defRPr b="1">
                <a:solidFill>
                  <a:schemeClr val="dk1"/>
                </a:solidFill>
              </a:defRPr>
            </a:lvl1pPr>
            <a:lvl2pPr lvl="1" algn="ctr">
              <a:spcBef>
                <a:spcPts val="0"/>
              </a:spcBef>
              <a:spcAft>
                <a:spcPts val="0"/>
              </a:spcAft>
              <a:buClr>
                <a:schemeClr val="dk1"/>
              </a:buClr>
              <a:buSzPts val="1400"/>
              <a:buNone/>
              <a:defRPr b="1">
                <a:solidFill>
                  <a:schemeClr val="dk1"/>
                </a:solidFill>
              </a:defRPr>
            </a:lvl2pPr>
            <a:lvl3pPr lvl="2" algn="ctr">
              <a:spcBef>
                <a:spcPts val="0"/>
              </a:spcBef>
              <a:spcAft>
                <a:spcPts val="0"/>
              </a:spcAft>
              <a:buClr>
                <a:schemeClr val="dk1"/>
              </a:buClr>
              <a:buSzPts val="1400"/>
              <a:buNone/>
              <a:defRPr b="1">
                <a:solidFill>
                  <a:schemeClr val="dk1"/>
                </a:solidFill>
              </a:defRPr>
            </a:lvl3pPr>
            <a:lvl4pPr lvl="3" algn="ctr">
              <a:spcBef>
                <a:spcPts val="0"/>
              </a:spcBef>
              <a:spcAft>
                <a:spcPts val="0"/>
              </a:spcAft>
              <a:buClr>
                <a:schemeClr val="dk1"/>
              </a:buClr>
              <a:buSzPts val="1400"/>
              <a:buNone/>
              <a:defRPr b="1">
                <a:solidFill>
                  <a:schemeClr val="dk1"/>
                </a:solidFill>
              </a:defRPr>
            </a:lvl4pPr>
            <a:lvl5pPr lvl="4" algn="ctr">
              <a:spcBef>
                <a:spcPts val="0"/>
              </a:spcBef>
              <a:spcAft>
                <a:spcPts val="0"/>
              </a:spcAft>
              <a:buClr>
                <a:schemeClr val="dk1"/>
              </a:buClr>
              <a:buSzPts val="1400"/>
              <a:buNone/>
              <a:defRPr b="1">
                <a:solidFill>
                  <a:schemeClr val="dk1"/>
                </a:solidFill>
              </a:defRPr>
            </a:lvl5pPr>
            <a:lvl6pPr lvl="5" algn="ctr">
              <a:spcBef>
                <a:spcPts val="0"/>
              </a:spcBef>
              <a:spcAft>
                <a:spcPts val="0"/>
              </a:spcAft>
              <a:buClr>
                <a:schemeClr val="dk1"/>
              </a:buClr>
              <a:buSzPts val="1400"/>
              <a:buNone/>
              <a:defRPr b="1">
                <a:solidFill>
                  <a:schemeClr val="dk1"/>
                </a:solidFill>
              </a:defRPr>
            </a:lvl6pPr>
            <a:lvl7pPr lvl="6" algn="ctr">
              <a:spcBef>
                <a:spcPts val="0"/>
              </a:spcBef>
              <a:spcAft>
                <a:spcPts val="0"/>
              </a:spcAft>
              <a:buClr>
                <a:schemeClr val="dk1"/>
              </a:buClr>
              <a:buSzPts val="1400"/>
              <a:buNone/>
              <a:defRPr b="1">
                <a:solidFill>
                  <a:schemeClr val="dk1"/>
                </a:solidFill>
              </a:defRPr>
            </a:lvl7pPr>
            <a:lvl8pPr lvl="7" algn="ctr">
              <a:spcBef>
                <a:spcPts val="0"/>
              </a:spcBef>
              <a:spcAft>
                <a:spcPts val="0"/>
              </a:spcAft>
              <a:buClr>
                <a:schemeClr val="dk1"/>
              </a:buClr>
              <a:buSzPts val="1400"/>
              <a:buNone/>
              <a:defRPr b="1">
                <a:solidFill>
                  <a:schemeClr val="dk1"/>
                </a:solidFill>
              </a:defRPr>
            </a:lvl8pPr>
            <a:lvl9pPr lvl="8" algn="ctr">
              <a:spcBef>
                <a:spcPts val="0"/>
              </a:spcBef>
              <a:spcAft>
                <a:spcPts val="0"/>
              </a:spcAft>
              <a:buClr>
                <a:schemeClr val="dk1"/>
              </a:buClr>
              <a:buSzPts val="1400"/>
              <a:buNone/>
              <a:defRPr b="1">
                <a:solidFill>
                  <a:schemeClr val="dk1"/>
                </a:solidFill>
              </a:defRPr>
            </a:lvl9pPr>
          </a:lstStyle>
          <a:p/>
        </p:txBody>
      </p:sp>
    </p:spTree>
  </p:cSld>
  <p:clrMapOvr>
    <a:masterClrMapping/>
  </p:clrMapOvr>
</p:sldLayout>
</file>

<file path=ppt/slideLayouts/slideLayout7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6 - CFU">
  <p:cSld name="CUSTOM_6_2_1_1_1">
    <p:spTree>
      <p:nvGrpSpPr>
        <p:cNvPr id="483" name="Shape 483"/>
        <p:cNvGrpSpPr/>
        <p:nvPr/>
      </p:nvGrpSpPr>
      <p:grpSpPr>
        <a:xfrm>
          <a:off x="0" y="0"/>
          <a:ext cx="0" cy="0"/>
          <a:chOff x="0" y="0"/>
          <a:chExt cx="0" cy="0"/>
        </a:xfrm>
      </p:grpSpPr>
      <p:pic>
        <p:nvPicPr>
          <p:cNvPr id="484" name="Google Shape;484;p74"/>
          <p:cNvPicPr preferRelativeResize="0"/>
          <p:nvPr/>
        </p:nvPicPr>
        <p:blipFill rotWithShape="1">
          <a:blip r:embed="rId2">
            <a:alphaModFix/>
          </a:blip>
          <a:srcRect b="26804" l="62509" r="0" t="0"/>
          <a:stretch/>
        </p:blipFill>
        <p:spPr>
          <a:xfrm flipH="1" rot="5400000">
            <a:off x="556661" y="3399336"/>
            <a:ext cx="1192950" cy="2328028"/>
          </a:xfrm>
          <a:prstGeom prst="rect">
            <a:avLst/>
          </a:prstGeom>
          <a:noFill/>
          <a:ln>
            <a:noFill/>
          </a:ln>
        </p:spPr>
      </p:pic>
      <p:pic>
        <p:nvPicPr>
          <p:cNvPr id="485" name="Google Shape;485;p74"/>
          <p:cNvPicPr preferRelativeResize="0"/>
          <p:nvPr/>
        </p:nvPicPr>
        <p:blipFill rotWithShape="1">
          <a:blip r:embed="rId3">
            <a:alphaModFix/>
          </a:blip>
          <a:srcRect b="57773" l="27820" r="30811" t="19033"/>
          <a:stretch/>
        </p:blipFill>
        <p:spPr>
          <a:xfrm>
            <a:off x="-3355" y="3951836"/>
            <a:ext cx="2123899" cy="1192951"/>
          </a:xfrm>
          <a:prstGeom prst="rect">
            <a:avLst/>
          </a:prstGeom>
          <a:noFill/>
          <a:ln>
            <a:noFill/>
          </a:ln>
        </p:spPr>
      </p:pic>
      <p:pic>
        <p:nvPicPr>
          <p:cNvPr id="486" name="Google Shape;486;p74"/>
          <p:cNvPicPr preferRelativeResize="0"/>
          <p:nvPr/>
        </p:nvPicPr>
        <p:blipFill>
          <a:blip r:embed="rId4">
            <a:alphaModFix/>
          </a:blip>
          <a:stretch>
            <a:fillRect/>
          </a:stretch>
        </p:blipFill>
        <p:spPr>
          <a:xfrm>
            <a:off x="452400" y="439975"/>
            <a:ext cx="654950" cy="654950"/>
          </a:xfrm>
          <a:prstGeom prst="rect">
            <a:avLst/>
          </a:prstGeom>
          <a:noFill/>
          <a:ln>
            <a:noFill/>
          </a:ln>
        </p:spPr>
      </p:pic>
      <p:sp>
        <p:nvSpPr>
          <p:cNvPr id="487" name="Google Shape;487;p74"/>
          <p:cNvSpPr txBox="1"/>
          <p:nvPr>
            <p:ph idx="1" type="subTitle"/>
          </p:nvPr>
        </p:nvSpPr>
        <p:spPr>
          <a:xfrm>
            <a:off x="7103500" y="551600"/>
            <a:ext cx="1617300" cy="431700"/>
          </a:xfrm>
          <a:prstGeom prst="rect">
            <a:avLst/>
          </a:prstGeom>
          <a:solidFill>
            <a:srgbClr val="D7FFEE"/>
          </a:solidFill>
          <a:ln cap="flat" cmpd="sng" w="152400">
            <a:solidFill>
              <a:srgbClr val="D7FFEE"/>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488" name="Google Shape;488;p74"/>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489" name="Google Shape;489;p74"/>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490" name="Google Shape;490;p74"/>
          <p:cNvSpPr txBox="1"/>
          <p:nvPr/>
        </p:nvSpPr>
        <p:spPr>
          <a:xfrm>
            <a:off x="1154000" y="440000"/>
            <a:ext cx="42393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Check for Understanding</a:t>
            </a:r>
            <a:endParaRPr/>
          </a:p>
        </p:txBody>
      </p:sp>
      <p:sp>
        <p:nvSpPr>
          <p:cNvPr id="491" name="Google Shape;491;p74"/>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492" name="Google Shape;492;p74"/>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7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7 - CFU w/ Code">
  <p:cSld name="CUSTOM_6_2_1_1_1_3">
    <p:spTree>
      <p:nvGrpSpPr>
        <p:cNvPr id="493" name="Shape 493"/>
        <p:cNvGrpSpPr/>
        <p:nvPr/>
      </p:nvGrpSpPr>
      <p:grpSpPr>
        <a:xfrm>
          <a:off x="0" y="0"/>
          <a:ext cx="0" cy="0"/>
          <a:chOff x="0" y="0"/>
          <a:chExt cx="0" cy="0"/>
        </a:xfrm>
      </p:grpSpPr>
      <p:pic>
        <p:nvPicPr>
          <p:cNvPr id="494" name="Google Shape;494;p75"/>
          <p:cNvPicPr preferRelativeResize="0"/>
          <p:nvPr/>
        </p:nvPicPr>
        <p:blipFill rotWithShape="1">
          <a:blip r:embed="rId2">
            <a:alphaModFix/>
          </a:blip>
          <a:srcRect b="26804" l="62509" r="0" t="0"/>
          <a:stretch/>
        </p:blipFill>
        <p:spPr>
          <a:xfrm flipH="1" rot="-5400000">
            <a:off x="7383499" y="-567539"/>
            <a:ext cx="1192950" cy="2328028"/>
          </a:xfrm>
          <a:prstGeom prst="rect">
            <a:avLst/>
          </a:prstGeom>
          <a:noFill/>
          <a:ln>
            <a:noFill/>
          </a:ln>
        </p:spPr>
      </p:pic>
      <p:pic>
        <p:nvPicPr>
          <p:cNvPr id="495" name="Google Shape;495;p75"/>
          <p:cNvPicPr preferRelativeResize="0"/>
          <p:nvPr/>
        </p:nvPicPr>
        <p:blipFill rotWithShape="1">
          <a:blip r:embed="rId3">
            <a:alphaModFix/>
          </a:blip>
          <a:srcRect b="57773" l="27820" r="30811" t="19033"/>
          <a:stretch/>
        </p:blipFill>
        <p:spPr>
          <a:xfrm rot="10800000">
            <a:off x="7020095" y="11"/>
            <a:ext cx="2123899" cy="1192951"/>
          </a:xfrm>
          <a:prstGeom prst="rect">
            <a:avLst/>
          </a:prstGeom>
          <a:noFill/>
          <a:ln>
            <a:noFill/>
          </a:ln>
        </p:spPr>
      </p:pic>
      <p:sp>
        <p:nvSpPr>
          <p:cNvPr id="496" name="Google Shape;496;p75"/>
          <p:cNvSpPr txBox="1"/>
          <p:nvPr>
            <p:ph idx="1" type="body"/>
          </p:nvPr>
        </p:nvSpPr>
        <p:spPr>
          <a:xfrm>
            <a:off x="452400" y="1344125"/>
            <a:ext cx="3474000" cy="29232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497" name="Google Shape;497;p75"/>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498" name="Google Shape;498;p75"/>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499" name="Google Shape;499;p75"/>
          <p:cNvSpPr/>
          <p:nvPr/>
        </p:nvSpPr>
        <p:spPr>
          <a:xfrm>
            <a:off x="4118450" y="266700"/>
            <a:ext cx="4722300" cy="4459500"/>
          </a:xfrm>
          <a:prstGeom prst="roundRect">
            <a:avLst>
              <a:gd fmla="val 2467" name="adj"/>
            </a:avLst>
          </a:pr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0" name="Google Shape;500;p75"/>
          <p:cNvSpPr txBox="1"/>
          <p:nvPr>
            <p:ph idx="2" type="subTitle"/>
          </p:nvPr>
        </p:nvSpPr>
        <p:spPr>
          <a:xfrm>
            <a:off x="4256529" y="378199"/>
            <a:ext cx="4472100" cy="42156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800"/>
              <a:buFont typeface="Roboto Mono"/>
              <a:buNone/>
              <a:defRPr>
                <a:solidFill>
                  <a:schemeClr val="dk1"/>
                </a:solidFill>
                <a:latin typeface="Roboto Mono"/>
                <a:ea typeface="Roboto Mono"/>
                <a:cs typeface="Roboto Mono"/>
                <a:sym typeface="Roboto Mono"/>
              </a:defRPr>
            </a:lvl1pPr>
            <a:lvl2pPr lvl="1">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2pPr>
            <a:lvl3pPr lvl="2">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3pPr>
            <a:lvl4pPr lvl="3">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4pPr>
            <a:lvl5pPr lvl="4">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5pPr>
            <a:lvl6pPr lvl="5">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6pPr>
            <a:lvl7pPr lvl="6">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7pPr>
            <a:lvl8pPr lvl="7">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8pPr>
            <a:lvl9pPr lvl="8">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9pPr>
          </a:lstStyle>
          <a:p/>
        </p:txBody>
      </p:sp>
      <p:sp>
        <p:nvSpPr>
          <p:cNvPr id="501" name="Google Shape;501;p75"/>
          <p:cNvSpPr txBox="1"/>
          <p:nvPr>
            <p:ph idx="3" type="subTitle"/>
          </p:nvPr>
        </p:nvSpPr>
        <p:spPr>
          <a:xfrm>
            <a:off x="153900" y="4514325"/>
            <a:ext cx="1617300" cy="431700"/>
          </a:xfrm>
          <a:prstGeom prst="rect">
            <a:avLst/>
          </a:prstGeom>
          <a:solidFill>
            <a:srgbClr val="D7FFEE"/>
          </a:solidFill>
          <a:ln cap="flat" cmpd="sng" w="152400">
            <a:solidFill>
              <a:srgbClr val="D7FFEE"/>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502" name="Google Shape;502;p75"/>
          <p:cNvPicPr preferRelativeResize="0"/>
          <p:nvPr/>
        </p:nvPicPr>
        <p:blipFill>
          <a:blip r:embed="rId5">
            <a:alphaModFix/>
          </a:blip>
          <a:stretch>
            <a:fillRect/>
          </a:stretch>
        </p:blipFill>
        <p:spPr>
          <a:xfrm>
            <a:off x="452400" y="439975"/>
            <a:ext cx="654950" cy="654950"/>
          </a:xfrm>
          <a:prstGeom prst="rect">
            <a:avLst/>
          </a:prstGeom>
          <a:noFill/>
          <a:ln>
            <a:noFill/>
          </a:ln>
        </p:spPr>
      </p:pic>
      <p:sp>
        <p:nvSpPr>
          <p:cNvPr id="503" name="Google Shape;503;p75"/>
          <p:cNvSpPr txBox="1"/>
          <p:nvPr/>
        </p:nvSpPr>
        <p:spPr>
          <a:xfrm>
            <a:off x="1147375" y="322700"/>
            <a:ext cx="2653200" cy="8895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Check for </a:t>
            </a:r>
            <a:endParaRPr b="1" sz="2400">
              <a:latin typeface="Poppins"/>
              <a:ea typeface="Poppins"/>
              <a:cs typeface="Poppins"/>
              <a:sym typeface="Poppins"/>
            </a:endParaRPr>
          </a:p>
          <a:p>
            <a:pPr indent="0" lvl="0" marL="0" rtl="0" algn="l">
              <a:spcBef>
                <a:spcPts val="0"/>
              </a:spcBef>
              <a:spcAft>
                <a:spcPts val="0"/>
              </a:spcAft>
              <a:buNone/>
            </a:pPr>
            <a:r>
              <a:rPr b="1" lang="en" sz="2400">
                <a:latin typeface="Poppins"/>
                <a:ea typeface="Poppins"/>
                <a:cs typeface="Poppins"/>
                <a:sym typeface="Poppins"/>
              </a:rPr>
              <a:t>Understanding</a:t>
            </a:r>
            <a:endParaRPr/>
          </a:p>
        </p:txBody>
      </p:sp>
    </p:spTree>
  </p:cSld>
  <p:clrMapOvr>
    <a:masterClrMapping/>
  </p:clrMapOvr>
</p:sldLayout>
</file>

<file path=ppt/slideLayouts/slideLayout7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8 - Instructor Demo">
  <p:cSld name="CUSTOM_6_2_1_1_1_2">
    <p:spTree>
      <p:nvGrpSpPr>
        <p:cNvPr id="504" name="Shape 504"/>
        <p:cNvGrpSpPr/>
        <p:nvPr/>
      </p:nvGrpSpPr>
      <p:grpSpPr>
        <a:xfrm>
          <a:off x="0" y="0"/>
          <a:ext cx="0" cy="0"/>
          <a:chOff x="0" y="0"/>
          <a:chExt cx="0" cy="0"/>
        </a:xfrm>
      </p:grpSpPr>
      <p:pic>
        <p:nvPicPr>
          <p:cNvPr id="505" name="Google Shape;505;p76"/>
          <p:cNvPicPr preferRelativeResize="0"/>
          <p:nvPr/>
        </p:nvPicPr>
        <p:blipFill rotWithShape="1">
          <a:blip r:embed="rId2">
            <a:alphaModFix/>
          </a:blip>
          <a:srcRect b="74121" l="54584" r="17188" t="10928"/>
          <a:stretch/>
        </p:blipFill>
        <p:spPr>
          <a:xfrm>
            <a:off x="0" y="4089375"/>
            <a:ext cx="2024750" cy="1054123"/>
          </a:xfrm>
          <a:prstGeom prst="rect">
            <a:avLst/>
          </a:prstGeom>
          <a:noFill/>
          <a:ln>
            <a:noFill/>
          </a:ln>
        </p:spPr>
      </p:pic>
      <p:pic>
        <p:nvPicPr>
          <p:cNvPr id="506" name="Google Shape;506;p76"/>
          <p:cNvPicPr preferRelativeResize="0"/>
          <p:nvPr/>
        </p:nvPicPr>
        <p:blipFill rotWithShape="1">
          <a:blip r:embed="rId3">
            <a:alphaModFix/>
          </a:blip>
          <a:srcRect b="10675" l="33626" r="26315" t="71928"/>
          <a:stretch/>
        </p:blipFill>
        <p:spPr>
          <a:xfrm>
            <a:off x="0" y="4192550"/>
            <a:ext cx="2189575" cy="950951"/>
          </a:xfrm>
          <a:prstGeom prst="rect">
            <a:avLst/>
          </a:prstGeom>
          <a:noFill/>
          <a:ln>
            <a:noFill/>
          </a:ln>
        </p:spPr>
      </p:pic>
      <p:pic>
        <p:nvPicPr>
          <p:cNvPr id="507" name="Google Shape;507;p76"/>
          <p:cNvPicPr preferRelativeResize="0"/>
          <p:nvPr/>
        </p:nvPicPr>
        <p:blipFill>
          <a:blip r:embed="rId4">
            <a:alphaModFix/>
          </a:blip>
          <a:stretch>
            <a:fillRect/>
          </a:stretch>
        </p:blipFill>
        <p:spPr>
          <a:xfrm>
            <a:off x="452400" y="439975"/>
            <a:ext cx="654950" cy="654950"/>
          </a:xfrm>
          <a:prstGeom prst="rect">
            <a:avLst/>
          </a:prstGeom>
          <a:noFill/>
          <a:ln>
            <a:noFill/>
          </a:ln>
        </p:spPr>
      </p:pic>
      <p:sp>
        <p:nvSpPr>
          <p:cNvPr id="508" name="Google Shape;508;p76"/>
          <p:cNvSpPr txBox="1"/>
          <p:nvPr>
            <p:ph idx="1" type="subTitle"/>
          </p:nvPr>
        </p:nvSpPr>
        <p:spPr>
          <a:xfrm>
            <a:off x="7103500" y="551600"/>
            <a:ext cx="1617300" cy="431700"/>
          </a:xfrm>
          <a:prstGeom prst="rect">
            <a:avLst/>
          </a:prstGeom>
          <a:solidFill>
            <a:srgbClr val="FFEEFF"/>
          </a:solidFill>
          <a:ln cap="flat" cmpd="sng" w="152400">
            <a:solidFill>
              <a:srgbClr val="FFEEFF"/>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509" name="Google Shape;509;p76"/>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510" name="Google Shape;510;p76"/>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511" name="Google Shape;511;p76"/>
          <p:cNvSpPr txBox="1"/>
          <p:nvPr/>
        </p:nvSpPr>
        <p:spPr>
          <a:xfrm>
            <a:off x="1154000" y="440000"/>
            <a:ext cx="42393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Instructor Demo</a:t>
            </a:r>
            <a:endParaRPr/>
          </a:p>
        </p:txBody>
      </p:sp>
      <p:sp>
        <p:nvSpPr>
          <p:cNvPr id="512" name="Google Shape;512;p76"/>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513" name="Google Shape;513;p76"/>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7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9 - Exit Ticket">
  <p:cSld name="CUSTOM_6_2_1_1_1_1">
    <p:spTree>
      <p:nvGrpSpPr>
        <p:cNvPr id="514" name="Shape 514"/>
        <p:cNvGrpSpPr/>
        <p:nvPr/>
      </p:nvGrpSpPr>
      <p:grpSpPr>
        <a:xfrm>
          <a:off x="0" y="0"/>
          <a:ext cx="0" cy="0"/>
          <a:chOff x="0" y="0"/>
          <a:chExt cx="0" cy="0"/>
        </a:xfrm>
      </p:grpSpPr>
      <p:pic>
        <p:nvPicPr>
          <p:cNvPr id="515" name="Google Shape;515;p77"/>
          <p:cNvPicPr preferRelativeResize="0"/>
          <p:nvPr/>
        </p:nvPicPr>
        <p:blipFill rotWithShape="1">
          <a:blip r:embed="rId2">
            <a:alphaModFix/>
          </a:blip>
          <a:srcRect b="0" l="0" r="2248" t="69501"/>
          <a:stretch/>
        </p:blipFill>
        <p:spPr>
          <a:xfrm rot="10800000">
            <a:off x="-13874" y="4314577"/>
            <a:ext cx="2158724" cy="828923"/>
          </a:xfrm>
          <a:prstGeom prst="rect">
            <a:avLst/>
          </a:prstGeom>
          <a:noFill/>
          <a:ln>
            <a:noFill/>
          </a:ln>
        </p:spPr>
      </p:pic>
      <p:pic>
        <p:nvPicPr>
          <p:cNvPr id="516" name="Google Shape;516;p77"/>
          <p:cNvPicPr preferRelativeResize="0"/>
          <p:nvPr/>
        </p:nvPicPr>
        <p:blipFill rotWithShape="1">
          <a:blip r:embed="rId3">
            <a:alphaModFix/>
          </a:blip>
          <a:srcRect b="10675" l="33626" r="26315" t="71928"/>
          <a:stretch/>
        </p:blipFill>
        <p:spPr>
          <a:xfrm>
            <a:off x="0" y="4248650"/>
            <a:ext cx="2060400" cy="894850"/>
          </a:xfrm>
          <a:prstGeom prst="rect">
            <a:avLst/>
          </a:prstGeom>
          <a:noFill/>
          <a:ln>
            <a:noFill/>
          </a:ln>
        </p:spPr>
      </p:pic>
      <p:pic>
        <p:nvPicPr>
          <p:cNvPr id="517" name="Google Shape;517;p77"/>
          <p:cNvPicPr preferRelativeResize="0"/>
          <p:nvPr/>
        </p:nvPicPr>
        <p:blipFill>
          <a:blip r:embed="rId4">
            <a:alphaModFix/>
          </a:blip>
          <a:stretch>
            <a:fillRect/>
          </a:stretch>
        </p:blipFill>
        <p:spPr>
          <a:xfrm>
            <a:off x="452400" y="439975"/>
            <a:ext cx="654950" cy="654950"/>
          </a:xfrm>
          <a:prstGeom prst="rect">
            <a:avLst/>
          </a:prstGeom>
          <a:noFill/>
          <a:ln>
            <a:noFill/>
          </a:ln>
        </p:spPr>
      </p:pic>
      <p:sp>
        <p:nvSpPr>
          <p:cNvPr id="518" name="Google Shape;518;p77"/>
          <p:cNvSpPr txBox="1"/>
          <p:nvPr>
            <p:ph idx="1" type="subTitle"/>
          </p:nvPr>
        </p:nvSpPr>
        <p:spPr>
          <a:xfrm>
            <a:off x="7103500" y="551600"/>
            <a:ext cx="1617300" cy="431700"/>
          </a:xfrm>
          <a:prstGeom prst="rect">
            <a:avLst/>
          </a:prstGeom>
          <a:solidFill>
            <a:srgbClr val="E9F6FF"/>
          </a:solidFill>
          <a:ln cap="flat" cmpd="sng" w="152400">
            <a:solidFill>
              <a:srgbClr val="E9F6FF"/>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519" name="Google Shape;519;p77"/>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520" name="Google Shape;520;p77"/>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521" name="Google Shape;521;p77"/>
          <p:cNvSpPr txBox="1"/>
          <p:nvPr/>
        </p:nvSpPr>
        <p:spPr>
          <a:xfrm>
            <a:off x="1154000" y="440000"/>
            <a:ext cx="42393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Exit Ticket</a:t>
            </a:r>
            <a:endParaRPr/>
          </a:p>
        </p:txBody>
      </p:sp>
      <p:sp>
        <p:nvSpPr>
          <p:cNvPr id="522" name="Google Shape;522;p77"/>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523" name="Google Shape;523;p77"/>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7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4 - Waterfall">
  <p:cSld name="CUSTOM_6_2_1_1_1_1_1">
    <p:spTree>
      <p:nvGrpSpPr>
        <p:cNvPr id="524" name="Shape 524"/>
        <p:cNvGrpSpPr/>
        <p:nvPr/>
      </p:nvGrpSpPr>
      <p:grpSpPr>
        <a:xfrm>
          <a:off x="0" y="0"/>
          <a:ext cx="0" cy="0"/>
          <a:chOff x="0" y="0"/>
          <a:chExt cx="0" cy="0"/>
        </a:xfrm>
      </p:grpSpPr>
      <p:pic>
        <p:nvPicPr>
          <p:cNvPr id="525" name="Google Shape;525;p78"/>
          <p:cNvPicPr preferRelativeResize="0"/>
          <p:nvPr/>
        </p:nvPicPr>
        <p:blipFill>
          <a:blip r:embed="rId2">
            <a:alphaModFix/>
          </a:blip>
          <a:stretch>
            <a:fillRect/>
          </a:stretch>
        </p:blipFill>
        <p:spPr>
          <a:xfrm>
            <a:off x="7152175" y="4875550"/>
            <a:ext cx="1541202" cy="142200"/>
          </a:xfrm>
          <a:prstGeom prst="rect">
            <a:avLst/>
          </a:prstGeom>
          <a:noFill/>
          <a:ln>
            <a:noFill/>
          </a:ln>
        </p:spPr>
      </p:pic>
      <p:sp>
        <p:nvSpPr>
          <p:cNvPr id="526" name="Google Shape;526;p78"/>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527" name="Google Shape;527;p78"/>
          <p:cNvSpPr txBox="1"/>
          <p:nvPr/>
        </p:nvSpPr>
        <p:spPr>
          <a:xfrm>
            <a:off x="1270675" y="440000"/>
            <a:ext cx="42393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One Good Thing</a:t>
            </a:r>
            <a:endParaRPr/>
          </a:p>
        </p:txBody>
      </p:sp>
      <p:pic>
        <p:nvPicPr>
          <p:cNvPr id="528" name="Google Shape;528;p78"/>
          <p:cNvPicPr preferRelativeResize="0"/>
          <p:nvPr/>
        </p:nvPicPr>
        <p:blipFill>
          <a:blip r:embed="rId3">
            <a:alphaModFix/>
          </a:blip>
          <a:stretch>
            <a:fillRect/>
          </a:stretch>
        </p:blipFill>
        <p:spPr>
          <a:xfrm>
            <a:off x="499050" y="439975"/>
            <a:ext cx="654950" cy="654950"/>
          </a:xfrm>
          <a:prstGeom prst="rect">
            <a:avLst/>
          </a:prstGeom>
          <a:noFill/>
          <a:ln>
            <a:noFill/>
          </a:ln>
        </p:spPr>
      </p:pic>
      <p:sp>
        <p:nvSpPr>
          <p:cNvPr id="529" name="Google Shape;529;p78"/>
          <p:cNvSpPr txBox="1"/>
          <p:nvPr/>
        </p:nvSpPr>
        <p:spPr>
          <a:xfrm>
            <a:off x="1050100" y="1332050"/>
            <a:ext cx="7204800" cy="2678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latin typeface="Poppins"/>
                <a:ea typeface="Poppins"/>
                <a:cs typeface="Poppins"/>
                <a:sym typeface="Poppins"/>
              </a:rPr>
              <a:t>Let’s reflect on today’s session. </a:t>
            </a:r>
            <a:r>
              <a:rPr lang="en" sz="1800">
                <a:solidFill>
                  <a:schemeClr val="dk1"/>
                </a:solidFill>
                <a:latin typeface="Poppins"/>
                <a:ea typeface="Poppins"/>
                <a:cs typeface="Poppins"/>
                <a:sym typeface="Poppins"/>
              </a:rPr>
              <a:t>Maybe you got a question answered, overcame a specific coding challenge, or learned how to do something completely new! </a:t>
            </a:r>
            <a:endParaRPr sz="1800">
              <a:solidFill>
                <a:schemeClr val="dk1"/>
              </a:solidFill>
              <a:latin typeface="Poppins"/>
              <a:ea typeface="Poppins"/>
              <a:cs typeface="Poppins"/>
              <a:sym typeface="Poppins"/>
            </a:endParaRPr>
          </a:p>
          <a:p>
            <a:pPr indent="0" lvl="0" marL="0" rtl="0" algn="l">
              <a:spcBef>
                <a:spcPts val="0"/>
              </a:spcBef>
              <a:spcAft>
                <a:spcPts val="0"/>
              </a:spcAft>
              <a:buNone/>
            </a:pPr>
            <a:r>
              <a:t/>
            </a:r>
            <a:endParaRPr sz="1800">
              <a:latin typeface="Poppins"/>
              <a:ea typeface="Poppins"/>
              <a:cs typeface="Poppins"/>
              <a:sym typeface="Poppins"/>
            </a:endParaRPr>
          </a:p>
          <a:p>
            <a:pPr indent="0" lvl="0" marL="0" rtl="0" algn="l">
              <a:spcBef>
                <a:spcPts val="0"/>
              </a:spcBef>
              <a:spcAft>
                <a:spcPts val="0"/>
              </a:spcAft>
              <a:buNone/>
            </a:pPr>
            <a:r>
              <a:t/>
            </a:r>
            <a:endParaRPr sz="1800">
              <a:latin typeface="Poppins"/>
              <a:ea typeface="Poppins"/>
              <a:cs typeface="Poppins"/>
              <a:sym typeface="Poppins"/>
            </a:endParaRPr>
          </a:p>
          <a:p>
            <a:pPr indent="0" lvl="0" marL="0" rtl="0" algn="l">
              <a:spcBef>
                <a:spcPts val="0"/>
              </a:spcBef>
              <a:spcAft>
                <a:spcPts val="0"/>
              </a:spcAft>
              <a:buNone/>
            </a:pPr>
            <a:r>
              <a:rPr b="1" lang="en" sz="1800">
                <a:latin typeface="Poppins"/>
                <a:ea typeface="Poppins"/>
                <a:cs typeface="Poppins"/>
                <a:sym typeface="Poppins"/>
              </a:rPr>
              <a:t>In the chat, share at least one good thing you’ve learned or experienced during the session today. </a:t>
            </a:r>
            <a:endParaRPr b="1" sz="1800">
              <a:latin typeface="Poppins"/>
              <a:ea typeface="Poppins"/>
              <a:cs typeface="Poppins"/>
              <a:sym typeface="Poppins"/>
            </a:endParaRPr>
          </a:p>
          <a:p>
            <a:pPr indent="0" lvl="0" marL="0" rtl="0" algn="l">
              <a:spcBef>
                <a:spcPts val="0"/>
              </a:spcBef>
              <a:spcAft>
                <a:spcPts val="0"/>
              </a:spcAft>
              <a:buNone/>
            </a:pPr>
            <a:r>
              <a:t/>
            </a:r>
            <a:endParaRPr b="1" sz="1800">
              <a:latin typeface="Poppins"/>
              <a:ea typeface="Poppins"/>
              <a:cs typeface="Poppins"/>
              <a:sym typeface="Poppins"/>
            </a:endParaRPr>
          </a:p>
          <a:p>
            <a:pPr indent="0" lvl="0" marL="0" rtl="0" algn="l">
              <a:spcBef>
                <a:spcPts val="0"/>
              </a:spcBef>
              <a:spcAft>
                <a:spcPts val="0"/>
              </a:spcAft>
              <a:buNone/>
            </a:pPr>
            <a:r>
              <a:rPr lang="en" sz="1800">
                <a:latin typeface="Poppins"/>
                <a:ea typeface="Poppins"/>
                <a:cs typeface="Poppins"/>
                <a:sym typeface="Poppins"/>
              </a:rPr>
              <a:t>Let’s celebrate together!</a:t>
            </a:r>
            <a:endParaRPr sz="1800">
              <a:latin typeface="Poppins"/>
              <a:ea typeface="Poppins"/>
              <a:cs typeface="Poppins"/>
              <a:sym typeface="Poppins"/>
            </a:endParaRPr>
          </a:p>
        </p:txBody>
      </p:sp>
      <p:pic>
        <p:nvPicPr>
          <p:cNvPr id="530" name="Google Shape;530;p78"/>
          <p:cNvPicPr preferRelativeResize="0"/>
          <p:nvPr/>
        </p:nvPicPr>
        <p:blipFill>
          <a:blip r:embed="rId4">
            <a:alphaModFix/>
          </a:blip>
          <a:stretch>
            <a:fillRect/>
          </a:stretch>
        </p:blipFill>
        <p:spPr>
          <a:xfrm>
            <a:off x="4137575" y="3564500"/>
            <a:ext cx="654950" cy="654950"/>
          </a:xfrm>
          <a:prstGeom prst="rect">
            <a:avLst/>
          </a:prstGeom>
          <a:noFill/>
          <a:ln>
            <a:noFill/>
          </a:ln>
        </p:spPr>
      </p:pic>
    </p:spTree>
  </p:cSld>
  <p:clrMapOvr>
    <a:masterClrMapping/>
  </p:clrMapOvr>
</p:sldLayout>
</file>

<file path=ppt/slideLayouts/slideLayout7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 - Section Card">
  <p:cSld name="CUSTOM_2">
    <p:spTree>
      <p:nvGrpSpPr>
        <p:cNvPr id="531" name="Shape 531"/>
        <p:cNvGrpSpPr/>
        <p:nvPr/>
      </p:nvGrpSpPr>
      <p:grpSpPr>
        <a:xfrm>
          <a:off x="0" y="0"/>
          <a:ext cx="0" cy="0"/>
          <a:chOff x="0" y="0"/>
          <a:chExt cx="0" cy="0"/>
        </a:xfrm>
      </p:grpSpPr>
      <p:pic>
        <p:nvPicPr>
          <p:cNvPr descr="Divider1.png" id="532" name="Google Shape;532;p79"/>
          <p:cNvPicPr preferRelativeResize="0"/>
          <p:nvPr/>
        </p:nvPicPr>
        <p:blipFill rotWithShape="1">
          <a:blip r:embed="rId2">
            <a:alphaModFix/>
          </a:blip>
          <a:srcRect b="0" l="0" r="0" t="0"/>
          <a:stretch/>
        </p:blipFill>
        <p:spPr>
          <a:xfrm>
            <a:off x="0" y="0"/>
            <a:ext cx="9144002" cy="5143501"/>
          </a:xfrm>
          <a:prstGeom prst="rect">
            <a:avLst/>
          </a:prstGeom>
          <a:noFill/>
          <a:ln>
            <a:noFill/>
          </a:ln>
        </p:spPr>
      </p:pic>
      <p:sp>
        <p:nvSpPr>
          <p:cNvPr id="533" name="Google Shape;533;p79"/>
          <p:cNvSpPr txBox="1"/>
          <p:nvPr>
            <p:ph type="title"/>
          </p:nvPr>
        </p:nvSpPr>
        <p:spPr>
          <a:xfrm>
            <a:off x="884825" y="2317200"/>
            <a:ext cx="3157800" cy="509100"/>
          </a:xfrm>
          <a:prstGeom prst="rect">
            <a:avLst/>
          </a:prstGeom>
          <a:solidFill>
            <a:srgbClr val="1B1C57"/>
          </a:solidFill>
          <a:ln cap="flat" cmpd="sng" w="228600">
            <a:solidFill>
              <a:srgbClr val="1B1C57"/>
            </a:solidFill>
            <a:prstDash val="solid"/>
            <a:round/>
            <a:headEnd len="sm" w="sm" type="none"/>
            <a:tailEnd len="sm" w="sm" type="none"/>
          </a:ln>
        </p:spPr>
        <p:txBody>
          <a:bodyPr anchorCtr="0" anchor="ctr" bIns="91425" lIns="91425" spcFirstLastPara="1" rIns="91425" wrap="square" tIns="91425">
            <a:noAutofit/>
          </a:bodyPr>
          <a:lstStyle>
            <a:lvl1pPr lvl="0">
              <a:spcBef>
                <a:spcPts val="0"/>
              </a:spcBef>
              <a:spcAft>
                <a:spcPts val="0"/>
              </a:spcAft>
              <a:buClr>
                <a:schemeClr val="lt1"/>
              </a:buClr>
              <a:buSzPts val="3200"/>
              <a:buFont typeface="Space Mono"/>
              <a:buNone/>
              <a:defRPr sz="3200">
                <a:solidFill>
                  <a:schemeClr val="lt1"/>
                </a:solidFill>
                <a:latin typeface="Space Mono"/>
                <a:ea typeface="Space Mono"/>
                <a:cs typeface="Space Mono"/>
                <a:sym typeface="Space Mono"/>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534" name="Google Shape;534;p79"/>
          <p:cNvSpPr txBox="1"/>
          <p:nvPr>
            <p:ph idx="1" type="subTitle"/>
          </p:nvPr>
        </p:nvSpPr>
        <p:spPr>
          <a:xfrm>
            <a:off x="785650" y="1770100"/>
            <a:ext cx="4127100" cy="3882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spcBef>
                <a:spcPts val="0"/>
              </a:spcBef>
              <a:spcAft>
                <a:spcPts val="0"/>
              </a:spcAft>
              <a:buSzPts val="1400"/>
              <a:buFont typeface="Poppins"/>
              <a:buNone/>
              <a:defRPr>
                <a:latin typeface="Poppins"/>
                <a:ea typeface="Poppins"/>
                <a:cs typeface="Poppins"/>
                <a:sym typeface="Poppins"/>
              </a:defRPr>
            </a:lvl2pPr>
            <a:lvl3pPr lvl="2">
              <a:spcBef>
                <a:spcPts val="1600"/>
              </a:spcBef>
              <a:spcAft>
                <a:spcPts val="0"/>
              </a:spcAft>
              <a:buSzPts val="1400"/>
              <a:buFont typeface="Poppins"/>
              <a:buNone/>
              <a:defRPr>
                <a:latin typeface="Poppins"/>
                <a:ea typeface="Poppins"/>
                <a:cs typeface="Poppins"/>
                <a:sym typeface="Poppins"/>
              </a:defRPr>
            </a:lvl3pPr>
            <a:lvl4pPr lvl="3">
              <a:spcBef>
                <a:spcPts val="1600"/>
              </a:spcBef>
              <a:spcAft>
                <a:spcPts val="0"/>
              </a:spcAft>
              <a:buSzPts val="1400"/>
              <a:buFont typeface="Poppins"/>
              <a:buNone/>
              <a:defRPr>
                <a:latin typeface="Poppins"/>
                <a:ea typeface="Poppins"/>
                <a:cs typeface="Poppins"/>
                <a:sym typeface="Poppins"/>
              </a:defRPr>
            </a:lvl4pPr>
            <a:lvl5pPr lvl="4">
              <a:spcBef>
                <a:spcPts val="1600"/>
              </a:spcBef>
              <a:spcAft>
                <a:spcPts val="0"/>
              </a:spcAft>
              <a:buSzPts val="1400"/>
              <a:buFont typeface="Poppins"/>
              <a:buNone/>
              <a:defRPr>
                <a:latin typeface="Poppins"/>
                <a:ea typeface="Poppins"/>
                <a:cs typeface="Poppins"/>
                <a:sym typeface="Poppins"/>
              </a:defRPr>
            </a:lvl5pPr>
            <a:lvl6pPr lvl="5">
              <a:spcBef>
                <a:spcPts val="1600"/>
              </a:spcBef>
              <a:spcAft>
                <a:spcPts val="0"/>
              </a:spcAft>
              <a:buSzPts val="1400"/>
              <a:buFont typeface="Poppins"/>
              <a:buNone/>
              <a:defRPr>
                <a:latin typeface="Poppins"/>
                <a:ea typeface="Poppins"/>
                <a:cs typeface="Poppins"/>
                <a:sym typeface="Poppins"/>
              </a:defRPr>
            </a:lvl6pPr>
            <a:lvl7pPr lvl="6">
              <a:spcBef>
                <a:spcPts val="1600"/>
              </a:spcBef>
              <a:spcAft>
                <a:spcPts val="0"/>
              </a:spcAft>
              <a:buSzPts val="1400"/>
              <a:buFont typeface="Poppins"/>
              <a:buNone/>
              <a:defRPr>
                <a:latin typeface="Poppins"/>
                <a:ea typeface="Poppins"/>
                <a:cs typeface="Poppins"/>
                <a:sym typeface="Poppins"/>
              </a:defRPr>
            </a:lvl7pPr>
            <a:lvl8pPr lvl="7">
              <a:spcBef>
                <a:spcPts val="1600"/>
              </a:spcBef>
              <a:spcAft>
                <a:spcPts val="0"/>
              </a:spcAft>
              <a:buSzPts val="1400"/>
              <a:buFont typeface="Poppins"/>
              <a:buNone/>
              <a:defRPr>
                <a:latin typeface="Poppins"/>
                <a:ea typeface="Poppins"/>
                <a:cs typeface="Poppins"/>
                <a:sym typeface="Poppins"/>
              </a:defRPr>
            </a:lvl8pPr>
            <a:lvl9pPr lvl="8">
              <a:spcBef>
                <a:spcPts val="1600"/>
              </a:spcBef>
              <a:spcAft>
                <a:spcPts val="1600"/>
              </a:spcAft>
              <a:buSzPts val="1400"/>
              <a:buFont typeface="Poppins"/>
              <a:buNone/>
              <a:defRPr>
                <a:latin typeface="Poppins"/>
                <a:ea typeface="Poppins"/>
                <a:cs typeface="Poppins"/>
                <a:sym typeface="Poppins"/>
              </a:defRPr>
            </a:lvl9pPr>
          </a:lstStyle>
          <a:p/>
        </p:txBody>
      </p:sp>
    </p:spTree>
  </p:cSld>
  <p:clrMapOvr>
    <a:masterClrMapping/>
  </p:clrMapOvr>
</p:sldLayout>
</file>

<file path=ppt/slideLayouts/slideLayout7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1 - Main Idea">
  <p:cSld name="CUSTOM_5">
    <p:spTree>
      <p:nvGrpSpPr>
        <p:cNvPr id="535" name="Shape 535"/>
        <p:cNvGrpSpPr/>
        <p:nvPr/>
      </p:nvGrpSpPr>
      <p:grpSpPr>
        <a:xfrm>
          <a:off x="0" y="0"/>
          <a:ext cx="0" cy="0"/>
          <a:chOff x="0" y="0"/>
          <a:chExt cx="0" cy="0"/>
        </a:xfrm>
      </p:grpSpPr>
      <p:pic>
        <p:nvPicPr>
          <p:cNvPr id="536" name="Google Shape;536;p80"/>
          <p:cNvPicPr preferRelativeResize="0"/>
          <p:nvPr/>
        </p:nvPicPr>
        <p:blipFill rotWithShape="1">
          <a:blip r:embed="rId2">
            <a:alphaModFix/>
          </a:blip>
          <a:srcRect b="0" l="0" r="0" t="1225"/>
          <a:stretch/>
        </p:blipFill>
        <p:spPr>
          <a:xfrm>
            <a:off x="0" y="0"/>
            <a:ext cx="9144000" cy="5143500"/>
          </a:xfrm>
          <a:prstGeom prst="rect">
            <a:avLst/>
          </a:prstGeom>
          <a:noFill/>
          <a:ln>
            <a:noFill/>
          </a:ln>
        </p:spPr>
      </p:pic>
      <p:pic>
        <p:nvPicPr>
          <p:cNvPr id="537" name="Google Shape;537;p80"/>
          <p:cNvPicPr preferRelativeResize="0"/>
          <p:nvPr/>
        </p:nvPicPr>
        <p:blipFill>
          <a:blip r:embed="rId3">
            <a:alphaModFix/>
          </a:blip>
          <a:stretch>
            <a:fillRect/>
          </a:stretch>
        </p:blipFill>
        <p:spPr>
          <a:xfrm>
            <a:off x="539025" y="474201"/>
            <a:ext cx="3657599" cy="3657599"/>
          </a:xfrm>
          <a:prstGeom prst="rect">
            <a:avLst/>
          </a:prstGeom>
          <a:noFill/>
          <a:ln>
            <a:noFill/>
          </a:ln>
        </p:spPr>
      </p:pic>
      <p:sp>
        <p:nvSpPr>
          <p:cNvPr id="538" name="Google Shape;538;p80"/>
          <p:cNvSpPr/>
          <p:nvPr/>
        </p:nvSpPr>
        <p:spPr>
          <a:xfrm>
            <a:off x="914400" y="1656900"/>
            <a:ext cx="7315200" cy="1829700"/>
          </a:xfrm>
          <a:prstGeom prst="roundRect">
            <a:avLst>
              <a:gd fmla="val 16667" name="adj"/>
            </a:avLst>
          </a:prstGeom>
          <a:solidFill>
            <a:srgbClr val="1B1C5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9" name="Google Shape;539;p80"/>
          <p:cNvSpPr txBox="1"/>
          <p:nvPr>
            <p:ph type="title"/>
          </p:nvPr>
        </p:nvSpPr>
        <p:spPr>
          <a:xfrm>
            <a:off x="914400" y="1656900"/>
            <a:ext cx="7315200" cy="1829700"/>
          </a:xfrm>
          <a:prstGeom prst="rect">
            <a:avLst/>
          </a:prstGeom>
        </p:spPr>
        <p:txBody>
          <a:bodyPr anchorCtr="0" anchor="ctr" bIns="91425" lIns="274300" spcFirstLastPara="1" rIns="274300" wrap="square" tIns="91425">
            <a:noAutofit/>
          </a:bodyPr>
          <a:lstStyle>
            <a:lvl1pPr lvl="0">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1pPr>
            <a:lvl2pPr lvl="1">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2pPr>
            <a:lvl3pPr lvl="2">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3pPr>
            <a:lvl4pPr lvl="3">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4pPr>
            <a:lvl5pPr lvl="4">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5pPr>
            <a:lvl6pPr lvl="5">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6pPr>
            <a:lvl7pPr lvl="6">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7pPr>
            <a:lvl8pPr lvl="7">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8pPr>
            <a:lvl9pPr lvl="8">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9pPr>
          </a:lstStyle>
          <a:p/>
        </p:txBody>
      </p:sp>
    </p:spTree>
  </p:cSld>
  <p:clrMapOvr>
    <a:masterClrMapping/>
  </p:clrMapOvr>
</p:sldLayout>
</file>

<file path=ppt/slideLayouts/slideLayout7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2 - Background Card">
  <p:cSld name="CUSTOM_5_1">
    <p:spTree>
      <p:nvGrpSpPr>
        <p:cNvPr id="540" name="Shape 540"/>
        <p:cNvGrpSpPr/>
        <p:nvPr/>
      </p:nvGrpSpPr>
      <p:grpSpPr>
        <a:xfrm>
          <a:off x="0" y="0"/>
          <a:ext cx="0" cy="0"/>
          <a:chOff x="0" y="0"/>
          <a:chExt cx="0" cy="0"/>
        </a:xfrm>
      </p:grpSpPr>
      <p:pic>
        <p:nvPicPr>
          <p:cNvPr id="541" name="Google Shape;541;p81"/>
          <p:cNvPicPr preferRelativeResize="0"/>
          <p:nvPr/>
        </p:nvPicPr>
        <p:blipFill rotWithShape="1">
          <a:blip r:embed="rId2">
            <a:alphaModFix/>
          </a:blip>
          <a:srcRect b="29727" l="20060" r="22063" t="37150"/>
          <a:stretch/>
        </p:blipFill>
        <p:spPr>
          <a:xfrm>
            <a:off x="0" y="0"/>
            <a:ext cx="9144003" cy="5143502"/>
          </a:xfrm>
          <a:prstGeom prst="rect">
            <a:avLst/>
          </a:prstGeom>
          <a:noFill/>
          <a:ln>
            <a:noFill/>
          </a:ln>
        </p:spPr>
      </p:pic>
    </p:spTree>
  </p:cSld>
  <p:clrMapOvr>
    <a:masterClrMapping/>
  </p:clrMapOvr>
</p:sldLayout>
</file>

<file path=ppt/slideLayouts/slideLayout7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type="blank">
  <p:cSld name="BLANK">
    <p:spTree>
      <p:nvGrpSpPr>
        <p:cNvPr id="542" name="Shape 542"/>
        <p:cNvGrpSpPr/>
        <p:nvPr/>
      </p:nvGrpSpPr>
      <p:grpSpPr>
        <a:xfrm>
          <a:off x="0" y="0"/>
          <a:ext cx="0" cy="0"/>
          <a:chOff x="0" y="0"/>
          <a:chExt cx="0" cy="0"/>
        </a:xfrm>
      </p:grpSpPr>
    </p:spTree>
  </p:cSld>
  <p:clrMapOvr>
    <a:masterClrMapping/>
  </p:clrMapOvr>
</p:sldLayout>
</file>

<file path=ppt/slideLayouts/slideLayout7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3 - Glows &amp; Grows">
  <p:cSld name="CUSTOM_1_1_1_2">
    <p:spTree>
      <p:nvGrpSpPr>
        <p:cNvPr id="543" name="Shape 543"/>
        <p:cNvGrpSpPr/>
        <p:nvPr/>
      </p:nvGrpSpPr>
      <p:grpSpPr>
        <a:xfrm>
          <a:off x="0" y="0"/>
          <a:ext cx="0" cy="0"/>
          <a:chOff x="0" y="0"/>
          <a:chExt cx="0" cy="0"/>
        </a:xfrm>
      </p:grpSpPr>
      <p:grpSp>
        <p:nvGrpSpPr>
          <p:cNvPr id="544" name="Google Shape;544;p83"/>
          <p:cNvGrpSpPr/>
          <p:nvPr/>
        </p:nvGrpSpPr>
        <p:grpSpPr>
          <a:xfrm>
            <a:off x="6262100" y="-3850"/>
            <a:ext cx="2886900" cy="485125"/>
            <a:chOff x="6262100" y="-3850"/>
            <a:chExt cx="2886900" cy="485125"/>
          </a:xfrm>
        </p:grpSpPr>
        <p:pic>
          <p:nvPicPr>
            <p:cNvPr descr="1.png" id="545" name="Google Shape;545;p83"/>
            <p:cNvPicPr preferRelativeResize="0"/>
            <p:nvPr/>
          </p:nvPicPr>
          <p:blipFill rotWithShape="1">
            <a:blip r:embed="rId2">
              <a:alphaModFix/>
            </a:blip>
            <a:srcRect b="88506" l="21895" r="16532" t="0"/>
            <a:stretch/>
          </p:blipFill>
          <p:spPr>
            <a:xfrm rot="10800000">
              <a:off x="6539872" y="1"/>
              <a:ext cx="2609128" cy="481274"/>
            </a:xfrm>
            <a:prstGeom prst="rect">
              <a:avLst/>
            </a:prstGeom>
            <a:noFill/>
            <a:ln>
              <a:noFill/>
            </a:ln>
          </p:spPr>
        </p:pic>
        <p:pic>
          <p:nvPicPr>
            <p:cNvPr descr="Image" id="546" name="Google Shape;546;p83"/>
            <p:cNvPicPr preferRelativeResize="0"/>
            <p:nvPr/>
          </p:nvPicPr>
          <p:blipFill rotWithShape="1">
            <a:blip r:embed="rId3">
              <a:alphaModFix/>
            </a:blip>
            <a:srcRect b="54291" l="0" r="0" t="36404"/>
            <a:stretch/>
          </p:blipFill>
          <p:spPr>
            <a:xfrm>
              <a:off x="6262100" y="-3850"/>
              <a:ext cx="1898600" cy="176650"/>
            </a:xfrm>
            <a:prstGeom prst="rect">
              <a:avLst/>
            </a:prstGeom>
            <a:noFill/>
            <a:ln>
              <a:noFill/>
            </a:ln>
          </p:spPr>
        </p:pic>
      </p:grpSp>
      <p:pic>
        <p:nvPicPr>
          <p:cNvPr descr="1.png" id="547" name="Google Shape;547;p83"/>
          <p:cNvPicPr preferRelativeResize="0"/>
          <p:nvPr/>
        </p:nvPicPr>
        <p:blipFill rotWithShape="1">
          <a:blip r:embed="rId2">
            <a:alphaModFix/>
          </a:blip>
          <a:srcRect b="0" l="29746" r="0" t="86858"/>
          <a:stretch/>
        </p:blipFill>
        <p:spPr>
          <a:xfrm rot="-5400000">
            <a:off x="-1232301" y="3379801"/>
            <a:ext cx="2977026" cy="550273"/>
          </a:xfrm>
          <a:prstGeom prst="rect">
            <a:avLst/>
          </a:prstGeom>
          <a:noFill/>
          <a:ln>
            <a:noFill/>
          </a:ln>
        </p:spPr>
      </p:pic>
      <p:pic>
        <p:nvPicPr>
          <p:cNvPr descr="Image" id="548" name="Google Shape;548;p83"/>
          <p:cNvPicPr preferRelativeResize="0"/>
          <p:nvPr/>
        </p:nvPicPr>
        <p:blipFill rotWithShape="1">
          <a:blip r:embed="rId3">
            <a:alphaModFix/>
          </a:blip>
          <a:srcRect b="0" l="73812" r="0" t="0"/>
          <a:stretch/>
        </p:blipFill>
        <p:spPr>
          <a:xfrm>
            <a:off x="6" y="2067125"/>
            <a:ext cx="497200" cy="1898600"/>
          </a:xfrm>
          <a:prstGeom prst="rect">
            <a:avLst/>
          </a:prstGeom>
          <a:noFill/>
          <a:ln>
            <a:noFill/>
          </a:ln>
        </p:spPr>
      </p:pic>
      <p:pic>
        <p:nvPicPr>
          <p:cNvPr id="549" name="Google Shape;549;p83"/>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550" name="Google Shape;550;p83"/>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551" name="Google Shape;551;p83"/>
          <p:cNvSpPr txBox="1"/>
          <p:nvPr/>
        </p:nvSpPr>
        <p:spPr>
          <a:xfrm>
            <a:off x="1034475" y="1532576"/>
            <a:ext cx="3269400" cy="2976900"/>
          </a:xfrm>
          <a:prstGeom prst="rect">
            <a:avLst/>
          </a:prstGeom>
          <a:solidFill>
            <a:srgbClr val="FFEEFF"/>
          </a:solidFill>
          <a:ln cap="flat" cmpd="sng" w="152400">
            <a:solidFill>
              <a:srgbClr val="FFEEFF"/>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b="1" sz="1800">
              <a:latin typeface="Poppins"/>
              <a:ea typeface="Poppins"/>
              <a:cs typeface="Poppins"/>
              <a:sym typeface="Poppins"/>
            </a:endParaRPr>
          </a:p>
          <a:p>
            <a:pPr indent="0" lvl="0" marL="0" rtl="0" algn="ctr">
              <a:spcBef>
                <a:spcPts val="0"/>
              </a:spcBef>
              <a:spcAft>
                <a:spcPts val="1000"/>
              </a:spcAft>
              <a:buNone/>
            </a:pPr>
            <a:r>
              <a:rPr b="1" lang="en" sz="1800">
                <a:latin typeface="Poppins"/>
                <a:ea typeface="Poppins"/>
                <a:cs typeface="Poppins"/>
                <a:sym typeface="Poppins"/>
              </a:rPr>
              <a:t>Glows</a:t>
            </a:r>
            <a:endParaRPr sz="1800">
              <a:latin typeface="Poppins"/>
              <a:ea typeface="Poppins"/>
              <a:cs typeface="Poppins"/>
              <a:sym typeface="Poppins"/>
            </a:endParaRPr>
          </a:p>
        </p:txBody>
      </p:sp>
      <p:sp>
        <p:nvSpPr>
          <p:cNvPr id="552" name="Google Shape;552;p83"/>
          <p:cNvSpPr txBox="1"/>
          <p:nvPr/>
        </p:nvSpPr>
        <p:spPr>
          <a:xfrm>
            <a:off x="4840125" y="1532578"/>
            <a:ext cx="3269400" cy="2976900"/>
          </a:xfrm>
          <a:prstGeom prst="rect">
            <a:avLst/>
          </a:prstGeom>
          <a:solidFill>
            <a:srgbClr val="D7FFEE"/>
          </a:solidFill>
          <a:ln cap="flat" cmpd="sng" w="152400">
            <a:solidFill>
              <a:srgbClr val="D7FFEE"/>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b="1" sz="1800">
              <a:latin typeface="Poppins"/>
              <a:ea typeface="Poppins"/>
              <a:cs typeface="Poppins"/>
              <a:sym typeface="Poppins"/>
            </a:endParaRPr>
          </a:p>
          <a:p>
            <a:pPr indent="0" lvl="0" marL="0" rtl="0" algn="ctr">
              <a:spcBef>
                <a:spcPts val="0"/>
              </a:spcBef>
              <a:spcAft>
                <a:spcPts val="1000"/>
              </a:spcAft>
              <a:buNone/>
            </a:pPr>
            <a:r>
              <a:rPr b="1" lang="en" sz="1800">
                <a:latin typeface="Poppins"/>
                <a:ea typeface="Poppins"/>
                <a:cs typeface="Poppins"/>
                <a:sym typeface="Poppins"/>
              </a:rPr>
              <a:t>Grows</a:t>
            </a:r>
            <a:endParaRPr sz="1800">
              <a:latin typeface="Poppins"/>
              <a:ea typeface="Poppins"/>
              <a:cs typeface="Poppins"/>
              <a:sym typeface="Poppins"/>
            </a:endParaRPr>
          </a:p>
        </p:txBody>
      </p:sp>
      <p:pic>
        <p:nvPicPr>
          <p:cNvPr id="553" name="Google Shape;553;p83"/>
          <p:cNvPicPr preferRelativeResize="0"/>
          <p:nvPr/>
        </p:nvPicPr>
        <p:blipFill>
          <a:blip r:embed="rId5">
            <a:alphaModFix/>
          </a:blip>
          <a:stretch>
            <a:fillRect/>
          </a:stretch>
        </p:blipFill>
        <p:spPr>
          <a:xfrm>
            <a:off x="2341525" y="1080163"/>
            <a:ext cx="655300" cy="655300"/>
          </a:xfrm>
          <a:prstGeom prst="rect">
            <a:avLst/>
          </a:prstGeom>
          <a:noFill/>
          <a:ln>
            <a:noFill/>
          </a:ln>
        </p:spPr>
      </p:pic>
      <p:pic>
        <p:nvPicPr>
          <p:cNvPr id="554" name="Google Shape;554;p83"/>
          <p:cNvPicPr preferRelativeResize="0"/>
          <p:nvPr/>
        </p:nvPicPr>
        <p:blipFill>
          <a:blip r:embed="rId6">
            <a:alphaModFix/>
          </a:blip>
          <a:stretch>
            <a:fillRect/>
          </a:stretch>
        </p:blipFill>
        <p:spPr>
          <a:xfrm>
            <a:off x="6147175" y="1080162"/>
            <a:ext cx="655300" cy="655300"/>
          </a:xfrm>
          <a:prstGeom prst="rect">
            <a:avLst/>
          </a:prstGeom>
          <a:noFill/>
          <a:ln>
            <a:noFill/>
          </a:ln>
        </p:spPr>
      </p:pic>
      <p:sp>
        <p:nvSpPr>
          <p:cNvPr id="555" name="Google Shape;555;p83"/>
          <p:cNvSpPr txBox="1"/>
          <p:nvPr/>
        </p:nvSpPr>
        <p:spPr>
          <a:xfrm>
            <a:off x="452400" y="481263"/>
            <a:ext cx="8239200" cy="572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400">
                <a:latin typeface="Space Mono"/>
                <a:ea typeface="Space Mono"/>
                <a:cs typeface="Space Mono"/>
                <a:sym typeface="Space Mono"/>
              </a:rPr>
              <a:t>Your Feedback</a:t>
            </a:r>
            <a:endParaRPr b="1" sz="2400">
              <a:solidFill>
                <a:srgbClr val="000000"/>
              </a:solidFill>
              <a:latin typeface="Space Mono"/>
              <a:ea typeface="Space Mono"/>
              <a:cs typeface="Space Mono"/>
              <a:sym typeface="Space Mono"/>
            </a:endParaRPr>
          </a:p>
        </p:txBody>
      </p:sp>
      <p:sp>
        <p:nvSpPr>
          <p:cNvPr id="556" name="Google Shape;556;p83"/>
          <p:cNvSpPr txBox="1"/>
          <p:nvPr>
            <p:ph idx="1" type="subTitle"/>
          </p:nvPr>
        </p:nvSpPr>
        <p:spPr>
          <a:xfrm>
            <a:off x="1182525" y="2247950"/>
            <a:ext cx="2967300" cy="21897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spcBef>
                <a:spcPts val="1600"/>
              </a:spcBef>
              <a:spcAft>
                <a:spcPts val="1600"/>
              </a:spcAft>
              <a:buClr>
                <a:schemeClr val="dk1"/>
              </a:buClr>
              <a:buSzPts val="1800"/>
              <a:buFont typeface="Poppins"/>
              <a:buNone/>
              <a:defRPr sz="1800">
                <a:solidFill>
                  <a:schemeClr val="dk1"/>
                </a:solidFill>
                <a:latin typeface="Poppins"/>
                <a:ea typeface="Poppins"/>
                <a:cs typeface="Poppins"/>
                <a:sym typeface="Poppins"/>
              </a:defRPr>
            </a:lvl9pPr>
          </a:lstStyle>
          <a:p/>
        </p:txBody>
      </p:sp>
      <p:sp>
        <p:nvSpPr>
          <p:cNvPr id="557" name="Google Shape;557;p83"/>
          <p:cNvSpPr txBox="1"/>
          <p:nvPr>
            <p:ph idx="2" type="subTitle"/>
          </p:nvPr>
        </p:nvSpPr>
        <p:spPr>
          <a:xfrm>
            <a:off x="4991175" y="2247950"/>
            <a:ext cx="2967300" cy="21897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spcBef>
                <a:spcPts val="1600"/>
              </a:spcBef>
              <a:spcAft>
                <a:spcPts val="1600"/>
              </a:spcAft>
              <a:buClr>
                <a:schemeClr val="dk1"/>
              </a:buClr>
              <a:buSzPts val="1800"/>
              <a:buFont typeface="Poppins"/>
              <a:buNone/>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8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3 - Glows &amp; Grows 1">
  <p:cSld name="CUSTOM_1_1_1_2_1">
    <p:spTree>
      <p:nvGrpSpPr>
        <p:cNvPr id="558" name="Shape 558"/>
        <p:cNvGrpSpPr/>
        <p:nvPr/>
      </p:nvGrpSpPr>
      <p:grpSpPr>
        <a:xfrm>
          <a:off x="0" y="0"/>
          <a:ext cx="0" cy="0"/>
          <a:chOff x="0" y="0"/>
          <a:chExt cx="0" cy="0"/>
        </a:xfrm>
      </p:grpSpPr>
      <p:grpSp>
        <p:nvGrpSpPr>
          <p:cNvPr id="559" name="Google Shape;559;p84"/>
          <p:cNvGrpSpPr/>
          <p:nvPr/>
        </p:nvGrpSpPr>
        <p:grpSpPr>
          <a:xfrm>
            <a:off x="6262100" y="-3850"/>
            <a:ext cx="2886900" cy="485125"/>
            <a:chOff x="6262100" y="-3850"/>
            <a:chExt cx="2886900" cy="485125"/>
          </a:xfrm>
        </p:grpSpPr>
        <p:pic>
          <p:nvPicPr>
            <p:cNvPr descr="1.png" id="560" name="Google Shape;560;p84"/>
            <p:cNvPicPr preferRelativeResize="0"/>
            <p:nvPr/>
          </p:nvPicPr>
          <p:blipFill rotWithShape="1">
            <a:blip r:embed="rId2">
              <a:alphaModFix/>
            </a:blip>
            <a:srcRect b="88506" l="21895" r="16532" t="0"/>
            <a:stretch/>
          </p:blipFill>
          <p:spPr>
            <a:xfrm rot="10800000">
              <a:off x="6539872" y="1"/>
              <a:ext cx="2609128" cy="481274"/>
            </a:xfrm>
            <a:prstGeom prst="rect">
              <a:avLst/>
            </a:prstGeom>
            <a:noFill/>
            <a:ln>
              <a:noFill/>
            </a:ln>
          </p:spPr>
        </p:pic>
        <p:pic>
          <p:nvPicPr>
            <p:cNvPr descr="Image" id="561" name="Google Shape;561;p84"/>
            <p:cNvPicPr preferRelativeResize="0"/>
            <p:nvPr/>
          </p:nvPicPr>
          <p:blipFill rotWithShape="1">
            <a:blip r:embed="rId3">
              <a:alphaModFix/>
            </a:blip>
            <a:srcRect b="54291" l="0" r="0" t="36404"/>
            <a:stretch/>
          </p:blipFill>
          <p:spPr>
            <a:xfrm>
              <a:off x="6262100" y="-3850"/>
              <a:ext cx="1898600" cy="176650"/>
            </a:xfrm>
            <a:prstGeom prst="rect">
              <a:avLst/>
            </a:prstGeom>
            <a:noFill/>
            <a:ln>
              <a:noFill/>
            </a:ln>
          </p:spPr>
        </p:pic>
      </p:grpSp>
      <p:pic>
        <p:nvPicPr>
          <p:cNvPr descr="1.png" id="562" name="Google Shape;562;p84"/>
          <p:cNvPicPr preferRelativeResize="0"/>
          <p:nvPr/>
        </p:nvPicPr>
        <p:blipFill rotWithShape="1">
          <a:blip r:embed="rId2">
            <a:alphaModFix/>
          </a:blip>
          <a:srcRect b="0" l="29746" r="0" t="86858"/>
          <a:stretch/>
        </p:blipFill>
        <p:spPr>
          <a:xfrm rot="-5400000">
            <a:off x="-1232301" y="3379801"/>
            <a:ext cx="2977026" cy="550273"/>
          </a:xfrm>
          <a:prstGeom prst="rect">
            <a:avLst/>
          </a:prstGeom>
          <a:noFill/>
          <a:ln>
            <a:noFill/>
          </a:ln>
        </p:spPr>
      </p:pic>
      <p:pic>
        <p:nvPicPr>
          <p:cNvPr descr="Image" id="563" name="Google Shape;563;p84"/>
          <p:cNvPicPr preferRelativeResize="0"/>
          <p:nvPr/>
        </p:nvPicPr>
        <p:blipFill rotWithShape="1">
          <a:blip r:embed="rId3">
            <a:alphaModFix/>
          </a:blip>
          <a:srcRect b="0" l="73812" r="0" t="0"/>
          <a:stretch/>
        </p:blipFill>
        <p:spPr>
          <a:xfrm>
            <a:off x="6" y="2067125"/>
            <a:ext cx="497200" cy="1898600"/>
          </a:xfrm>
          <a:prstGeom prst="rect">
            <a:avLst/>
          </a:prstGeom>
          <a:noFill/>
          <a:ln>
            <a:noFill/>
          </a:ln>
        </p:spPr>
      </p:pic>
      <p:pic>
        <p:nvPicPr>
          <p:cNvPr id="564" name="Google Shape;564;p84"/>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565" name="Google Shape;565;p84"/>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566" name="Google Shape;566;p84"/>
          <p:cNvSpPr txBox="1"/>
          <p:nvPr/>
        </p:nvSpPr>
        <p:spPr>
          <a:xfrm>
            <a:off x="1034475" y="1532576"/>
            <a:ext cx="3269400" cy="2976900"/>
          </a:xfrm>
          <a:prstGeom prst="rect">
            <a:avLst/>
          </a:prstGeom>
          <a:solidFill>
            <a:srgbClr val="D7FFEE"/>
          </a:solidFill>
          <a:ln cap="flat" cmpd="sng" w="152400">
            <a:solidFill>
              <a:srgbClr val="D7FFEE"/>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b="1" sz="1800">
              <a:latin typeface="Poppins"/>
              <a:ea typeface="Poppins"/>
              <a:cs typeface="Poppins"/>
              <a:sym typeface="Poppins"/>
            </a:endParaRPr>
          </a:p>
          <a:p>
            <a:pPr indent="0" lvl="0" marL="0" rtl="0" algn="ctr">
              <a:spcBef>
                <a:spcPts val="0"/>
              </a:spcBef>
              <a:spcAft>
                <a:spcPts val="1000"/>
              </a:spcAft>
              <a:buNone/>
            </a:pPr>
            <a:r>
              <a:t/>
            </a:r>
            <a:endParaRPr sz="1800">
              <a:latin typeface="Poppins"/>
              <a:ea typeface="Poppins"/>
              <a:cs typeface="Poppins"/>
              <a:sym typeface="Poppins"/>
            </a:endParaRPr>
          </a:p>
        </p:txBody>
      </p:sp>
      <p:sp>
        <p:nvSpPr>
          <p:cNvPr id="567" name="Google Shape;567;p84"/>
          <p:cNvSpPr txBox="1"/>
          <p:nvPr/>
        </p:nvSpPr>
        <p:spPr>
          <a:xfrm>
            <a:off x="4840125" y="1532578"/>
            <a:ext cx="3269400" cy="2976900"/>
          </a:xfrm>
          <a:prstGeom prst="rect">
            <a:avLst/>
          </a:prstGeom>
          <a:solidFill>
            <a:srgbClr val="FFEDF0"/>
          </a:solidFill>
          <a:ln cap="flat" cmpd="sng" w="152400">
            <a:solidFill>
              <a:srgbClr val="FFEDF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b="1" sz="1800">
              <a:latin typeface="Poppins"/>
              <a:ea typeface="Poppins"/>
              <a:cs typeface="Poppins"/>
              <a:sym typeface="Poppins"/>
            </a:endParaRPr>
          </a:p>
          <a:p>
            <a:pPr indent="0" lvl="0" marL="0" rtl="0" algn="ctr">
              <a:spcBef>
                <a:spcPts val="0"/>
              </a:spcBef>
              <a:spcAft>
                <a:spcPts val="1000"/>
              </a:spcAft>
              <a:buNone/>
            </a:pPr>
            <a:r>
              <a:t/>
            </a:r>
            <a:endParaRPr sz="1800">
              <a:latin typeface="Poppins"/>
              <a:ea typeface="Poppins"/>
              <a:cs typeface="Poppins"/>
              <a:sym typeface="Poppins"/>
            </a:endParaRPr>
          </a:p>
        </p:txBody>
      </p:sp>
      <p:sp>
        <p:nvSpPr>
          <p:cNvPr id="568" name="Google Shape;568;p84"/>
          <p:cNvSpPr txBox="1"/>
          <p:nvPr/>
        </p:nvSpPr>
        <p:spPr>
          <a:xfrm>
            <a:off x="452400" y="481263"/>
            <a:ext cx="8239200" cy="572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b="1" sz="2400">
              <a:solidFill>
                <a:srgbClr val="000000"/>
              </a:solidFill>
              <a:latin typeface="Space Mono"/>
              <a:ea typeface="Space Mono"/>
              <a:cs typeface="Space Mono"/>
              <a:sym typeface="Space Mono"/>
            </a:endParaRPr>
          </a:p>
        </p:txBody>
      </p:sp>
      <p:sp>
        <p:nvSpPr>
          <p:cNvPr id="569" name="Google Shape;569;p84"/>
          <p:cNvSpPr txBox="1"/>
          <p:nvPr>
            <p:ph idx="1" type="subTitle"/>
          </p:nvPr>
        </p:nvSpPr>
        <p:spPr>
          <a:xfrm>
            <a:off x="1182525" y="2247950"/>
            <a:ext cx="2967300" cy="21897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spcBef>
                <a:spcPts val="1600"/>
              </a:spcBef>
              <a:spcAft>
                <a:spcPts val="1600"/>
              </a:spcAft>
              <a:buClr>
                <a:schemeClr val="dk1"/>
              </a:buClr>
              <a:buSzPts val="1800"/>
              <a:buFont typeface="Poppins"/>
              <a:buNone/>
              <a:defRPr sz="1800">
                <a:solidFill>
                  <a:schemeClr val="dk1"/>
                </a:solidFill>
                <a:latin typeface="Poppins"/>
                <a:ea typeface="Poppins"/>
                <a:cs typeface="Poppins"/>
                <a:sym typeface="Poppins"/>
              </a:defRPr>
            </a:lvl9pPr>
          </a:lstStyle>
          <a:p/>
        </p:txBody>
      </p:sp>
      <p:sp>
        <p:nvSpPr>
          <p:cNvPr id="570" name="Google Shape;570;p84"/>
          <p:cNvSpPr txBox="1"/>
          <p:nvPr>
            <p:ph idx="2" type="subTitle"/>
          </p:nvPr>
        </p:nvSpPr>
        <p:spPr>
          <a:xfrm>
            <a:off x="4991175" y="2247950"/>
            <a:ext cx="2967300" cy="21897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spcBef>
                <a:spcPts val="1600"/>
              </a:spcBef>
              <a:spcAft>
                <a:spcPts val="1600"/>
              </a:spcAft>
              <a:buClr>
                <a:schemeClr val="dk1"/>
              </a:buClr>
              <a:buSzPts val="1800"/>
              <a:buFont typeface="Poppins"/>
              <a:buNone/>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8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0 - Blank">
  <p:cSld name="TITLE_AND_BODY_1">
    <p:spTree>
      <p:nvGrpSpPr>
        <p:cNvPr id="574" name="Shape 574"/>
        <p:cNvGrpSpPr/>
        <p:nvPr/>
      </p:nvGrpSpPr>
      <p:grpSpPr>
        <a:xfrm>
          <a:off x="0" y="0"/>
          <a:ext cx="0" cy="0"/>
          <a:chOff x="0" y="0"/>
          <a:chExt cx="0" cy="0"/>
        </a:xfrm>
      </p:grpSpPr>
      <p:pic>
        <p:nvPicPr>
          <p:cNvPr id="575" name="Google Shape;575;p86"/>
          <p:cNvPicPr preferRelativeResize="0"/>
          <p:nvPr/>
        </p:nvPicPr>
        <p:blipFill>
          <a:blip r:embed="rId2">
            <a:alphaModFix/>
          </a:blip>
          <a:stretch>
            <a:fillRect/>
          </a:stretch>
        </p:blipFill>
        <p:spPr>
          <a:xfrm>
            <a:off x="7152175" y="4875550"/>
            <a:ext cx="1541202" cy="142200"/>
          </a:xfrm>
          <a:prstGeom prst="rect">
            <a:avLst/>
          </a:prstGeom>
          <a:noFill/>
          <a:ln>
            <a:noFill/>
          </a:ln>
        </p:spPr>
      </p:pic>
      <p:sp>
        <p:nvSpPr>
          <p:cNvPr id="576" name="Google Shape;576;p86"/>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1 - Frame">
  <p:cSld name="TITLE_AND_BODY_1_1">
    <p:spTree>
      <p:nvGrpSpPr>
        <p:cNvPr id="577" name="Shape 577"/>
        <p:cNvGrpSpPr/>
        <p:nvPr/>
      </p:nvGrpSpPr>
      <p:grpSpPr>
        <a:xfrm>
          <a:off x="0" y="0"/>
          <a:ext cx="0" cy="0"/>
          <a:chOff x="0" y="0"/>
          <a:chExt cx="0" cy="0"/>
        </a:xfrm>
      </p:grpSpPr>
      <p:pic>
        <p:nvPicPr>
          <p:cNvPr id="578" name="Google Shape;578;p87"/>
          <p:cNvPicPr preferRelativeResize="0"/>
          <p:nvPr/>
        </p:nvPicPr>
        <p:blipFill rotWithShape="1">
          <a:blip r:embed="rId2">
            <a:alphaModFix/>
          </a:blip>
          <a:srcRect b="29727" l="20060" r="22063" t="37150"/>
          <a:stretch/>
        </p:blipFill>
        <p:spPr>
          <a:xfrm>
            <a:off x="0" y="0"/>
            <a:ext cx="9144003" cy="5143502"/>
          </a:xfrm>
          <a:prstGeom prst="rect">
            <a:avLst/>
          </a:prstGeom>
          <a:noFill/>
          <a:ln>
            <a:noFill/>
          </a:ln>
        </p:spPr>
      </p:pic>
      <p:pic>
        <p:nvPicPr>
          <p:cNvPr id="579" name="Google Shape;579;p87"/>
          <p:cNvPicPr preferRelativeResize="0"/>
          <p:nvPr/>
        </p:nvPicPr>
        <p:blipFill rotWithShape="1">
          <a:blip r:embed="rId3">
            <a:alphaModFix/>
          </a:blip>
          <a:srcRect b="19849" l="3049" r="3720" t="15220"/>
          <a:stretch/>
        </p:blipFill>
        <p:spPr>
          <a:xfrm>
            <a:off x="7152175" y="4819704"/>
            <a:ext cx="1541199" cy="253883"/>
          </a:xfrm>
          <a:prstGeom prst="rect">
            <a:avLst/>
          </a:prstGeom>
          <a:noFill/>
          <a:ln>
            <a:noFill/>
          </a:ln>
        </p:spPr>
      </p:pic>
      <p:sp>
        <p:nvSpPr>
          <p:cNvPr id="580" name="Google Shape;580;p87"/>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581" name="Google Shape;581;p87"/>
          <p:cNvSpPr/>
          <p:nvPr/>
        </p:nvSpPr>
        <p:spPr>
          <a:xfrm>
            <a:off x="352350" y="390450"/>
            <a:ext cx="8439300" cy="43626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8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2 - Title Card">
  <p:cSld name="CUSTOM">
    <p:spTree>
      <p:nvGrpSpPr>
        <p:cNvPr id="582" name="Shape 582"/>
        <p:cNvGrpSpPr/>
        <p:nvPr/>
      </p:nvGrpSpPr>
      <p:grpSpPr>
        <a:xfrm>
          <a:off x="0" y="0"/>
          <a:ext cx="0" cy="0"/>
          <a:chOff x="0" y="0"/>
          <a:chExt cx="0" cy="0"/>
        </a:xfrm>
      </p:grpSpPr>
      <p:pic>
        <p:nvPicPr>
          <p:cNvPr descr="Divider4.png" id="583" name="Google Shape;583;p88"/>
          <p:cNvPicPr preferRelativeResize="0"/>
          <p:nvPr/>
        </p:nvPicPr>
        <p:blipFill rotWithShape="1">
          <a:blip r:embed="rId2">
            <a:alphaModFix/>
          </a:blip>
          <a:srcRect b="0" l="0" r="0" t="0"/>
          <a:stretch/>
        </p:blipFill>
        <p:spPr>
          <a:xfrm>
            <a:off x="0" y="0"/>
            <a:ext cx="9144002" cy="5143501"/>
          </a:xfrm>
          <a:prstGeom prst="rect">
            <a:avLst/>
          </a:prstGeom>
          <a:noFill/>
          <a:ln>
            <a:noFill/>
          </a:ln>
        </p:spPr>
      </p:pic>
      <p:pic>
        <p:nvPicPr>
          <p:cNvPr id="584" name="Google Shape;584;p88"/>
          <p:cNvPicPr preferRelativeResize="0"/>
          <p:nvPr/>
        </p:nvPicPr>
        <p:blipFill>
          <a:blip r:embed="rId3">
            <a:alphaModFix/>
          </a:blip>
          <a:stretch>
            <a:fillRect/>
          </a:stretch>
        </p:blipFill>
        <p:spPr>
          <a:xfrm>
            <a:off x="1037765" y="1310001"/>
            <a:ext cx="1717224" cy="1720450"/>
          </a:xfrm>
          <a:prstGeom prst="rect">
            <a:avLst/>
          </a:prstGeom>
          <a:noFill/>
          <a:ln>
            <a:noFill/>
          </a:ln>
        </p:spPr>
      </p:pic>
      <p:pic>
        <p:nvPicPr>
          <p:cNvPr id="585" name="Google Shape;585;p88"/>
          <p:cNvPicPr preferRelativeResize="0"/>
          <p:nvPr/>
        </p:nvPicPr>
        <p:blipFill>
          <a:blip r:embed="rId4">
            <a:alphaModFix/>
          </a:blip>
          <a:stretch>
            <a:fillRect/>
          </a:stretch>
        </p:blipFill>
        <p:spPr>
          <a:xfrm>
            <a:off x="5781725" y="106625"/>
            <a:ext cx="3208724" cy="759025"/>
          </a:xfrm>
          <a:prstGeom prst="rect">
            <a:avLst/>
          </a:prstGeom>
          <a:noFill/>
          <a:ln>
            <a:noFill/>
          </a:ln>
        </p:spPr>
      </p:pic>
      <p:sp>
        <p:nvSpPr>
          <p:cNvPr id="586" name="Google Shape;586;p88"/>
          <p:cNvSpPr txBox="1"/>
          <p:nvPr>
            <p:ph type="title"/>
          </p:nvPr>
        </p:nvSpPr>
        <p:spPr>
          <a:xfrm>
            <a:off x="1628200" y="1807975"/>
            <a:ext cx="5887800" cy="724500"/>
          </a:xfrm>
          <a:prstGeom prst="rect">
            <a:avLst/>
          </a:prstGeom>
          <a:solidFill>
            <a:schemeClr val="lt1"/>
          </a:solidFill>
          <a:ln cap="flat" cmpd="sng" w="22860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ctr">
              <a:spcBef>
                <a:spcPts val="0"/>
              </a:spcBef>
              <a:spcAft>
                <a:spcPts val="0"/>
              </a:spcAft>
              <a:buSzPts val="5500"/>
              <a:buFont typeface="Space Mono"/>
              <a:buNone/>
              <a:defRPr sz="5500">
                <a:latin typeface="Space Mono"/>
                <a:ea typeface="Space Mono"/>
                <a:cs typeface="Space Mono"/>
                <a:sym typeface="Space Mono"/>
              </a:defRPr>
            </a:lvl1pPr>
            <a:lvl2pPr lvl="1" algn="ctr">
              <a:spcBef>
                <a:spcPts val="0"/>
              </a:spcBef>
              <a:spcAft>
                <a:spcPts val="0"/>
              </a:spcAft>
              <a:buSzPts val="5500"/>
              <a:buFont typeface="Space Mono"/>
              <a:buNone/>
              <a:defRPr sz="5500">
                <a:latin typeface="Space Mono"/>
                <a:ea typeface="Space Mono"/>
                <a:cs typeface="Space Mono"/>
                <a:sym typeface="Space Mono"/>
              </a:defRPr>
            </a:lvl2pPr>
            <a:lvl3pPr lvl="2" algn="ctr">
              <a:spcBef>
                <a:spcPts val="0"/>
              </a:spcBef>
              <a:spcAft>
                <a:spcPts val="0"/>
              </a:spcAft>
              <a:buSzPts val="5500"/>
              <a:buFont typeface="Space Mono"/>
              <a:buNone/>
              <a:defRPr sz="5500">
                <a:latin typeface="Space Mono"/>
                <a:ea typeface="Space Mono"/>
                <a:cs typeface="Space Mono"/>
                <a:sym typeface="Space Mono"/>
              </a:defRPr>
            </a:lvl3pPr>
            <a:lvl4pPr lvl="3" algn="ctr">
              <a:spcBef>
                <a:spcPts val="0"/>
              </a:spcBef>
              <a:spcAft>
                <a:spcPts val="0"/>
              </a:spcAft>
              <a:buSzPts val="5500"/>
              <a:buFont typeface="Space Mono"/>
              <a:buNone/>
              <a:defRPr sz="5500">
                <a:latin typeface="Space Mono"/>
                <a:ea typeface="Space Mono"/>
                <a:cs typeface="Space Mono"/>
                <a:sym typeface="Space Mono"/>
              </a:defRPr>
            </a:lvl4pPr>
            <a:lvl5pPr lvl="4" algn="ctr">
              <a:spcBef>
                <a:spcPts val="0"/>
              </a:spcBef>
              <a:spcAft>
                <a:spcPts val="0"/>
              </a:spcAft>
              <a:buSzPts val="5500"/>
              <a:buFont typeface="Space Mono"/>
              <a:buNone/>
              <a:defRPr sz="5500">
                <a:latin typeface="Space Mono"/>
                <a:ea typeface="Space Mono"/>
                <a:cs typeface="Space Mono"/>
                <a:sym typeface="Space Mono"/>
              </a:defRPr>
            </a:lvl5pPr>
            <a:lvl6pPr lvl="5" algn="ctr">
              <a:spcBef>
                <a:spcPts val="0"/>
              </a:spcBef>
              <a:spcAft>
                <a:spcPts val="0"/>
              </a:spcAft>
              <a:buSzPts val="5500"/>
              <a:buFont typeface="Space Mono"/>
              <a:buNone/>
              <a:defRPr sz="5500">
                <a:latin typeface="Space Mono"/>
                <a:ea typeface="Space Mono"/>
                <a:cs typeface="Space Mono"/>
                <a:sym typeface="Space Mono"/>
              </a:defRPr>
            </a:lvl6pPr>
            <a:lvl7pPr lvl="6" algn="ctr">
              <a:spcBef>
                <a:spcPts val="0"/>
              </a:spcBef>
              <a:spcAft>
                <a:spcPts val="0"/>
              </a:spcAft>
              <a:buSzPts val="5500"/>
              <a:buFont typeface="Space Mono"/>
              <a:buNone/>
              <a:defRPr sz="5500">
                <a:latin typeface="Space Mono"/>
                <a:ea typeface="Space Mono"/>
                <a:cs typeface="Space Mono"/>
                <a:sym typeface="Space Mono"/>
              </a:defRPr>
            </a:lvl7pPr>
            <a:lvl8pPr lvl="7" algn="ctr">
              <a:spcBef>
                <a:spcPts val="0"/>
              </a:spcBef>
              <a:spcAft>
                <a:spcPts val="0"/>
              </a:spcAft>
              <a:buSzPts val="5500"/>
              <a:buFont typeface="Space Mono"/>
              <a:buNone/>
              <a:defRPr sz="5500">
                <a:latin typeface="Space Mono"/>
                <a:ea typeface="Space Mono"/>
                <a:cs typeface="Space Mono"/>
                <a:sym typeface="Space Mono"/>
              </a:defRPr>
            </a:lvl8pPr>
            <a:lvl9pPr lvl="8" algn="ctr">
              <a:spcBef>
                <a:spcPts val="0"/>
              </a:spcBef>
              <a:spcAft>
                <a:spcPts val="0"/>
              </a:spcAft>
              <a:buSzPts val="5500"/>
              <a:buFont typeface="Space Mono"/>
              <a:buNone/>
              <a:defRPr sz="5500">
                <a:latin typeface="Space Mono"/>
                <a:ea typeface="Space Mono"/>
                <a:cs typeface="Space Mono"/>
                <a:sym typeface="Space Mono"/>
              </a:defRPr>
            </a:lvl9pPr>
          </a:lstStyle>
          <a:p/>
        </p:txBody>
      </p:sp>
      <p:sp>
        <p:nvSpPr>
          <p:cNvPr id="587" name="Google Shape;587;p88"/>
          <p:cNvSpPr txBox="1"/>
          <p:nvPr>
            <p:ph idx="1" type="subTitle"/>
          </p:nvPr>
        </p:nvSpPr>
        <p:spPr>
          <a:xfrm>
            <a:off x="2360925" y="3126675"/>
            <a:ext cx="1979100" cy="380700"/>
          </a:xfrm>
          <a:prstGeom prst="rect">
            <a:avLst/>
          </a:prstGeom>
          <a:solidFill>
            <a:srgbClr val="1B1C57"/>
          </a:solidFill>
          <a:ln cap="flat" cmpd="sng" w="228600">
            <a:solidFill>
              <a:srgbClr val="1B1C57"/>
            </a:solidFill>
            <a:prstDash val="solid"/>
            <a:round/>
            <a:headEnd len="sm" w="sm" type="none"/>
            <a:tailEnd len="sm" w="sm" type="none"/>
          </a:ln>
        </p:spPr>
        <p:txBody>
          <a:bodyPr anchorCtr="0" anchor="ctr" bIns="91425" lIns="91425" spcFirstLastPara="1" rIns="91425" wrap="square" tIns="91425">
            <a:noAutofit/>
          </a:bodyPr>
          <a:lstStyle>
            <a:lvl1pPr lvl="0" algn="ctr">
              <a:lnSpc>
                <a:spcPct val="100000"/>
              </a:lnSpc>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1pPr>
            <a:lvl2pPr lvl="1" algn="ctr">
              <a:lnSpc>
                <a:spcPct val="100000"/>
              </a:lnSpc>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2pPr>
            <a:lvl3pPr lvl="2"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3pPr>
            <a:lvl4pPr lvl="3"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4pPr>
            <a:lvl5pPr lvl="4"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5pPr>
            <a:lvl6pPr lvl="5"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6pPr>
            <a:lvl7pPr lvl="6"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7pPr>
            <a:lvl8pPr lvl="7"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8pPr>
            <a:lvl9pPr lvl="8" algn="ctr">
              <a:lnSpc>
                <a:spcPct val="100000"/>
              </a:lnSpc>
              <a:spcBef>
                <a:spcPts val="1600"/>
              </a:spcBef>
              <a:spcAft>
                <a:spcPts val="1600"/>
              </a:spcAft>
              <a:buClr>
                <a:schemeClr val="lt1"/>
              </a:buClr>
              <a:buSzPts val="2400"/>
              <a:buFont typeface="Space Mono"/>
              <a:buNone/>
              <a:defRPr sz="2400">
                <a:solidFill>
                  <a:schemeClr val="lt1"/>
                </a:solidFill>
                <a:latin typeface="Space Mono"/>
                <a:ea typeface="Space Mono"/>
                <a:cs typeface="Space Mono"/>
                <a:sym typeface="Space Mono"/>
              </a:defRPr>
            </a:lvl9pPr>
          </a:lstStyle>
          <a:p/>
        </p:txBody>
      </p:sp>
      <p:sp>
        <p:nvSpPr>
          <p:cNvPr id="588" name="Google Shape;588;p88"/>
          <p:cNvSpPr txBox="1"/>
          <p:nvPr>
            <p:ph idx="2" type="subTitle"/>
          </p:nvPr>
        </p:nvSpPr>
        <p:spPr>
          <a:xfrm>
            <a:off x="4803950" y="3126675"/>
            <a:ext cx="1979100" cy="380700"/>
          </a:xfrm>
          <a:prstGeom prst="rect">
            <a:avLst/>
          </a:prstGeom>
          <a:solidFill>
            <a:srgbClr val="1B1C57"/>
          </a:solidFill>
          <a:ln cap="flat" cmpd="sng" w="228600">
            <a:solidFill>
              <a:srgbClr val="1B1C57"/>
            </a:solidFill>
            <a:prstDash val="solid"/>
            <a:round/>
            <a:headEnd len="sm" w="sm" type="none"/>
            <a:tailEnd len="sm" w="sm" type="none"/>
          </a:ln>
        </p:spPr>
        <p:txBody>
          <a:bodyPr anchorCtr="0" anchor="ctr" bIns="91425" lIns="91425" spcFirstLastPara="1" rIns="91425" wrap="square" tIns="91425">
            <a:noAutofit/>
          </a:bodyPr>
          <a:lstStyle>
            <a:lvl1pPr lvl="0" algn="ctr">
              <a:lnSpc>
                <a:spcPct val="100000"/>
              </a:lnSpc>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1pPr>
            <a:lvl2pPr lvl="1" algn="ctr">
              <a:lnSpc>
                <a:spcPct val="100000"/>
              </a:lnSpc>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2pPr>
            <a:lvl3pPr lvl="2"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3pPr>
            <a:lvl4pPr lvl="3"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4pPr>
            <a:lvl5pPr lvl="4"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5pPr>
            <a:lvl6pPr lvl="5"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6pPr>
            <a:lvl7pPr lvl="6"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7pPr>
            <a:lvl8pPr lvl="7"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8pPr>
            <a:lvl9pPr lvl="8" algn="ctr">
              <a:lnSpc>
                <a:spcPct val="100000"/>
              </a:lnSpc>
              <a:spcBef>
                <a:spcPts val="1600"/>
              </a:spcBef>
              <a:spcAft>
                <a:spcPts val="1600"/>
              </a:spcAft>
              <a:buClr>
                <a:schemeClr val="lt1"/>
              </a:buClr>
              <a:buSzPts val="2400"/>
              <a:buFont typeface="Space Mono"/>
              <a:buNone/>
              <a:defRPr sz="2400">
                <a:solidFill>
                  <a:schemeClr val="lt1"/>
                </a:solidFill>
                <a:latin typeface="Space Mono"/>
                <a:ea typeface="Space Mono"/>
                <a:cs typeface="Space Mono"/>
                <a:sym typeface="Space Mono"/>
              </a:defRPr>
            </a:lvl9pPr>
          </a:lstStyle>
          <a:p/>
        </p:txBody>
      </p:sp>
    </p:spTree>
  </p:cSld>
  <p:clrMapOvr>
    <a:masterClrMapping/>
  </p:clrMapOvr>
</p:sldLayout>
</file>

<file path=ppt/slideLayouts/slideLayout8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3 - Agenda">
  <p:cSld name="CUSTOM_1">
    <p:spTree>
      <p:nvGrpSpPr>
        <p:cNvPr id="589" name="Shape 589"/>
        <p:cNvGrpSpPr/>
        <p:nvPr/>
      </p:nvGrpSpPr>
      <p:grpSpPr>
        <a:xfrm>
          <a:off x="0" y="0"/>
          <a:ext cx="0" cy="0"/>
          <a:chOff x="0" y="0"/>
          <a:chExt cx="0" cy="0"/>
        </a:xfrm>
      </p:grpSpPr>
      <p:sp>
        <p:nvSpPr>
          <p:cNvPr id="590" name="Google Shape;590;p89"/>
          <p:cNvSpPr txBox="1"/>
          <p:nvPr/>
        </p:nvSpPr>
        <p:spPr>
          <a:xfrm>
            <a:off x="1147575" y="344400"/>
            <a:ext cx="7644600" cy="657000"/>
          </a:xfrm>
          <a:prstGeom prst="rect">
            <a:avLst/>
          </a:prstGeom>
          <a:noFill/>
          <a:ln>
            <a:noFill/>
          </a:ln>
        </p:spPr>
        <p:txBody>
          <a:bodyPr anchorCtr="0" anchor="ctr" bIns="19050" lIns="19050" spcFirstLastPara="1" rIns="19050" wrap="square" tIns="19050">
            <a:noAutofit/>
          </a:bodyPr>
          <a:lstStyle/>
          <a:p>
            <a:pPr indent="0" lvl="0" marL="0" rtl="0" algn="l">
              <a:lnSpc>
                <a:spcPct val="100000"/>
              </a:lnSpc>
              <a:spcBef>
                <a:spcPts val="0"/>
              </a:spcBef>
              <a:spcAft>
                <a:spcPts val="0"/>
              </a:spcAft>
              <a:buClr>
                <a:schemeClr val="dk1"/>
              </a:buClr>
              <a:buSzPts val="1100"/>
              <a:buFont typeface="Arial"/>
              <a:buNone/>
            </a:pPr>
            <a:r>
              <a:rPr b="1" lang="en" sz="2400">
                <a:solidFill>
                  <a:schemeClr val="dk1"/>
                </a:solidFill>
                <a:latin typeface="Space Mono"/>
                <a:ea typeface="Space Mono"/>
                <a:cs typeface="Space Mono"/>
                <a:sym typeface="Space Mono"/>
              </a:rPr>
              <a:t>How are we going to get there?</a:t>
            </a:r>
            <a:endParaRPr b="1" sz="2400">
              <a:solidFill>
                <a:srgbClr val="05103E"/>
              </a:solidFill>
              <a:latin typeface="Space Mono"/>
              <a:ea typeface="Space Mono"/>
              <a:cs typeface="Space Mono"/>
              <a:sym typeface="Space Mono"/>
            </a:endParaRPr>
          </a:p>
        </p:txBody>
      </p:sp>
      <p:grpSp>
        <p:nvGrpSpPr>
          <p:cNvPr id="591" name="Google Shape;591;p89"/>
          <p:cNvGrpSpPr/>
          <p:nvPr/>
        </p:nvGrpSpPr>
        <p:grpSpPr>
          <a:xfrm rot="5400000">
            <a:off x="5719749" y="1629787"/>
            <a:ext cx="4964577" cy="1883925"/>
            <a:chOff x="4152224" y="1218499"/>
            <a:chExt cx="4964577" cy="1883925"/>
          </a:xfrm>
        </p:grpSpPr>
        <p:pic>
          <p:nvPicPr>
            <p:cNvPr id="592" name="Google Shape;592;p89"/>
            <p:cNvPicPr preferRelativeResize="0"/>
            <p:nvPr/>
          </p:nvPicPr>
          <p:blipFill rotWithShape="1">
            <a:blip r:embed="rId2">
              <a:alphaModFix/>
            </a:blip>
            <a:srcRect b="11995" l="14888" r="61868" t="21294"/>
            <a:stretch/>
          </p:blipFill>
          <p:spPr>
            <a:xfrm rot="-5400011">
              <a:off x="5710924" y="-340197"/>
              <a:ext cx="1668224" cy="4785620"/>
            </a:xfrm>
            <a:prstGeom prst="rect">
              <a:avLst/>
            </a:prstGeom>
            <a:noFill/>
            <a:ln>
              <a:noFill/>
            </a:ln>
          </p:spPr>
        </p:pic>
        <p:pic>
          <p:nvPicPr>
            <p:cNvPr id="593" name="Google Shape;593;p89"/>
            <p:cNvPicPr preferRelativeResize="0"/>
            <p:nvPr/>
          </p:nvPicPr>
          <p:blipFill rotWithShape="1">
            <a:blip r:embed="rId3">
              <a:alphaModFix/>
            </a:blip>
            <a:srcRect b="34798" l="0" r="33244" t="0"/>
            <a:stretch/>
          </p:blipFill>
          <p:spPr>
            <a:xfrm rot="-5400000">
              <a:off x="7253138" y="1238761"/>
              <a:ext cx="1883925" cy="1843400"/>
            </a:xfrm>
            <a:prstGeom prst="rect">
              <a:avLst/>
            </a:prstGeom>
            <a:noFill/>
            <a:ln>
              <a:noFill/>
            </a:ln>
          </p:spPr>
        </p:pic>
      </p:grpSp>
      <p:pic>
        <p:nvPicPr>
          <p:cNvPr id="594" name="Google Shape;594;p89"/>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595" name="Google Shape;595;p89"/>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pic>
        <p:nvPicPr>
          <p:cNvPr id="596" name="Google Shape;596;p89"/>
          <p:cNvPicPr preferRelativeResize="0"/>
          <p:nvPr/>
        </p:nvPicPr>
        <p:blipFill>
          <a:blip r:embed="rId5">
            <a:alphaModFix/>
          </a:blip>
          <a:stretch>
            <a:fillRect/>
          </a:stretch>
        </p:blipFill>
        <p:spPr>
          <a:xfrm>
            <a:off x="499775" y="420262"/>
            <a:ext cx="505275" cy="505275"/>
          </a:xfrm>
          <a:prstGeom prst="rect">
            <a:avLst/>
          </a:prstGeom>
          <a:noFill/>
          <a:ln>
            <a:noFill/>
          </a:ln>
        </p:spPr>
      </p:pic>
    </p:spTree>
  </p:cSld>
  <p:clrMapOvr>
    <a:masterClrMapping/>
  </p:clrMapOvr>
</p:sldLayout>
</file>

<file path=ppt/slideLayouts/slideLayout8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4 - Text">
  <p:cSld name="CUSTOM_1_1_1">
    <p:spTree>
      <p:nvGrpSpPr>
        <p:cNvPr id="597" name="Shape 597"/>
        <p:cNvGrpSpPr/>
        <p:nvPr/>
      </p:nvGrpSpPr>
      <p:grpSpPr>
        <a:xfrm>
          <a:off x="0" y="0"/>
          <a:ext cx="0" cy="0"/>
          <a:chOff x="0" y="0"/>
          <a:chExt cx="0" cy="0"/>
        </a:xfrm>
      </p:grpSpPr>
      <p:pic>
        <p:nvPicPr>
          <p:cNvPr id="598" name="Google Shape;598;p90"/>
          <p:cNvPicPr preferRelativeResize="0"/>
          <p:nvPr/>
        </p:nvPicPr>
        <p:blipFill rotWithShape="1">
          <a:blip r:embed="rId2">
            <a:alphaModFix/>
          </a:blip>
          <a:srcRect b="12755" l="73007" r="0" t="25835"/>
          <a:stretch/>
        </p:blipFill>
        <p:spPr>
          <a:xfrm flipH="1" rot="10800000">
            <a:off x="0" y="2754401"/>
            <a:ext cx="1007652" cy="2291299"/>
          </a:xfrm>
          <a:prstGeom prst="rect">
            <a:avLst/>
          </a:prstGeom>
          <a:noFill/>
          <a:ln>
            <a:noFill/>
          </a:ln>
        </p:spPr>
      </p:pic>
      <p:pic>
        <p:nvPicPr>
          <p:cNvPr descr="Image" id="599" name="Google Shape;599;p90"/>
          <p:cNvPicPr preferRelativeResize="0"/>
          <p:nvPr/>
        </p:nvPicPr>
        <p:blipFill rotWithShape="1">
          <a:blip r:embed="rId3">
            <a:alphaModFix/>
          </a:blip>
          <a:srcRect b="0" l="73812" r="0" t="0"/>
          <a:stretch/>
        </p:blipFill>
        <p:spPr>
          <a:xfrm>
            <a:off x="6" y="3244900"/>
            <a:ext cx="497200" cy="1898600"/>
          </a:xfrm>
          <a:prstGeom prst="rect">
            <a:avLst/>
          </a:prstGeom>
          <a:noFill/>
          <a:ln>
            <a:noFill/>
          </a:ln>
        </p:spPr>
      </p:pic>
      <p:sp>
        <p:nvSpPr>
          <p:cNvPr id="600" name="Google Shape;600;p90"/>
          <p:cNvSpPr txBox="1"/>
          <p:nvPr>
            <p:ph type="title"/>
          </p:nvPr>
        </p:nvSpPr>
        <p:spPr>
          <a:xfrm>
            <a:off x="452400" y="481263"/>
            <a:ext cx="82392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
        <p:nvSpPr>
          <p:cNvPr id="601" name="Google Shape;601;p90"/>
          <p:cNvSpPr txBox="1"/>
          <p:nvPr>
            <p:ph idx="1" type="body"/>
          </p:nvPr>
        </p:nvSpPr>
        <p:spPr>
          <a:xfrm>
            <a:off x="452400" y="1132825"/>
            <a:ext cx="82392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602" name="Google Shape;602;p90"/>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603" name="Google Shape;603;p90"/>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pic>
        <p:nvPicPr>
          <p:cNvPr id="604" name="Google Shape;604;p90"/>
          <p:cNvPicPr preferRelativeResize="0"/>
          <p:nvPr/>
        </p:nvPicPr>
        <p:blipFill rotWithShape="1">
          <a:blip r:embed="rId5">
            <a:alphaModFix/>
          </a:blip>
          <a:srcRect b="0" l="86045" r="0" t="25418"/>
          <a:stretch/>
        </p:blipFill>
        <p:spPr>
          <a:xfrm rot="5400000">
            <a:off x="7212900" y="-1425024"/>
            <a:ext cx="510701" cy="3360749"/>
          </a:xfrm>
          <a:prstGeom prst="rect">
            <a:avLst/>
          </a:prstGeom>
          <a:noFill/>
          <a:ln>
            <a:noFill/>
          </a:ln>
        </p:spPr>
      </p:pic>
      <p:pic>
        <p:nvPicPr>
          <p:cNvPr descr="Image" id="605" name="Google Shape;605;p90"/>
          <p:cNvPicPr preferRelativeResize="0"/>
          <p:nvPr/>
        </p:nvPicPr>
        <p:blipFill rotWithShape="1">
          <a:blip r:embed="rId3">
            <a:alphaModFix/>
          </a:blip>
          <a:srcRect b="54289" l="0" r="5482" t="14989"/>
          <a:stretch/>
        </p:blipFill>
        <p:spPr>
          <a:xfrm>
            <a:off x="7354100" y="-1"/>
            <a:ext cx="1794526" cy="583275"/>
          </a:xfrm>
          <a:prstGeom prst="rect">
            <a:avLst/>
          </a:prstGeom>
          <a:noFill/>
          <a:ln>
            <a:noFill/>
          </a:ln>
        </p:spPr>
      </p:pic>
    </p:spTree>
  </p:cSld>
  <p:clrMapOvr>
    <a:masterClrMapping/>
  </p:clrMapOvr>
</p:sldLayout>
</file>

<file path=ppt/slideLayouts/slideLayout8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5 - Title Only">
  <p:cSld name="CUSTOM_1_1_1_1">
    <p:spTree>
      <p:nvGrpSpPr>
        <p:cNvPr id="606" name="Shape 606"/>
        <p:cNvGrpSpPr/>
        <p:nvPr/>
      </p:nvGrpSpPr>
      <p:grpSpPr>
        <a:xfrm>
          <a:off x="0" y="0"/>
          <a:ext cx="0" cy="0"/>
          <a:chOff x="0" y="0"/>
          <a:chExt cx="0" cy="0"/>
        </a:xfrm>
      </p:grpSpPr>
      <p:pic>
        <p:nvPicPr>
          <p:cNvPr id="607" name="Google Shape;607;p91"/>
          <p:cNvPicPr preferRelativeResize="0"/>
          <p:nvPr/>
        </p:nvPicPr>
        <p:blipFill rotWithShape="1">
          <a:blip r:embed="rId2">
            <a:alphaModFix/>
          </a:blip>
          <a:srcRect b="12755" l="73007" r="0" t="25835"/>
          <a:stretch/>
        </p:blipFill>
        <p:spPr>
          <a:xfrm flipH="1" rot="10800000">
            <a:off x="0" y="2754401"/>
            <a:ext cx="1007652" cy="2291299"/>
          </a:xfrm>
          <a:prstGeom prst="rect">
            <a:avLst/>
          </a:prstGeom>
          <a:noFill/>
          <a:ln>
            <a:noFill/>
          </a:ln>
        </p:spPr>
      </p:pic>
      <p:pic>
        <p:nvPicPr>
          <p:cNvPr descr="Image" id="608" name="Google Shape;608;p91"/>
          <p:cNvPicPr preferRelativeResize="0"/>
          <p:nvPr/>
        </p:nvPicPr>
        <p:blipFill rotWithShape="1">
          <a:blip r:embed="rId3">
            <a:alphaModFix/>
          </a:blip>
          <a:srcRect b="0" l="73812" r="0" t="0"/>
          <a:stretch/>
        </p:blipFill>
        <p:spPr>
          <a:xfrm>
            <a:off x="6" y="3244900"/>
            <a:ext cx="497200" cy="1898600"/>
          </a:xfrm>
          <a:prstGeom prst="rect">
            <a:avLst/>
          </a:prstGeom>
          <a:noFill/>
          <a:ln>
            <a:noFill/>
          </a:ln>
        </p:spPr>
      </p:pic>
      <p:pic>
        <p:nvPicPr>
          <p:cNvPr id="609" name="Google Shape;609;p91"/>
          <p:cNvPicPr preferRelativeResize="0"/>
          <p:nvPr/>
        </p:nvPicPr>
        <p:blipFill rotWithShape="1">
          <a:blip r:embed="rId4">
            <a:alphaModFix/>
          </a:blip>
          <a:srcRect b="0" l="86045" r="0" t="25418"/>
          <a:stretch/>
        </p:blipFill>
        <p:spPr>
          <a:xfrm rot="5400000">
            <a:off x="7212900" y="-1425024"/>
            <a:ext cx="510701" cy="3360749"/>
          </a:xfrm>
          <a:prstGeom prst="rect">
            <a:avLst/>
          </a:prstGeom>
          <a:noFill/>
          <a:ln>
            <a:noFill/>
          </a:ln>
        </p:spPr>
      </p:pic>
      <p:pic>
        <p:nvPicPr>
          <p:cNvPr descr="Image" id="610" name="Google Shape;610;p91"/>
          <p:cNvPicPr preferRelativeResize="0"/>
          <p:nvPr/>
        </p:nvPicPr>
        <p:blipFill rotWithShape="1">
          <a:blip r:embed="rId3">
            <a:alphaModFix/>
          </a:blip>
          <a:srcRect b="54289" l="0" r="5482" t="14989"/>
          <a:stretch/>
        </p:blipFill>
        <p:spPr>
          <a:xfrm>
            <a:off x="7354100" y="-1"/>
            <a:ext cx="1794526" cy="583275"/>
          </a:xfrm>
          <a:prstGeom prst="rect">
            <a:avLst/>
          </a:prstGeom>
          <a:noFill/>
          <a:ln>
            <a:noFill/>
          </a:ln>
        </p:spPr>
      </p:pic>
      <p:pic>
        <p:nvPicPr>
          <p:cNvPr id="611" name="Google Shape;611;p91"/>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612" name="Google Shape;612;p91"/>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613" name="Google Shape;613;p91"/>
          <p:cNvSpPr txBox="1"/>
          <p:nvPr>
            <p:ph type="title"/>
          </p:nvPr>
        </p:nvSpPr>
        <p:spPr>
          <a:xfrm>
            <a:off x="452400" y="481263"/>
            <a:ext cx="82392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Tree>
  </p:cSld>
  <p:clrMapOvr>
    <a:masterClrMapping/>
  </p:clrMapOvr>
</p:sldLayout>
</file>

<file path=ppt/slideLayouts/slideLayout8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6 - Android">
  <p:cSld name="CUSTOM_3">
    <p:spTree>
      <p:nvGrpSpPr>
        <p:cNvPr id="614" name="Shape 614"/>
        <p:cNvGrpSpPr/>
        <p:nvPr/>
      </p:nvGrpSpPr>
      <p:grpSpPr>
        <a:xfrm>
          <a:off x="0" y="0"/>
          <a:ext cx="0" cy="0"/>
          <a:chOff x="0" y="0"/>
          <a:chExt cx="0" cy="0"/>
        </a:xfrm>
      </p:grpSpPr>
      <p:pic>
        <p:nvPicPr>
          <p:cNvPr id="615" name="Google Shape;615;p92"/>
          <p:cNvPicPr preferRelativeResize="0"/>
          <p:nvPr/>
        </p:nvPicPr>
        <p:blipFill>
          <a:blip r:embed="rId2">
            <a:alphaModFix/>
          </a:blip>
          <a:stretch>
            <a:fillRect/>
          </a:stretch>
        </p:blipFill>
        <p:spPr>
          <a:xfrm>
            <a:off x="4738000" y="508538"/>
            <a:ext cx="4238740" cy="3810313"/>
          </a:xfrm>
          <a:prstGeom prst="rect">
            <a:avLst/>
          </a:prstGeom>
          <a:noFill/>
          <a:ln>
            <a:noFill/>
          </a:ln>
        </p:spPr>
      </p:pic>
      <p:sp>
        <p:nvSpPr>
          <p:cNvPr id="616" name="Google Shape;616;p92"/>
          <p:cNvSpPr txBox="1"/>
          <p:nvPr>
            <p:ph type="title"/>
          </p:nvPr>
        </p:nvSpPr>
        <p:spPr>
          <a:xfrm>
            <a:off x="452400" y="481275"/>
            <a:ext cx="49242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grpSp>
        <p:nvGrpSpPr>
          <p:cNvPr id="617" name="Google Shape;617;p92"/>
          <p:cNvGrpSpPr/>
          <p:nvPr/>
        </p:nvGrpSpPr>
        <p:grpSpPr>
          <a:xfrm>
            <a:off x="5709066" y="201260"/>
            <a:ext cx="2296623" cy="4424889"/>
            <a:chOff x="5598780" y="137712"/>
            <a:chExt cx="2577001" cy="4664652"/>
          </a:xfrm>
        </p:grpSpPr>
        <p:pic>
          <p:nvPicPr>
            <p:cNvPr id="618" name="Google Shape;618;p92"/>
            <p:cNvPicPr preferRelativeResize="0"/>
            <p:nvPr/>
          </p:nvPicPr>
          <p:blipFill rotWithShape="1">
            <a:blip r:embed="rId3">
              <a:alphaModFix/>
            </a:blip>
            <a:srcRect b="1604" l="0" r="0" t="1768"/>
            <a:stretch/>
          </p:blipFill>
          <p:spPr>
            <a:xfrm>
              <a:off x="5598780" y="137712"/>
              <a:ext cx="2577001" cy="4664652"/>
            </a:xfrm>
            <a:prstGeom prst="rect">
              <a:avLst/>
            </a:prstGeom>
            <a:noFill/>
            <a:ln>
              <a:noFill/>
            </a:ln>
          </p:spPr>
        </p:pic>
        <p:sp>
          <p:nvSpPr>
            <p:cNvPr id="619" name="Google Shape;619;p92"/>
            <p:cNvSpPr/>
            <p:nvPr/>
          </p:nvSpPr>
          <p:spPr>
            <a:xfrm>
              <a:off x="5789881" y="461652"/>
              <a:ext cx="2204100" cy="39120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20" name="Google Shape;620;p92"/>
          <p:cNvSpPr txBox="1"/>
          <p:nvPr>
            <p:ph idx="1" type="body"/>
          </p:nvPr>
        </p:nvSpPr>
        <p:spPr>
          <a:xfrm>
            <a:off x="452400" y="1132825"/>
            <a:ext cx="42387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621" name="Google Shape;621;p92"/>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622" name="Google Shape;622;p92"/>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623" name="Google Shape;623;p92"/>
          <p:cNvSpPr/>
          <p:nvPr/>
        </p:nvSpPr>
        <p:spPr>
          <a:xfrm>
            <a:off x="6555438" y="4318850"/>
            <a:ext cx="603900" cy="222000"/>
          </a:xfrm>
          <a:prstGeom prst="rect">
            <a:avLst/>
          </a:prstGeom>
          <a:solidFill>
            <a:srgbClr val="15151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8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7 - iPhone">
  <p:cSld name="CUSTOM_3_1">
    <p:spTree>
      <p:nvGrpSpPr>
        <p:cNvPr id="624" name="Shape 624"/>
        <p:cNvGrpSpPr/>
        <p:nvPr/>
      </p:nvGrpSpPr>
      <p:grpSpPr>
        <a:xfrm>
          <a:off x="0" y="0"/>
          <a:ext cx="0" cy="0"/>
          <a:chOff x="0" y="0"/>
          <a:chExt cx="0" cy="0"/>
        </a:xfrm>
      </p:grpSpPr>
      <p:pic>
        <p:nvPicPr>
          <p:cNvPr id="625" name="Google Shape;625;p93"/>
          <p:cNvPicPr preferRelativeResize="0"/>
          <p:nvPr/>
        </p:nvPicPr>
        <p:blipFill>
          <a:blip r:embed="rId2">
            <a:alphaModFix/>
          </a:blip>
          <a:stretch>
            <a:fillRect/>
          </a:stretch>
        </p:blipFill>
        <p:spPr>
          <a:xfrm>
            <a:off x="4738000" y="508538"/>
            <a:ext cx="4238740" cy="3810313"/>
          </a:xfrm>
          <a:prstGeom prst="rect">
            <a:avLst/>
          </a:prstGeom>
          <a:noFill/>
          <a:ln>
            <a:noFill/>
          </a:ln>
        </p:spPr>
      </p:pic>
      <p:sp>
        <p:nvSpPr>
          <p:cNvPr id="626" name="Google Shape;626;p93"/>
          <p:cNvSpPr txBox="1"/>
          <p:nvPr>
            <p:ph type="title"/>
          </p:nvPr>
        </p:nvSpPr>
        <p:spPr>
          <a:xfrm>
            <a:off x="452400" y="481275"/>
            <a:ext cx="49242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
        <p:nvSpPr>
          <p:cNvPr id="627" name="Google Shape;627;p93"/>
          <p:cNvSpPr txBox="1"/>
          <p:nvPr>
            <p:ph idx="1" type="body"/>
          </p:nvPr>
        </p:nvSpPr>
        <p:spPr>
          <a:xfrm>
            <a:off x="452400" y="1132825"/>
            <a:ext cx="42387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628" name="Google Shape;628;p93"/>
          <p:cNvPicPr preferRelativeResize="0"/>
          <p:nvPr/>
        </p:nvPicPr>
        <p:blipFill>
          <a:blip r:embed="rId3">
            <a:alphaModFix/>
          </a:blip>
          <a:stretch>
            <a:fillRect/>
          </a:stretch>
        </p:blipFill>
        <p:spPr>
          <a:xfrm>
            <a:off x="7152175" y="4875550"/>
            <a:ext cx="1541202" cy="142200"/>
          </a:xfrm>
          <a:prstGeom prst="rect">
            <a:avLst/>
          </a:prstGeom>
          <a:noFill/>
          <a:ln>
            <a:noFill/>
          </a:ln>
        </p:spPr>
      </p:pic>
      <p:sp>
        <p:nvSpPr>
          <p:cNvPr id="629" name="Google Shape;629;p93"/>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630" name="Google Shape;630;p93"/>
          <p:cNvSpPr/>
          <p:nvPr/>
        </p:nvSpPr>
        <p:spPr>
          <a:xfrm>
            <a:off x="5879375" y="347075"/>
            <a:ext cx="1956000" cy="41082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631" name="Google Shape;631;p93"/>
          <p:cNvPicPr preferRelativeResize="0"/>
          <p:nvPr/>
        </p:nvPicPr>
        <p:blipFill rotWithShape="1">
          <a:blip r:embed="rId4">
            <a:alphaModFix/>
          </a:blip>
          <a:srcRect b="3082" l="0" r="0" t="0"/>
          <a:stretch/>
        </p:blipFill>
        <p:spPr>
          <a:xfrm>
            <a:off x="5349374" y="226759"/>
            <a:ext cx="3016012" cy="4373878"/>
          </a:xfrm>
          <a:prstGeom prst="rect">
            <a:avLst/>
          </a:prstGeom>
          <a:noFill/>
          <a:ln>
            <a:noFill/>
          </a:ln>
        </p:spPr>
      </p:pic>
    </p:spTree>
  </p:cSld>
  <p:clrMapOvr>
    <a:masterClrMapping/>
  </p:clrMapOvr>
</p:sldLayout>
</file>

<file path=ppt/slideLayouts/slideLayout8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8 - Website">
  <p:cSld name="CUSTOM_3_2">
    <p:spTree>
      <p:nvGrpSpPr>
        <p:cNvPr id="632" name="Shape 632"/>
        <p:cNvGrpSpPr/>
        <p:nvPr/>
      </p:nvGrpSpPr>
      <p:grpSpPr>
        <a:xfrm>
          <a:off x="0" y="0"/>
          <a:ext cx="0" cy="0"/>
          <a:chOff x="0" y="0"/>
          <a:chExt cx="0" cy="0"/>
        </a:xfrm>
      </p:grpSpPr>
      <p:pic>
        <p:nvPicPr>
          <p:cNvPr id="633" name="Google Shape;633;p94"/>
          <p:cNvPicPr preferRelativeResize="0"/>
          <p:nvPr/>
        </p:nvPicPr>
        <p:blipFill rotWithShape="1">
          <a:blip r:embed="rId2">
            <a:alphaModFix/>
          </a:blip>
          <a:srcRect b="30853" l="0" r="22541" t="0"/>
          <a:stretch/>
        </p:blipFill>
        <p:spPr>
          <a:xfrm>
            <a:off x="5860600" y="2508800"/>
            <a:ext cx="3283400" cy="2634701"/>
          </a:xfrm>
          <a:prstGeom prst="rect">
            <a:avLst/>
          </a:prstGeom>
          <a:noFill/>
          <a:ln>
            <a:noFill/>
          </a:ln>
        </p:spPr>
      </p:pic>
      <p:sp>
        <p:nvSpPr>
          <p:cNvPr id="634" name="Google Shape;634;p94"/>
          <p:cNvSpPr txBox="1"/>
          <p:nvPr>
            <p:ph type="title"/>
          </p:nvPr>
        </p:nvSpPr>
        <p:spPr>
          <a:xfrm>
            <a:off x="452400" y="481275"/>
            <a:ext cx="37011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
        <p:nvSpPr>
          <p:cNvPr id="635" name="Google Shape;635;p94"/>
          <p:cNvSpPr txBox="1"/>
          <p:nvPr>
            <p:ph idx="1" type="body"/>
          </p:nvPr>
        </p:nvSpPr>
        <p:spPr>
          <a:xfrm>
            <a:off x="452400" y="1132825"/>
            <a:ext cx="37011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636" name="Google Shape;636;p94"/>
          <p:cNvPicPr preferRelativeResize="0"/>
          <p:nvPr/>
        </p:nvPicPr>
        <p:blipFill>
          <a:blip r:embed="rId3">
            <a:alphaModFix/>
          </a:blip>
          <a:stretch>
            <a:fillRect/>
          </a:stretch>
        </p:blipFill>
        <p:spPr>
          <a:xfrm>
            <a:off x="7152175" y="4875550"/>
            <a:ext cx="1541202" cy="142200"/>
          </a:xfrm>
          <a:prstGeom prst="rect">
            <a:avLst/>
          </a:prstGeom>
          <a:noFill/>
          <a:ln>
            <a:noFill/>
          </a:ln>
        </p:spPr>
      </p:pic>
      <p:sp>
        <p:nvSpPr>
          <p:cNvPr id="637" name="Google Shape;637;p94"/>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grpSp>
        <p:nvGrpSpPr>
          <p:cNvPr id="638" name="Google Shape;638;p94"/>
          <p:cNvGrpSpPr/>
          <p:nvPr/>
        </p:nvGrpSpPr>
        <p:grpSpPr>
          <a:xfrm>
            <a:off x="4344100" y="398125"/>
            <a:ext cx="4546500" cy="4222800"/>
            <a:chOff x="4344100" y="398125"/>
            <a:chExt cx="4546500" cy="4222800"/>
          </a:xfrm>
        </p:grpSpPr>
        <p:sp>
          <p:nvSpPr>
            <p:cNvPr id="639" name="Google Shape;639;p94"/>
            <p:cNvSpPr/>
            <p:nvPr/>
          </p:nvSpPr>
          <p:spPr>
            <a:xfrm>
              <a:off x="4344100" y="398125"/>
              <a:ext cx="4546500" cy="4222800"/>
            </a:xfrm>
            <a:prstGeom prst="roundRect">
              <a:avLst>
                <a:gd fmla="val 3222"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40" name="Google Shape;640;p94"/>
            <p:cNvGrpSpPr/>
            <p:nvPr/>
          </p:nvGrpSpPr>
          <p:grpSpPr>
            <a:xfrm>
              <a:off x="4445450" y="524200"/>
              <a:ext cx="399495" cy="101100"/>
              <a:chOff x="4445450" y="524200"/>
              <a:chExt cx="399495" cy="101100"/>
            </a:xfrm>
          </p:grpSpPr>
          <p:sp>
            <p:nvSpPr>
              <p:cNvPr id="641" name="Google Shape;641;p94"/>
              <p:cNvSpPr/>
              <p:nvPr/>
            </p:nvSpPr>
            <p:spPr>
              <a:xfrm>
                <a:off x="4445450" y="524200"/>
                <a:ext cx="100800" cy="101100"/>
              </a:xfrm>
              <a:prstGeom prst="ellipse">
                <a:avLst/>
              </a:prstGeom>
              <a:gradFill>
                <a:gsLst>
                  <a:gs pos="0">
                    <a:srgbClr val="F5D0D0"/>
                  </a:gs>
                  <a:gs pos="100000">
                    <a:srgbClr val="D96868"/>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2" name="Google Shape;642;p94"/>
              <p:cNvSpPr/>
              <p:nvPr/>
            </p:nvSpPr>
            <p:spPr>
              <a:xfrm>
                <a:off x="4594797" y="524200"/>
                <a:ext cx="100800" cy="101100"/>
              </a:xfrm>
              <a:prstGeom prst="ellipse">
                <a:avLst/>
              </a:prstGeom>
              <a:gradFill>
                <a:gsLst>
                  <a:gs pos="0">
                    <a:srgbClr val="FFF6DB"/>
                  </a:gs>
                  <a:gs pos="100000">
                    <a:srgbClr val="FAD25C"/>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3" name="Google Shape;643;p94"/>
              <p:cNvSpPr/>
              <p:nvPr/>
            </p:nvSpPr>
            <p:spPr>
              <a:xfrm>
                <a:off x="4744145" y="524200"/>
                <a:ext cx="100800" cy="101100"/>
              </a:xfrm>
              <a:prstGeom prst="ellipse">
                <a:avLst/>
              </a:prstGeom>
              <a:gradFill>
                <a:gsLst>
                  <a:gs pos="0">
                    <a:srgbClr val="DCECD5"/>
                  </a:gs>
                  <a:gs pos="100000">
                    <a:srgbClr val="93BC8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44" name="Google Shape;644;p94"/>
            <p:cNvSpPr/>
            <p:nvPr/>
          </p:nvSpPr>
          <p:spPr>
            <a:xfrm>
              <a:off x="4910625" y="448450"/>
              <a:ext cx="3835500" cy="252600"/>
            </a:xfrm>
            <a:prstGeom prst="roundRect">
              <a:avLst>
                <a:gd fmla="val 34092"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Poppins"/>
                <a:ea typeface="Poppins"/>
                <a:cs typeface="Poppins"/>
                <a:sym typeface="Poppins"/>
              </a:endParaRPr>
            </a:p>
          </p:txBody>
        </p:sp>
      </p:grpSp>
    </p:spTree>
  </p:cSld>
  <p:clrMapOvr>
    <a:masterClrMapping/>
  </p:clrMapOvr>
</p:sldLayout>
</file>

<file path=ppt/slideLayouts/slideLayout9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9 - Phone Placeholder">
  <p:cSld name="CUSTOM_3_1_1">
    <p:spTree>
      <p:nvGrpSpPr>
        <p:cNvPr id="645" name="Shape 645"/>
        <p:cNvGrpSpPr/>
        <p:nvPr/>
      </p:nvGrpSpPr>
      <p:grpSpPr>
        <a:xfrm>
          <a:off x="0" y="0"/>
          <a:ext cx="0" cy="0"/>
          <a:chOff x="0" y="0"/>
          <a:chExt cx="0" cy="0"/>
        </a:xfrm>
      </p:grpSpPr>
      <p:pic>
        <p:nvPicPr>
          <p:cNvPr id="646" name="Google Shape;646;p95"/>
          <p:cNvPicPr preferRelativeResize="0"/>
          <p:nvPr/>
        </p:nvPicPr>
        <p:blipFill>
          <a:blip r:embed="rId2">
            <a:alphaModFix/>
          </a:blip>
          <a:stretch>
            <a:fillRect/>
          </a:stretch>
        </p:blipFill>
        <p:spPr>
          <a:xfrm>
            <a:off x="4738000" y="508538"/>
            <a:ext cx="4238740" cy="3810313"/>
          </a:xfrm>
          <a:prstGeom prst="rect">
            <a:avLst/>
          </a:prstGeom>
          <a:noFill/>
          <a:ln>
            <a:noFill/>
          </a:ln>
        </p:spPr>
      </p:pic>
      <p:sp>
        <p:nvSpPr>
          <p:cNvPr id="647" name="Google Shape;647;p95"/>
          <p:cNvSpPr txBox="1"/>
          <p:nvPr>
            <p:ph type="title"/>
          </p:nvPr>
        </p:nvSpPr>
        <p:spPr>
          <a:xfrm>
            <a:off x="452400" y="481275"/>
            <a:ext cx="49242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
        <p:nvSpPr>
          <p:cNvPr id="648" name="Google Shape;648;p95"/>
          <p:cNvSpPr txBox="1"/>
          <p:nvPr>
            <p:ph idx="1" type="body"/>
          </p:nvPr>
        </p:nvSpPr>
        <p:spPr>
          <a:xfrm>
            <a:off x="452400" y="1132825"/>
            <a:ext cx="42387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649" name="Google Shape;649;p95"/>
          <p:cNvPicPr preferRelativeResize="0"/>
          <p:nvPr/>
        </p:nvPicPr>
        <p:blipFill>
          <a:blip r:embed="rId3">
            <a:alphaModFix/>
          </a:blip>
          <a:stretch>
            <a:fillRect/>
          </a:stretch>
        </p:blipFill>
        <p:spPr>
          <a:xfrm>
            <a:off x="7152175" y="4875550"/>
            <a:ext cx="1541202" cy="142200"/>
          </a:xfrm>
          <a:prstGeom prst="rect">
            <a:avLst/>
          </a:prstGeom>
          <a:noFill/>
          <a:ln>
            <a:noFill/>
          </a:ln>
        </p:spPr>
      </p:pic>
      <p:sp>
        <p:nvSpPr>
          <p:cNvPr id="650" name="Google Shape;650;p95"/>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 - Code Block">
  <p:cSld name="CUSTOM_7_1">
    <p:spTree>
      <p:nvGrpSpPr>
        <p:cNvPr id="651" name="Shape 651"/>
        <p:cNvGrpSpPr/>
        <p:nvPr/>
      </p:nvGrpSpPr>
      <p:grpSpPr>
        <a:xfrm>
          <a:off x="0" y="0"/>
          <a:ext cx="0" cy="0"/>
          <a:chOff x="0" y="0"/>
          <a:chExt cx="0" cy="0"/>
        </a:xfrm>
      </p:grpSpPr>
      <p:pic>
        <p:nvPicPr>
          <p:cNvPr id="652" name="Google Shape;652;p96"/>
          <p:cNvPicPr preferRelativeResize="0"/>
          <p:nvPr/>
        </p:nvPicPr>
        <p:blipFill rotWithShape="1">
          <a:blip r:embed="rId2">
            <a:alphaModFix/>
          </a:blip>
          <a:srcRect b="29631" l="0" r="52625" t="21294"/>
          <a:stretch/>
        </p:blipFill>
        <p:spPr>
          <a:xfrm rot="-5400005">
            <a:off x="5694763" y="-60161"/>
            <a:ext cx="3400125" cy="3520446"/>
          </a:xfrm>
          <a:prstGeom prst="rect">
            <a:avLst/>
          </a:prstGeom>
          <a:noFill/>
          <a:ln>
            <a:noFill/>
          </a:ln>
        </p:spPr>
      </p:pic>
      <p:sp>
        <p:nvSpPr>
          <p:cNvPr id="653" name="Google Shape;653;p96"/>
          <p:cNvSpPr/>
          <p:nvPr/>
        </p:nvSpPr>
        <p:spPr>
          <a:xfrm>
            <a:off x="4385200" y="481275"/>
            <a:ext cx="4308300" cy="4139700"/>
          </a:xfrm>
          <a:prstGeom prst="roundRect">
            <a:avLst>
              <a:gd fmla="val 2467" name="adj"/>
            </a:avLst>
          </a:pr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4" name="Google Shape;654;p96"/>
          <p:cNvSpPr txBox="1"/>
          <p:nvPr/>
        </p:nvSpPr>
        <p:spPr>
          <a:xfrm>
            <a:off x="357200" y="408225"/>
            <a:ext cx="4419000" cy="461700"/>
          </a:xfrm>
          <a:prstGeom prst="rect">
            <a:avLst/>
          </a:prstGeom>
          <a:noFill/>
          <a:ln>
            <a:noFill/>
          </a:ln>
        </p:spPr>
        <p:txBody>
          <a:bodyPr anchorCtr="0" anchor="t" bIns="91425" lIns="91425" spcFirstLastPara="1" rIns="91425" wrap="square" tIns="91425">
            <a:noAutofit/>
          </a:bodyPr>
          <a:lstStyle/>
          <a:p>
            <a:pPr indent="0" lvl="0" marL="0" marR="190500" rtl="0" algn="l">
              <a:lnSpc>
                <a:spcPct val="150000"/>
              </a:lnSpc>
              <a:spcBef>
                <a:spcPts val="1700"/>
              </a:spcBef>
              <a:spcAft>
                <a:spcPts val="3300"/>
              </a:spcAft>
              <a:buNone/>
            </a:pPr>
            <a:r>
              <a:t/>
            </a:r>
            <a:endParaRPr sz="1800">
              <a:solidFill>
                <a:srgbClr val="666666"/>
              </a:solidFill>
              <a:latin typeface="Courier New"/>
              <a:ea typeface="Courier New"/>
              <a:cs typeface="Courier New"/>
              <a:sym typeface="Courier New"/>
            </a:endParaRPr>
          </a:p>
        </p:txBody>
      </p:sp>
      <p:pic>
        <p:nvPicPr>
          <p:cNvPr id="655" name="Google Shape;655;p96"/>
          <p:cNvPicPr preferRelativeResize="0"/>
          <p:nvPr/>
        </p:nvPicPr>
        <p:blipFill>
          <a:blip r:embed="rId3">
            <a:alphaModFix/>
          </a:blip>
          <a:stretch>
            <a:fillRect/>
          </a:stretch>
        </p:blipFill>
        <p:spPr>
          <a:xfrm>
            <a:off x="7152175" y="4875550"/>
            <a:ext cx="1541202" cy="142200"/>
          </a:xfrm>
          <a:prstGeom prst="rect">
            <a:avLst/>
          </a:prstGeom>
          <a:noFill/>
          <a:ln>
            <a:noFill/>
          </a:ln>
        </p:spPr>
      </p:pic>
      <p:sp>
        <p:nvSpPr>
          <p:cNvPr id="656" name="Google Shape;656;p96"/>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657" name="Google Shape;657;p96"/>
          <p:cNvSpPr txBox="1"/>
          <p:nvPr>
            <p:ph type="title"/>
          </p:nvPr>
        </p:nvSpPr>
        <p:spPr>
          <a:xfrm>
            <a:off x="452400" y="481275"/>
            <a:ext cx="37011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
        <p:nvSpPr>
          <p:cNvPr id="658" name="Google Shape;658;p96"/>
          <p:cNvSpPr txBox="1"/>
          <p:nvPr>
            <p:ph idx="1" type="body"/>
          </p:nvPr>
        </p:nvSpPr>
        <p:spPr>
          <a:xfrm>
            <a:off x="452400" y="1132825"/>
            <a:ext cx="37011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
        <p:nvSpPr>
          <p:cNvPr id="659" name="Google Shape;659;p96"/>
          <p:cNvSpPr txBox="1"/>
          <p:nvPr>
            <p:ph idx="2" type="subTitle"/>
          </p:nvPr>
        </p:nvSpPr>
        <p:spPr>
          <a:xfrm>
            <a:off x="4511175" y="586000"/>
            <a:ext cx="4080000" cy="39141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800"/>
              <a:buFont typeface="Roboto Mono"/>
              <a:buNone/>
              <a:defRPr>
                <a:solidFill>
                  <a:schemeClr val="dk1"/>
                </a:solidFill>
                <a:latin typeface="Roboto Mono"/>
                <a:ea typeface="Roboto Mono"/>
                <a:cs typeface="Roboto Mono"/>
                <a:sym typeface="Roboto Mono"/>
              </a:defRPr>
            </a:lvl1pPr>
            <a:lvl2pPr lvl="1">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2pPr>
            <a:lvl3pPr lvl="2">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3pPr>
            <a:lvl4pPr lvl="3">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4pPr>
            <a:lvl5pPr lvl="4">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5pPr>
            <a:lvl6pPr lvl="5">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6pPr>
            <a:lvl7pPr lvl="6">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7pPr>
            <a:lvl8pPr lvl="7">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8pPr>
            <a:lvl9pPr lvl="8">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9pPr>
          </a:lstStyle>
          <a:p/>
        </p:txBody>
      </p:sp>
    </p:spTree>
  </p:cSld>
  <p:clrMapOvr>
    <a:masterClrMapping/>
  </p:clrMapOvr>
</p:sldLayout>
</file>

<file path=ppt/slideLayouts/slideLayout9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1 - Icebreaker">
  <p:cSld name="CUSTOM_7">
    <p:spTree>
      <p:nvGrpSpPr>
        <p:cNvPr id="660" name="Shape 660"/>
        <p:cNvGrpSpPr/>
        <p:nvPr/>
      </p:nvGrpSpPr>
      <p:grpSpPr>
        <a:xfrm>
          <a:off x="0" y="0"/>
          <a:ext cx="0" cy="0"/>
          <a:chOff x="0" y="0"/>
          <a:chExt cx="0" cy="0"/>
        </a:xfrm>
      </p:grpSpPr>
      <p:pic>
        <p:nvPicPr>
          <p:cNvPr id="661" name="Google Shape;661;p97"/>
          <p:cNvPicPr preferRelativeResize="0"/>
          <p:nvPr/>
        </p:nvPicPr>
        <p:blipFill>
          <a:blip r:embed="rId2">
            <a:alphaModFix/>
          </a:blip>
          <a:stretch>
            <a:fillRect/>
          </a:stretch>
        </p:blipFill>
        <p:spPr>
          <a:xfrm>
            <a:off x="452400" y="440000"/>
            <a:ext cx="654950" cy="654950"/>
          </a:xfrm>
          <a:prstGeom prst="rect">
            <a:avLst/>
          </a:prstGeom>
          <a:noFill/>
          <a:ln>
            <a:noFill/>
          </a:ln>
        </p:spPr>
      </p:pic>
      <p:pic>
        <p:nvPicPr>
          <p:cNvPr id="662" name="Google Shape;662;p97"/>
          <p:cNvPicPr preferRelativeResize="0"/>
          <p:nvPr/>
        </p:nvPicPr>
        <p:blipFill rotWithShape="1">
          <a:blip r:embed="rId3">
            <a:alphaModFix/>
          </a:blip>
          <a:srcRect b="20620" l="74976" r="11428" t="41244"/>
          <a:stretch/>
        </p:blipFill>
        <p:spPr>
          <a:xfrm rot="-5400000">
            <a:off x="627389" y="3816763"/>
            <a:ext cx="691823" cy="1961651"/>
          </a:xfrm>
          <a:prstGeom prst="rect">
            <a:avLst/>
          </a:prstGeom>
          <a:noFill/>
          <a:ln>
            <a:noFill/>
          </a:ln>
        </p:spPr>
      </p:pic>
      <p:sp>
        <p:nvSpPr>
          <p:cNvPr id="663" name="Google Shape;663;p97"/>
          <p:cNvSpPr txBox="1"/>
          <p:nvPr>
            <p:ph idx="1" type="subTitle"/>
          </p:nvPr>
        </p:nvSpPr>
        <p:spPr>
          <a:xfrm>
            <a:off x="7103500" y="551600"/>
            <a:ext cx="1617300" cy="431700"/>
          </a:xfrm>
          <a:prstGeom prst="rect">
            <a:avLst/>
          </a:prstGeom>
          <a:solidFill>
            <a:srgbClr val="FFEDF0"/>
          </a:solidFill>
          <a:ln cap="flat" cmpd="sng" w="152400">
            <a:solidFill>
              <a:srgbClr val="FFEDF0"/>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664" name="Google Shape;664;p97"/>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665" name="Google Shape;665;p97"/>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666" name="Google Shape;666;p97"/>
          <p:cNvSpPr txBox="1"/>
          <p:nvPr/>
        </p:nvSpPr>
        <p:spPr>
          <a:xfrm>
            <a:off x="1154000" y="440000"/>
            <a:ext cx="36480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Icebreaker</a:t>
            </a:r>
            <a:endParaRPr/>
          </a:p>
        </p:txBody>
      </p:sp>
      <p:sp>
        <p:nvSpPr>
          <p:cNvPr id="667" name="Google Shape;667;p97"/>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668" name="Google Shape;668;p97"/>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669" name="Google Shape;669;p97"/>
          <p:cNvPicPr preferRelativeResize="0"/>
          <p:nvPr/>
        </p:nvPicPr>
        <p:blipFill rotWithShape="1">
          <a:blip r:embed="rId5">
            <a:alphaModFix/>
          </a:blip>
          <a:srcRect b="57773" l="27820" r="30811" t="19033"/>
          <a:stretch/>
        </p:blipFill>
        <p:spPr>
          <a:xfrm>
            <a:off x="-3355" y="3951836"/>
            <a:ext cx="2123899" cy="1192951"/>
          </a:xfrm>
          <a:prstGeom prst="rect">
            <a:avLst/>
          </a:prstGeom>
          <a:noFill/>
          <a:ln>
            <a:noFill/>
          </a:ln>
        </p:spPr>
      </p:pic>
    </p:spTree>
  </p:cSld>
  <p:clrMapOvr>
    <a:masterClrMapping/>
  </p:clrMapOvr>
</p:sldLayout>
</file>

<file path=ppt/slideLayouts/slideLayout9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2 - Discussion Prompt">
  <p:cSld name="CUSTOM_6">
    <p:spTree>
      <p:nvGrpSpPr>
        <p:cNvPr id="670" name="Shape 670"/>
        <p:cNvGrpSpPr/>
        <p:nvPr/>
      </p:nvGrpSpPr>
      <p:grpSpPr>
        <a:xfrm>
          <a:off x="0" y="0"/>
          <a:ext cx="0" cy="0"/>
          <a:chOff x="0" y="0"/>
          <a:chExt cx="0" cy="0"/>
        </a:xfrm>
      </p:grpSpPr>
      <p:pic>
        <p:nvPicPr>
          <p:cNvPr id="671" name="Google Shape;671;p98"/>
          <p:cNvPicPr preferRelativeResize="0"/>
          <p:nvPr/>
        </p:nvPicPr>
        <p:blipFill rotWithShape="1">
          <a:blip r:embed="rId2">
            <a:alphaModFix/>
          </a:blip>
          <a:srcRect b="74121" l="54584" r="17188" t="10928"/>
          <a:stretch/>
        </p:blipFill>
        <p:spPr>
          <a:xfrm>
            <a:off x="0" y="4089375"/>
            <a:ext cx="2024750" cy="1054123"/>
          </a:xfrm>
          <a:prstGeom prst="rect">
            <a:avLst/>
          </a:prstGeom>
          <a:noFill/>
          <a:ln>
            <a:noFill/>
          </a:ln>
        </p:spPr>
      </p:pic>
      <p:pic>
        <p:nvPicPr>
          <p:cNvPr id="672" name="Google Shape;672;p98"/>
          <p:cNvPicPr preferRelativeResize="0"/>
          <p:nvPr/>
        </p:nvPicPr>
        <p:blipFill rotWithShape="1">
          <a:blip r:embed="rId3">
            <a:alphaModFix/>
          </a:blip>
          <a:srcRect b="57773" l="27820" r="30811" t="19033"/>
          <a:stretch/>
        </p:blipFill>
        <p:spPr>
          <a:xfrm>
            <a:off x="-3355" y="3951836"/>
            <a:ext cx="2123899" cy="1192951"/>
          </a:xfrm>
          <a:prstGeom prst="rect">
            <a:avLst/>
          </a:prstGeom>
          <a:noFill/>
          <a:ln>
            <a:noFill/>
          </a:ln>
        </p:spPr>
      </p:pic>
      <p:sp>
        <p:nvSpPr>
          <p:cNvPr id="673" name="Google Shape;673;p98"/>
          <p:cNvSpPr txBox="1"/>
          <p:nvPr>
            <p:ph idx="1" type="subTitle"/>
          </p:nvPr>
        </p:nvSpPr>
        <p:spPr>
          <a:xfrm>
            <a:off x="7103500" y="551600"/>
            <a:ext cx="1617300" cy="431700"/>
          </a:xfrm>
          <a:prstGeom prst="rect">
            <a:avLst/>
          </a:prstGeom>
          <a:solidFill>
            <a:srgbClr val="FFEEFF"/>
          </a:solidFill>
          <a:ln cap="flat" cmpd="sng" w="152400">
            <a:solidFill>
              <a:srgbClr val="FFEEFF"/>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674" name="Google Shape;674;p98"/>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675" name="Google Shape;675;p98"/>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pic>
        <p:nvPicPr>
          <p:cNvPr id="676" name="Google Shape;676;p98"/>
          <p:cNvPicPr preferRelativeResize="0"/>
          <p:nvPr/>
        </p:nvPicPr>
        <p:blipFill>
          <a:blip r:embed="rId5">
            <a:alphaModFix/>
          </a:blip>
          <a:stretch>
            <a:fillRect/>
          </a:stretch>
        </p:blipFill>
        <p:spPr>
          <a:xfrm>
            <a:off x="434600" y="440000"/>
            <a:ext cx="654950" cy="654950"/>
          </a:xfrm>
          <a:prstGeom prst="rect">
            <a:avLst/>
          </a:prstGeom>
          <a:noFill/>
          <a:ln>
            <a:noFill/>
          </a:ln>
        </p:spPr>
      </p:pic>
      <p:sp>
        <p:nvSpPr>
          <p:cNvPr id="677" name="Google Shape;677;p98"/>
          <p:cNvSpPr txBox="1"/>
          <p:nvPr/>
        </p:nvSpPr>
        <p:spPr>
          <a:xfrm>
            <a:off x="1154000" y="440000"/>
            <a:ext cx="36480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solidFill>
                  <a:srgbClr val="000000"/>
                </a:solidFill>
                <a:latin typeface="Poppins"/>
                <a:ea typeface="Poppins"/>
                <a:cs typeface="Poppins"/>
                <a:sym typeface="Poppins"/>
              </a:rPr>
              <a:t>Discussion</a:t>
            </a:r>
            <a:endParaRPr/>
          </a:p>
        </p:txBody>
      </p:sp>
      <p:sp>
        <p:nvSpPr>
          <p:cNvPr id="678" name="Google Shape;678;p98"/>
          <p:cNvSpPr txBox="1"/>
          <p:nvPr>
            <p:ph idx="2" type="body"/>
          </p:nvPr>
        </p:nvSpPr>
        <p:spPr>
          <a:xfrm>
            <a:off x="604800" y="14128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9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3 - Reflection Prompt">
  <p:cSld name="CUSTOM_6_2">
    <p:spTree>
      <p:nvGrpSpPr>
        <p:cNvPr id="679" name="Shape 679"/>
        <p:cNvGrpSpPr/>
        <p:nvPr/>
      </p:nvGrpSpPr>
      <p:grpSpPr>
        <a:xfrm>
          <a:off x="0" y="0"/>
          <a:ext cx="0" cy="0"/>
          <a:chOff x="0" y="0"/>
          <a:chExt cx="0" cy="0"/>
        </a:xfrm>
      </p:grpSpPr>
      <p:pic>
        <p:nvPicPr>
          <p:cNvPr id="680" name="Google Shape;680;p99"/>
          <p:cNvPicPr preferRelativeResize="0"/>
          <p:nvPr/>
        </p:nvPicPr>
        <p:blipFill rotWithShape="1">
          <a:blip r:embed="rId2">
            <a:alphaModFix/>
          </a:blip>
          <a:srcRect b="20620" l="74976" r="11428" t="41244"/>
          <a:stretch/>
        </p:blipFill>
        <p:spPr>
          <a:xfrm rot="-5400000">
            <a:off x="627389" y="3816763"/>
            <a:ext cx="691823" cy="1961651"/>
          </a:xfrm>
          <a:prstGeom prst="rect">
            <a:avLst/>
          </a:prstGeom>
          <a:noFill/>
          <a:ln>
            <a:noFill/>
          </a:ln>
        </p:spPr>
      </p:pic>
      <p:pic>
        <p:nvPicPr>
          <p:cNvPr id="681" name="Google Shape;681;p99"/>
          <p:cNvPicPr preferRelativeResize="0"/>
          <p:nvPr/>
        </p:nvPicPr>
        <p:blipFill rotWithShape="1">
          <a:blip r:embed="rId3">
            <a:alphaModFix/>
          </a:blip>
          <a:srcRect b="10675" l="33626" r="26315" t="71928"/>
          <a:stretch/>
        </p:blipFill>
        <p:spPr>
          <a:xfrm>
            <a:off x="0" y="4248650"/>
            <a:ext cx="2060400" cy="894850"/>
          </a:xfrm>
          <a:prstGeom prst="rect">
            <a:avLst/>
          </a:prstGeom>
          <a:noFill/>
          <a:ln>
            <a:noFill/>
          </a:ln>
        </p:spPr>
      </p:pic>
      <p:pic>
        <p:nvPicPr>
          <p:cNvPr id="682" name="Google Shape;682;p99"/>
          <p:cNvPicPr preferRelativeResize="0"/>
          <p:nvPr/>
        </p:nvPicPr>
        <p:blipFill>
          <a:blip r:embed="rId4">
            <a:alphaModFix/>
          </a:blip>
          <a:stretch>
            <a:fillRect/>
          </a:stretch>
        </p:blipFill>
        <p:spPr>
          <a:xfrm>
            <a:off x="452400" y="440000"/>
            <a:ext cx="654950" cy="654950"/>
          </a:xfrm>
          <a:prstGeom prst="rect">
            <a:avLst/>
          </a:prstGeom>
          <a:noFill/>
          <a:ln>
            <a:noFill/>
          </a:ln>
        </p:spPr>
      </p:pic>
      <p:sp>
        <p:nvSpPr>
          <p:cNvPr id="683" name="Google Shape;683;p99"/>
          <p:cNvSpPr txBox="1"/>
          <p:nvPr>
            <p:ph idx="1" type="subTitle"/>
          </p:nvPr>
        </p:nvSpPr>
        <p:spPr>
          <a:xfrm>
            <a:off x="7103500" y="551600"/>
            <a:ext cx="1617300" cy="431700"/>
          </a:xfrm>
          <a:prstGeom prst="rect">
            <a:avLst/>
          </a:prstGeom>
          <a:solidFill>
            <a:srgbClr val="FFEDF0"/>
          </a:solidFill>
          <a:ln cap="flat" cmpd="sng" w="152400">
            <a:solidFill>
              <a:srgbClr val="FFEDF0"/>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684" name="Google Shape;684;p99"/>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685" name="Google Shape;685;p99"/>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686" name="Google Shape;686;p99"/>
          <p:cNvSpPr txBox="1"/>
          <p:nvPr/>
        </p:nvSpPr>
        <p:spPr>
          <a:xfrm>
            <a:off x="1154000" y="440000"/>
            <a:ext cx="36480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Reflection</a:t>
            </a:r>
            <a:endParaRPr/>
          </a:p>
        </p:txBody>
      </p:sp>
      <p:sp>
        <p:nvSpPr>
          <p:cNvPr id="687" name="Google Shape;687;p99"/>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688" name="Google Shape;688;p99"/>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9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4 - Try It">
  <p:cSld name="CUSTOM_6_2_1">
    <p:spTree>
      <p:nvGrpSpPr>
        <p:cNvPr id="689" name="Shape 689"/>
        <p:cNvGrpSpPr/>
        <p:nvPr/>
      </p:nvGrpSpPr>
      <p:grpSpPr>
        <a:xfrm>
          <a:off x="0" y="0"/>
          <a:ext cx="0" cy="0"/>
          <a:chOff x="0" y="0"/>
          <a:chExt cx="0" cy="0"/>
        </a:xfrm>
      </p:grpSpPr>
      <p:pic>
        <p:nvPicPr>
          <p:cNvPr id="690" name="Google Shape;690;p100"/>
          <p:cNvPicPr preferRelativeResize="0"/>
          <p:nvPr/>
        </p:nvPicPr>
        <p:blipFill rotWithShape="1">
          <a:blip r:embed="rId2">
            <a:alphaModFix/>
          </a:blip>
          <a:srcRect b="0" l="0" r="2248" t="69501"/>
          <a:stretch/>
        </p:blipFill>
        <p:spPr>
          <a:xfrm rot="10800000">
            <a:off x="-13874" y="4314577"/>
            <a:ext cx="2158724" cy="828923"/>
          </a:xfrm>
          <a:prstGeom prst="rect">
            <a:avLst/>
          </a:prstGeom>
          <a:noFill/>
          <a:ln>
            <a:noFill/>
          </a:ln>
        </p:spPr>
      </p:pic>
      <p:pic>
        <p:nvPicPr>
          <p:cNvPr id="691" name="Google Shape;691;p100"/>
          <p:cNvPicPr preferRelativeResize="0"/>
          <p:nvPr/>
        </p:nvPicPr>
        <p:blipFill rotWithShape="1">
          <a:blip r:embed="rId3">
            <a:alphaModFix/>
          </a:blip>
          <a:srcRect b="45416" l="60224" r="12699" t="43299"/>
          <a:stretch/>
        </p:blipFill>
        <p:spPr>
          <a:xfrm>
            <a:off x="0" y="4131025"/>
            <a:ext cx="2061576" cy="1012474"/>
          </a:xfrm>
          <a:prstGeom prst="rect">
            <a:avLst/>
          </a:prstGeom>
          <a:noFill/>
          <a:ln>
            <a:noFill/>
          </a:ln>
        </p:spPr>
      </p:pic>
      <p:pic>
        <p:nvPicPr>
          <p:cNvPr id="692" name="Google Shape;692;p100"/>
          <p:cNvPicPr preferRelativeResize="0"/>
          <p:nvPr/>
        </p:nvPicPr>
        <p:blipFill>
          <a:blip r:embed="rId4">
            <a:alphaModFix/>
          </a:blip>
          <a:stretch>
            <a:fillRect/>
          </a:stretch>
        </p:blipFill>
        <p:spPr>
          <a:xfrm>
            <a:off x="452400" y="440000"/>
            <a:ext cx="654950" cy="654950"/>
          </a:xfrm>
          <a:prstGeom prst="rect">
            <a:avLst/>
          </a:prstGeom>
          <a:noFill/>
          <a:ln>
            <a:noFill/>
          </a:ln>
        </p:spPr>
      </p:pic>
      <p:sp>
        <p:nvSpPr>
          <p:cNvPr id="693" name="Google Shape;693;p100"/>
          <p:cNvSpPr txBox="1"/>
          <p:nvPr>
            <p:ph idx="1" type="subTitle"/>
          </p:nvPr>
        </p:nvSpPr>
        <p:spPr>
          <a:xfrm>
            <a:off x="7103500" y="551600"/>
            <a:ext cx="1617300" cy="431700"/>
          </a:xfrm>
          <a:prstGeom prst="rect">
            <a:avLst/>
          </a:prstGeom>
          <a:solidFill>
            <a:srgbClr val="E9F6FF"/>
          </a:solidFill>
          <a:ln cap="flat" cmpd="sng" w="152400">
            <a:solidFill>
              <a:srgbClr val="E9F6FF"/>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694" name="Google Shape;694;p100"/>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695" name="Google Shape;695;p100"/>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696" name="Google Shape;696;p100"/>
          <p:cNvSpPr txBox="1"/>
          <p:nvPr/>
        </p:nvSpPr>
        <p:spPr>
          <a:xfrm>
            <a:off x="1154000" y="440000"/>
            <a:ext cx="36480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Try It!</a:t>
            </a:r>
            <a:endParaRPr/>
          </a:p>
        </p:txBody>
      </p:sp>
      <p:sp>
        <p:nvSpPr>
          <p:cNvPr id="697" name="Google Shape;697;p100"/>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698" name="Google Shape;698;p100"/>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9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5 - Breakout Rooms">
  <p:cSld name="CUSTOM_6_2_1_1">
    <p:spTree>
      <p:nvGrpSpPr>
        <p:cNvPr id="699" name="Shape 699"/>
        <p:cNvGrpSpPr/>
        <p:nvPr/>
      </p:nvGrpSpPr>
      <p:grpSpPr>
        <a:xfrm>
          <a:off x="0" y="0"/>
          <a:ext cx="0" cy="0"/>
          <a:chOff x="0" y="0"/>
          <a:chExt cx="0" cy="0"/>
        </a:xfrm>
      </p:grpSpPr>
      <p:pic>
        <p:nvPicPr>
          <p:cNvPr id="700" name="Google Shape;700;p101"/>
          <p:cNvPicPr preferRelativeResize="0"/>
          <p:nvPr/>
        </p:nvPicPr>
        <p:blipFill rotWithShape="1">
          <a:blip r:embed="rId2">
            <a:alphaModFix/>
          </a:blip>
          <a:srcRect b="0" l="25913" r="44507" t="78390"/>
          <a:stretch/>
        </p:blipFill>
        <p:spPr>
          <a:xfrm rot="10800000">
            <a:off x="1" y="4032002"/>
            <a:ext cx="1547899" cy="1111498"/>
          </a:xfrm>
          <a:prstGeom prst="rect">
            <a:avLst/>
          </a:prstGeom>
          <a:noFill/>
          <a:ln>
            <a:noFill/>
          </a:ln>
        </p:spPr>
      </p:pic>
      <p:pic>
        <p:nvPicPr>
          <p:cNvPr id="701" name="Google Shape;701;p101"/>
          <p:cNvPicPr preferRelativeResize="0"/>
          <p:nvPr/>
        </p:nvPicPr>
        <p:blipFill rotWithShape="1">
          <a:blip r:embed="rId3">
            <a:alphaModFix/>
          </a:blip>
          <a:srcRect b="10675" l="33626" r="26315" t="71928"/>
          <a:stretch/>
        </p:blipFill>
        <p:spPr>
          <a:xfrm>
            <a:off x="0" y="4248650"/>
            <a:ext cx="2060400" cy="894850"/>
          </a:xfrm>
          <a:prstGeom prst="rect">
            <a:avLst/>
          </a:prstGeom>
          <a:noFill/>
          <a:ln>
            <a:noFill/>
          </a:ln>
        </p:spPr>
      </p:pic>
      <p:pic>
        <p:nvPicPr>
          <p:cNvPr id="702" name="Google Shape;702;p101"/>
          <p:cNvPicPr preferRelativeResize="0"/>
          <p:nvPr/>
        </p:nvPicPr>
        <p:blipFill>
          <a:blip r:embed="rId4">
            <a:alphaModFix/>
          </a:blip>
          <a:stretch>
            <a:fillRect/>
          </a:stretch>
        </p:blipFill>
        <p:spPr>
          <a:xfrm>
            <a:off x="452400" y="439975"/>
            <a:ext cx="654950" cy="654950"/>
          </a:xfrm>
          <a:prstGeom prst="rect">
            <a:avLst/>
          </a:prstGeom>
          <a:noFill/>
          <a:ln>
            <a:noFill/>
          </a:ln>
        </p:spPr>
      </p:pic>
      <p:sp>
        <p:nvSpPr>
          <p:cNvPr id="703" name="Google Shape;703;p101"/>
          <p:cNvSpPr txBox="1"/>
          <p:nvPr>
            <p:ph idx="1" type="subTitle"/>
          </p:nvPr>
        </p:nvSpPr>
        <p:spPr>
          <a:xfrm>
            <a:off x="7103500" y="551600"/>
            <a:ext cx="1617300" cy="431700"/>
          </a:xfrm>
          <a:prstGeom prst="rect">
            <a:avLst/>
          </a:prstGeom>
          <a:solidFill>
            <a:srgbClr val="FFF6BF"/>
          </a:solidFill>
          <a:ln cap="flat" cmpd="sng" w="152400">
            <a:solidFill>
              <a:srgbClr val="FFF6BF"/>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704" name="Google Shape;704;p101"/>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705" name="Google Shape;705;p101"/>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706" name="Google Shape;706;p101"/>
          <p:cNvSpPr txBox="1"/>
          <p:nvPr/>
        </p:nvSpPr>
        <p:spPr>
          <a:xfrm>
            <a:off x="1154000" y="440000"/>
            <a:ext cx="36480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Breakout Rooms</a:t>
            </a:r>
            <a:endParaRPr/>
          </a:p>
        </p:txBody>
      </p:sp>
      <p:sp>
        <p:nvSpPr>
          <p:cNvPr id="707" name="Google Shape;707;p101"/>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708" name="Google Shape;708;p101"/>
          <p:cNvSpPr txBox="1"/>
          <p:nvPr>
            <p:ph idx="2" type="body"/>
          </p:nvPr>
        </p:nvSpPr>
        <p:spPr>
          <a:xfrm>
            <a:off x="452400" y="1260500"/>
            <a:ext cx="64959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9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6 - CFU">
  <p:cSld name="CUSTOM_6_2_1_1_1">
    <p:spTree>
      <p:nvGrpSpPr>
        <p:cNvPr id="709" name="Shape 709"/>
        <p:cNvGrpSpPr/>
        <p:nvPr/>
      </p:nvGrpSpPr>
      <p:grpSpPr>
        <a:xfrm>
          <a:off x="0" y="0"/>
          <a:ext cx="0" cy="0"/>
          <a:chOff x="0" y="0"/>
          <a:chExt cx="0" cy="0"/>
        </a:xfrm>
      </p:grpSpPr>
      <p:pic>
        <p:nvPicPr>
          <p:cNvPr id="710" name="Google Shape;710;p102"/>
          <p:cNvPicPr preferRelativeResize="0"/>
          <p:nvPr/>
        </p:nvPicPr>
        <p:blipFill rotWithShape="1">
          <a:blip r:embed="rId2">
            <a:alphaModFix/>
          </a:blip>
          <a:srcRect b="26804" l="62509" r="0" t="0"/>
          <a:stretch/>
        </p:blipFill>
        <p:spPr>
          <a:xfrm flipH="1" rot="5400000">
            <a:off x="556661" y="3399336"/>
            <a:ext cx="1192950" cy="2328028"/>
          </a:xfrm>
          <a:prstGeom prst="rect">
            <a:avLst/>
          </a:prstGeom>
          <a:noFill/>
          <a:ln>
            <a:noFill/>
          </a:ln>
        </p:spPr>
      </p:pic>
      <p:pic>
        <p:nvPicPr>
          <p:cNvPr id="711" name="Google Shape;711;p102"/>
          <p:cNvPicPr preferRelativeResize="0"/>
          <p:nvPr/>
        </p:nvPicPr>
        <p:blipFill rotWithShape="1">
          <a:blip r:embed="rId3">
            <a:alphaModFix/>
          </a:blip>
          <a:srcRect b="57773" l="27820" r="30811" t="19033"/>
          <a:stretch/>
        </p:blipFill>
        <p:spPr>
          <a:xfrm>
            <a:off x="-3355" y="3951836"/>
            <a:ext cx="2123899" cy="1192951"/>
          </a:xfrm>
          <a:prstGeom prst="rect">
            <a:avLst/>
          </a:prstGeom>
          <a:noFill/>
          <a:ln>
            <a:noFill/>
          </a:ln>
        </p:spPr>
      </p:pic>
      <p:pic>
        <p:nvPicPr>
          <p:cNvPr id="712" name="Google Shape;712;p102"/>
          <p:cNvPicPr preferRelativeResize="0"/>
          <p:nvPr/>
        </p:nvPicPr>
        <p:blipFill>
          <a:blip r:embed="rId4">
            <a:alphaModFix/>
          </a:blip>
          <a:stretch>
            <a:fillRect/>
          </a:stretch>
        </p:blipFill>
        <p:spPr>
          <a:xfrm>
            <a:off x="452400" y="439975"/>
            <a:ext cx="654950" cy="654950"/>
          </a:xfrm>
          <a:prstGeom prst="rect">
            <a:avLst/>
          </a:prstGeom>
          <a:noFill/>
          <a:ln>
            <a:noFill/>
          </a:ln>
        </p:spPr>
      </p:pic>
      <p:sp>
        <p:nvSpPr>
          <p:cNvPr id="713" name="Google Shape;713;p102"/>
          <p:cNvSpPr txBox="1"/>
          <p:nvPr>
            <p:ph idx="1" type="subTitle"/>
          </p:nvPr>
        </p:nvSpPr>
        <p:spPr>
          <a:xfrm>
            <a:off x="7103500" y="551600"/>
            <a:ext cx="1617300" cy="431700"/>
          </a:xfrm>
          <a:prstGeom prst="rect">
            <a:avLst/>
          </a:prstGeom>
          <a:solidFill>
            <a:srgbClr val="D7FFEE"/>
          </a:solidFill>
          <a:ln cap="flat" cmpd="sng" w="152400">
            <a:solidFill>
              <a:srgbClr val="D7FFEE"/>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714" name="Google Shape;714;p102"/>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715" name="Google Shape;715;p102"/>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716" name="Google Shape;716;p102"/>
          <p:cNvSpPr txBox="1"/>
          <p:nvPr/>
        </p:nvSpPr>
        <p:spPr>
          <a:xfrm>
            <a:off x="1154000" y="440000"/>
            <a:ext cx="42393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Check for Understanding</a:t>
            </a:r>
            <a:endParaRPr/>
          </a:p>
        </p:txBody>
      </p:sp>
      <p:sp>
        <p:nvSpPr>
          <p:cNvPr id="717" name="Google Shape;717;p102"/>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718" name="Google Shape;718;p102"/>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9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7 - CFU w/ Code">
  <p:cSld name="CUSTOM_6_2_1_1_1_3">
    <p:spTree>
      <p:nvGrpSpPr>
        <p:cNvPr id="719" name="Shape 719"/>
        <p:cNvGrpSpPr/>
        <p:nvPr/>
      </p:nvGrpSpPr>
      <p:grpSpPr>
        <a:xfrm>
          <a:off x="0" y="0"/>
          <a:ext cx="0" cy="0"/>
          <a:chOff x="0" y="0"/>
          <a:chExt cx="0" cy="0"/>
        </a:xfrm>
      </p:grpSpPr>
      <p:pic>
        <p:nvPicPr>
          <p:cNvPr id="720" name="Google Shape;720;p103"/>
          <p:cNvPicPr preferRelativeResize="0"/>
          <p:nvPr/>
        </p:nvPicPr>
        <p:blipFill rotWithShape="1">
          <a:blip r:embed="rId2">
            <a:alphaModFix/>
          </a:blip>
          <a:srcRect b="26804" l="62509" r="0" t="0"/>
          <a:stretch/>
        </p:blipFill>
        <p:spPr>
          <a:xfrm flipH="1" rot="-5400000">
            <a:off x="7383499" y="-567539"/>
            <a:ext cx="1192950" cy="2328028"/>
          </a:xfrm>
          <a:prstGeom prst="rect">
            <a:avLst/>
          </a:prstGeom>
          <a:noFill/>
          <a:ln>
            <a:noFill/>
          </a:ln>
        </p:spPr>
      </p:pic>
      <p:pic>
        <p:nvPicPr>
          <p:cNvPr id="721" name="Google Shape;721;p103"/>
          <p:cNvPicPr preferRelativeResize="0"/>
          <p:nvPr/>
        </p:nvPicPr>
        <p:blipFill rotWithShape="1">
          <a:blip r:embed="rId3">
            <a:alphaModFix/>
          </a:blip>
          <a:srcRect b="57773" l="27820" r="30811" t="19033"/>
          <a:stretch/>
        </p:blipFill>
        <p:spPr>
          <a:xfrm rot="10800000">
            <a:off x="7020095" y="11"/>
            <a:ext cx="2123899" cy="1192951"/>
          </a:xfrm>
          <a:prstGeom prst="rect">
            <a:avLst/>
          </a:prstGeom>
          <a:noFill/>
          <a:ln>
            <a:noFill/>
          </a:ln>
        </p:spPr>
      </p:pic>
      <p:sp>
        <p:nvSpPr>
          <p:cNvPr id="722" name="Google Shape;722;p103"/>
          <p:cNvSpPr txBox="1"/>
          <p:nvPr>
            <p:ph idx="1" type="body"/>
          </p:nvPr>
        </p:nvSpPr>
        <p:spPr>
          <a:xfrm>
            <a:off x="452400" y="1344125"/>
            <a:ext cx="3474000" cy="29232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723" name="Google Shape;723;p103"/>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724" name="Google Shape;724;p103"/>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725" name="Google Shape;725;p103"/>
          <p:cNvSpPr/>
          <p:nvPr/>
        </p:nvSpPr>
        <p:spPr>
          <a:xfrm>
            <a:off x="4118450" y="266700"/>
            <a:ext cx="4722300" cy="4459500"/>
          </a:xfrm>
          <a:prstGeom prst="roundRect">
            <a:avLst>
              <a:gd fmla="val 2467" name="adj"/>
            </a:avLst>
          </a:pr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6" name="Google Shape;726;p103"/>
          <p:cNvSpPr txBox="1"/>
          <p:nvPr>
            <p:ph idx="2" type="subTitle"/>
          </p:nvPr>
        </p:nvSpPr>
        <p:spPr>
          <a:xfrm>
            <a:off x="4256529" y="378199"/>
            <a:ext cx="4472100" cy="42156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800"/>
              <a:buFont typeface="Roboto Mono"/>
              <a:buNone/>
              <a:defRPr>
                <a:solidFill>
                  <a:schemeClr val="dk1"/>
                </a:solidFill>
                <a:latin typeface="Roboto Mono"/>
                <a:ea typeface="Roboto Mono"/>
                <a:cs typeface="Roboto Mono"/>
                <a:sym typeface="Roboto Mono"/>
              </a:defRPr>
            </a:lvl1pPr>
            <a:lvl2pPr lvl="1">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2pPr>
            <a:lvl3pPr lvl="2">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3pPr>
            <a:lvl4pPr lvl="3">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4pPr>
            <a:lvl5pPr lvl="4">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5pPr>
            <a:lvl6pPr lvl="5">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6pPr>
            <a:lvl7pPr lvl="6">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7pPr>
            <a:lvl8pPr lvl="7">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8pPr>
            <a:lvl9pPr lvl="8">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9pPr>
          </a:lstStyle>
          <a:p/>
        </p:txBody>
      </p:sp>
      <p:sp>
        <p:nvSpPr>
          <p:cNvPr id="727" name="Google Shape;727;p103"/>
          <p:cNvSpPr txBox="1"/>
          <p:nvPr>
            <p:ph idx="3" type="subTitle"/>
          </p:nvPr>
        </p:nvSpPr>
        <p:spPr>
          <a:xfrm>
            <a:off x="153900" y="4514325"/>
            <a:ext cx="1617300" cy="431700"/>
          </a:xfrm>
          <a:prstGeom prst="rect">
            <a:avLst/>
          </a:prstGeom>
          <a:solidFill>
            <a:srgbClr val="D7FFEE"/>
          </a:solidFill>
          <a:ln cap="flat" cmpd="sng" w="152400">
            <a:solidFill>
              <a:srgbClr val="D7FFEE"/>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728" name="Google Shape;728;p103"/>
          <p:cNvPicPr preferRelativeResize="0"/>
          <p:nvPr/>
        </p:nvPicPr>
        <p:blipFill>
          <a:blip r:embed="rId5">
            <a:alphaModFix/>
          </a:blip>
          <a:stretch>
            <a:fillRect/>
          </a:stretch>
        </p:blipFill>
        <p:spPr>
          <a:xfrm>
            <a:off x="452400" y="439975"/>
            <a:ext cx="654950" cy="654950"/>
          </a:xfrm>
          <a:prstGeom prst="rect">
            <a:avLst/>
          </a:prstGeom>
          <a:noFill/>
          <a:ln>
            <a:noFill/>
          </a:ln>
        </p:spPr>
      </p:pic>
      <p:sp>
        <p:nvSpPr>
          <p:cNvPr id="729" name="Google Shape;729;p103"/>
          <p:cNvSpPr txBox="1"/>
          <p:nvPr/>
        </p:nvSpPr>
        <p:spPr>
          <a:xfrm>
            <a:off x="1147375" y="322700"/>
            <a:ext cx="2653200" cy="8895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Check for </a:t>
            </a:r>
            <a:endParaRPr b="1" sz="2400">
              <a:latin typeface="Poppins"/>
              <a:ea typeface="Poppins"/>
              <a:cs typeface="Poppins"/>
              <a:sym typeface="Poppins"/>
            </a:endParaRPr>
          </a:p>
          <a:p>
            <a:pPr indent="0" lvl="0" marL="0" rtl="0" algn="l">
              <a:spcBef>
                <a:spcPts val="0"/>
              </a:spcBef>
              <a:spcAft>
                <a:spcPts val="0"/>
              </a:spcAft>
              <a:buNone/>
            </a:pPr>
            <a:r>
              <a:rPr b="1" lang="en" sz="2400">
                <a:latin typeface="Poppins"/>
                <a:ea typeface="Poppins"/>
                <a:cs typeface="Poppins"/>
                <a:sym typeface="Poppins"/>
              </a:rPr>
              <a:t>Understanding</a:t>
            </a:r>
            <a:endParaRPr/>
          </a:p>
        </p:txBody>
      </p:sp>
    </p:spTree>
  </p:cSld>
  <p:clrMapOvr>
    <a:masterClrMapping/>
  </p:clrMapOvr>
</p:sldLayout>
</file>

<file path=ppt/slideLayouts/slideLayout9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8 - Instructor Demo">
  <p:cSld name="CUSTOM_6_2_1_1_1_2">
    <p:spTree>
      <p:nvGrpSpPr>
        <p:cNvPr id="730" name="Shape 730"/>
        <p:cNvGrpSpPr/>
        <p:nvPr/>
      </p:nvGrpSpPr>
      <p:grpSpPr>
        <a:xfrm>
          <a:off x="0" y="0"/>
          <a:ext cx="0" cy="0"/>
          <a:chOff x="0" y="0"/>
          <a:chExt cx="0" cy="0"/>
        </a:xfrm>
      </p:grpSpPr>
      <p:pic>
        <p:nvPicPr>
          <p:cNvPr id="731" name="Google Shape;731;p104"/>
          <p:cNvPicPr preferRelativeResize="0"/>
          <p:nvPr/>
        </p:nvPicPr>
        <p:blipFill rotWithShape="1">
          <a:blip r:embed="rId2">
            <a:alphaModFix/>
          </a:blip>
          <a:srcRect b="74121" l="54584" r="17188" t="10928"/>
          <a:stretch/>
        </p:blipFill>
        <p:spPr>
          <a:xfrm>
            <a:off x="0" y="4089375"/>
            <a:ext cx="2024750" cy="1054123"/>
          </a:xfrm>
          <a:prstGeom prst="rect">
            <a:avLst/>
          </a:prstGeom>
          <a:noFill/>
          <a:ln>
            <a:noFill/>
          </a:ln>
        </p:spPr>
      </p:pic>
      <p:pic>
        <p:nvPicPr>
          <p:cNvPr id="732" name="Google Shape;732;p104"/>
          <p:cNvPicPr preferRelativeResize="0"/>
          <p:nvPr/>
        </p:nvPicPr>
        <p:blipFill rotWithShape="1">
          <a:blip r:embed="rId3">
            <a:alphaModFix/>
          </a:blip>
          <a:srcRect b="10675" l="33626" r="26315" t="71928"/>
          <a:stretch/>
        </p:blipFill>
        <p:spPr>
          <a:xfrm>
            <a:off x="0" y="4192550"/>
            <a:ext cx="2189575" cy="950951"/>
          </a:xfrm>
          <a:prstGeom prst="rect">
            <a:avLst/>
          </a:prstGeom>
          <a:noFill/>
          <a:ln>
            <a:noFill/>
          </a:ln>
        </p:spPr>
      </p:pic>
      <p:pic>
        <p:nvPicPr>
          <p:cNvPr id="733" name="Google Shape;733;p104"/>
          <p:cNvPicPr preferRelativeResize="0"/>
          <p:nvPr/>
        </p:nvPicPr>
        <p:blipFill>
          <a:blip r:embed="rId4">
            <a:alphaModFix/>
          </a:blip>
          <a:stretch>
            <a:fillRect/>
          </a:stretch>
        </p:blipFill>
        <p:spPr>
          <a:xfrm>
            <a:off x="452400" y="439975"/>
            <a:ext cx="654950" cy="654950"/>
          </a:xfrm>
          <a:prstGeom prst="rect">
            <a:avLst/>
          </a:prstGeom>
          <a:noFill/>
          <a:ln>
            <a:noFill/>
          </a:ln>
        </p:spPr>
      </p:pic>
      <p:sp>
        <p:nvSpPr>
          <p:cNvPr id="734" name="Google Shape;734;p104"/>
          <p:cNvSpPr txBox="1"/>
          <p:nvPr>
            <p:ph idx="1" type="subTitle"/>
          </p:nvPr>
        </p:nvSpPr>
        <p:spPr>
          <a:xfrm>
            <a:off x="7103500" y="551600"/>
            <a:ext cx="1617300" cy="431700"/>
          </a:xfrm>
          <a:prstGeom prst="rect">
            <a:avLst/>
          </a:prstGeom>
          <a:solidFill>
            <a:srgbClr val="FFEEFF"/>
          </a:solidFill>
          <a:ln cap="flat" cmpd="sng" w="152400">
            <a:solidFill>
              <a:srgbClr val="FFEEFF"/>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735" name="Google Shape;735;p104"/>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736" name="Google Shape;736;p104"/>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737" name="Google Shape;737;p104"/>
          <p:cNvSpPr txBox="1"/>
          <p:nvPr/>
        </p:nvSpPr>
        <p:spPr>
          <a:xfrm>
            <a:off x="1154000" y="440000"/>
            <a:ext cx="42393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Instructor Demo</a:t>
            </a:r>
            <a:endParaRPr/>
          </a:p>
        </p:txBody>
      </p:sp>
      <p:sp>
        <p:nvSpPr>
          <p:cNvPr id="738" name="Google Shape;738;p104"/>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739" name="Google Shape;739;p104"/>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10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9 - Exit Ticket">
  <p:cSld name="CUSTOM_6_2_1_1_1_1">
    <p:spTree>
      <p:nvGrpSpPr>
        <p:cNvPr id="740" name="Shape 740"/>
        <p:cNvGrpSpPr/>
        <p:nvPr/>
      </p:nvGrpSpPr>
      <p:grpSpPr>
        <a:xfrm>
          <a:off x="0" y="0"/>
          <a:ext cx="0" cy="0"/>
          <a:chOff x="0" y="0"/>
          <a:chExt cx="0" cy="0"/>
        </a:xfrm>
      </p:grpSpPr>
      <p:pic>
        <p:nvPicPr>
          <p:cNvPr id="741" name="Google Shape;741;p105"/>
          <p:cNvPicPr preferRelativeResize="0"/>
          <p:nvPr/>
        </p:nvPicPr>
        <p:blipFill rotWithShape="1">
          <a:blip r:embed="rId2">
            <a:alphaModFix/>
          </a:blip>
          <a:srcRect b="0" l="0" r="2248" t="69501"/>
          <a:stretch/>
        </p:blipFill>
        <p:spPr>
          <a:xfrm rot="10800000">
            <a:off x="-13874" y="4314577"/>
            <a:ext cx="2158724" cy="828923"/>
          </a:xfrm>
          <a:prstGeom prst="rect">
            <a:avLst/>
          </a:prstGeom>
          <a:noFill/>
          <a:ln>
            <a:noFill/>
          </a:ln>
        </p:spPr>
      </p:pic>
      <p:pic>
        <p:nvPicPr>
          <p:cNvPr id="742" name="Google Shape;742;p105"/>
          <p:cNvPicPr preferRelativeResize="0"/>
          <p:nvPr/>
        </p:nvPicPr>
        <p:blipFill rotWithShape="1">
          <a:blip r:embed="rId3">
            <a:alphaModFix/>
          </a:blip>
          <a:srcRect b="10675" l="33626" r="26315" t="71928"/>
          <a:stretch/>
        </p:blipFill>
        <p:spPr>
          <a:xfrm>
            <a:off x="0" y="4248650"/>
            <a:ext cx="2060400" cy="894850"/>
          </a:xfrm>
          <a:prstGeom prst="rect">
            <a:avLst/>
          </a:prstGeom>
          <a:noFill/>
          <a:ln>
            <a:noFill/>
          </a:ln>
        </p:spPr>
      </p:pic>
      <p:pic>
        <p:nvPicPr>
          <p:cNvPr id="743" name="Google Shape;743;p105"/>
          <p:cNvPicPr preferRelativeResize="0"/>
          <p:nvPr/>
        </p:nvPicPr>
        <p:blipFill>
          <a:blip r:embed="rId4">
            <a:alphaModFix/>
          </a:blip>
          <a:stretch>
            <a:fillRect/>
          </a:stretch>
        </p:blipFill>
        <p:spPr>
          <a:xfrm>
            <a:off x="452400" y="439975"/>
            <a:ext cx="654950" cy="654950"/>
          </a:xfrm>
          <a:prstGeom prst="rect">
            <a:avLst/>
          </a:prstGeom>
          <a:noFill/>
          <a:ln>
            <a:noFill/>
          </a:ln>
        </p:spPr>
      </p:pic>
      <p:sp>
        <p:nvSpPr>
          <p:cNvPr id="744" name="Google Shape;744;p105"/>
          <p:cNvSpPr txBox="1"/>
          <p:nvPr>
            <p:ph idx="1" type="subTitle"/>
          </p:nvPr>
        </p:nvSpPr>
        <p:spPr>
          <a:xfrm>
            <a:off x="7103500" y="551600"/>
            <a:ext cx="1617300" cy="431700"/>
          </a:xfrm>
          <a:prstGeom prst="rect">
            <a:avLst/>
          </a:prstGeom>
          <a:solidFill>
            <a:srgbClr val="E9F6FF"/>
          </a:solidFill>
          <a:ln cap="flat" cmpd="sng" w="152400">
            <a:solidFill>
              <a:srgbClr val="E9F6FF"/>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745" name="Google Shape;745;p105"/>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746" name="Google Shape;746;p105"/>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747" name="Google Shape;747;p105"/>
          <p:cNvSpPr txBox="1"/>
          <p:nvPr/>
        </p:nvSpPr>
        <p:spPr>
          <a:xfrm>
            <a:off x="1154000" y="440000"/>
            <a:ext cx="42393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Exit Ticket</a:t>
            </a:r>
            <a:endParaRPr/>
          </a:p>
        </p:txBody>
      </p:sp>
      <p:sp>
        <p:nvSpPr>
          <p:cNvPr id="748" name="Google Shape;748;p105"/>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749" name="Google Shape;749;p105"/>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10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4 - Waterfall">
  <p:cSld name="CUSTOM_6_2_1_1_1_1_1">
    <p:spTree>
      <p:nvGrpSpPr>
        <p:cNvPr id="750" name="Shape 750"/>
        <p:cNvGrpSpPr/>
        <p:nvPr/>
      </p:nvGrpSpPr>
      <p:grpSpPr>
        <a:xfrm>
          <a:off x="0" y="0"/>
          <a:ext cx="0" cy="0"/>
          <a:chOff x="0" y="0"/>
          <a:chExt cx="0" cy="0"/>
        </a:xfrm>
      </p:grpSpPr>
      <p:pic>
        <p:nvPicPr>
          <p:cNvPr id="751" name="Google Shape;751;p106"/>
          <p:cNvPicPr preferRelativeResize="0"/>
          <p:nvPr/>
        </p:nvPicPr>
        <p:blipFill>
          <a:blip r:embed="rId2">
            <a:alphaModFix/>
          </a:blip>
          <a:stretch>
            <a:fillRect/>
          </a:stretch>
        </p:blipFill>
        <p:spPr>
          <a:xfrm>
            <a:off x="7152175" y="4875550"/>
            <a:ext cx="1541202" cy="142200"/>
          </a:xfrm>
          <a:prstGeom prst="rect">
            <a:avLst/>
          </a:prstGeom>
          <a:noFill/>
          <a:ln>
            <a:noFill/>
          </a:ln>
        </p:spPr>
      </p:pic>
      <p:sp>
        <p:nvSpPr>
          <p:cNvPr id="752" name="Google Shape;752;p106"/>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753" name="Google Shape;753;p106"/>
          <p:cNvSpPr txBox="1"/>
          <p:nvPr/>
        </p:nvSpPr>
        <p:spPr>
          <a:xfrm>
            <a:off x="1270675" y="440000"/>
            <a:ext cx="42393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One Good Thing</a:t>
            </a:r>
            <a:endParaRPr/>
          </a:p>
        </p:txBody>
      </p:sp>
      <p:pic>
        <p:nvPicPr>
          <p:cNvPr id="754" name="Google Shape;754;p106"/>
          <p:cNvPicPr preferRelativeResize="0"/>
          <p:nvPr/>
        </p:nvPicPr>
        <p:blipFill>
          <a:blip r:embed="rId3">
            <a:alphaModFix/>
          </a:blip>
          <a:stretch>
            <a:fillRect/>
          </a:stretch>
        </p:blipFill>
        <p:spPr>
          <a:xfrm>
            <a:off x="499050" y="439975"/>
            <a:ext cx="654950" cy="654950"/>
          </a:xfrm>
          <a:prstGeom prst="rect">
            <a:avLst/>
          </a:prstGeom>
          <a:noFill/>
          <a:ln>
            <a:noFill/>
          </a:ln>
        </p:spPr>
      </p:pic>
      <p:sp>
        <p:nvSpPr>
          <p:cNvPr id="755" name="Google Shape;755;p106"/>
          <p:cNvSpPr txBox="1"/>
          <p:nvPr/>
        </p:nvSpPr>
        <p:spPr>
          <a:xfrm>
            <a:off x="1050100" y="1332050"/>
            <a:ext cx="7204800" cy="2678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latin typeface="Poppins"/>
                <a:ea typeface="Poppins"/>
                <a:cs typeface="Poppins"/>
                <a:sym typeface="Poppins"/>
              </a:rPr>
              <a:t>Let’s reflect on today’s session. </a:t>
            </a:r>
            <a:r>
              <a:rPr lang="en" sz="1800">
                <a:solidFill>
                  <a:schemeClr val="dk1"/>
                </a:solidFill>
                <a:latin typeface="Poppins"/>
                <a:ea typeface="Poppins"/>
                <a:cs typeface="Poppins"/>
                <a:sym typeface="Poppins"/>
              </a:rPr>
              <a:t>Maybe you got a question answered, overcame a specific coding challenge, or learned how to do something completely new! </a:t>
            </a:r>
            <a:endParaRPr sz="1800">
              <a:solidFill>
                <a:schemeClr val="dk1"/>
              </a:solidFill>
              <a:latin typeface="Poppins"/>
              <a:ea typeface="Poppins"/>
              <a:cs typeface="Poppins"/>
              <a:sym typeface="Poppins"/>
            </a:endParaRPr>
          </a:p>
          <a:p>
            <a:pPr indent="0" lvl="0" marL="0" rtl="0" algn="l">
              <a:spcBef>
                <a:spcPts val="0"/>
              </a:spcBef>
              <a:spcAft>
                <a:spcPts val="0"/>
              </a:spcAft>
              <a:buNone/>
            </a:pPr>
            <a:r>
              <a:t/>
            </a:r>
            <a:endParaRPr sz="1800">
              <a:latin typeface="Poppins"/>
              <a:ea typeface="Poppins"/>
              <a:cs typeface="Poppins"/>
              <a:sym typeface="Poppins"/>
            </a:endParaRPr>
          </a:p>
          <a:p>
            <a:pPr indent="0" lvl="0" marL="0" rtl="0" algn="l">
              <a:spcBef>
                <a:spcPts val="0"/>
              </a:spcBef>
              <a:spcAft>
                <a:spcPts val="0"/>
              </a:spcAft>
              <a:buNone/>
            </a:pPr>
            <a:r>
              <a:t/>
            </a:r>
            <a:endParaRPr sz="1800">
              <a:latin typeface="Poppins"/>
              <a:ea typeface="Poppins"/>
              <a:cs typeface="Poppins"/>
              <a:sym typeface="Poppins"/>
            </a:endParaRPr>
          </a:p>
          <a:p>
            <a:pPr indent="0" lvl="0" marL="0" rtl="0" algn="l">
              <a:spcBef>
                <a:spcPts val="0"/>
              </a:spcBef>
              <a:spcAft>
                <a:spcPts val="0"/>
              </a:spcAft>
              <a:buNone/>
            </a:pPr>
            <a:r>
              <a:rPr b="1" lang="en" sz="1800">
                <a:latin typeface="Poppins"/>
                <a:ea typeface="Poppins"/>
                <a:cs typeface="Poppins"/>
                <a:sym typeface="Poppins"/>
              </a:rPr>
              <a:t>In the chat, share at least one good thing you’ve learned or experienced during the session today. </a:t>
            </a:r>
            <a:endParaRPr b="1" sz="1800">
              <a:latin typeface="Poppins"/>
              <a:ea typeface="Poppins"/>
              <a:cs typeface="Poppins"/>
              <a:sym typeface="Poppins"/>
            </a:endParaRPr>
          </a:p>
          <a:p>
            <a:pPr indent="0" lvl="0" marL="0" rtl="0" algn="l">
              <a:spcBef>
                <a:spcPts val="0"/>
              </a:spcBef>
              <a:spcAft>
                <a:spcPts val="0"/>
              </a:spcAft>
              <a:buNone/>
            </a:pPr>
            <a:r>
              <a:t/>
            </a:r>
            <a:endParaRPr b="1" sz="1800">
              <a:latin typeface="Poppins"/>
              <a:ea typeface="Poppins"/>
              <a:cs typeface="Poppins"/>
              <a:sym typeface="Poppins"/>
            </a:endParaRPr>
          </a:p>
          <a:p>
            <a:pPr indent="0" lvl="0" marL="0" rtl="0" algn="l">
              <a:spcBef>
                <a:spcPts val="0"/>
              </a:spcBef>
              <a:spcAft>
                <a:spcPts val="0"/>
              </a:spcAft>
              <a:buNone/>
            </a:pPr>
            <a:r>
              <a:rPr lang="en" sz="1800">
                <a:latin typeface="Poppins"/>
                <a:ea typeface="Poppins"/>
                <a:cs typeface="Poppins"/>
                <a:sym typeface="Poppins"/>
              </a:rPr>
              <a:t>Let’s celebrate together!</a:t>
            </a:r>
            <a:endParaRPr sz="1800">
              <a:latin typeface="Poppins"/>
              <a:ea typeface="Poppins"/>
              <a:cs typeface="Poppins"/>
              <a:sym typeface="Poppins"/>
            </a:endParaRPr>
          </a:p>
        </p:txBody>
      </p:sp>
      <p:pic>
        <p:nvPicPr>
          <p:cNvPr id="756" name="Google Shape;756;p106"/>
          <p:cNvPicPr preferRelativeResize="0"/>
          <p:nvPr/>
        </p:nvPicPr>
        <p:blipFill>
          <a:blip r:embed="rId4">
            <a:alphaModFix/>
          </a:blip>
          <a:stretch>
            <a:fillRect/>
          </a:stretch>
        </p:blipFill>
        <p:spPr>
          <a:xfrm>
            <a:off x="4137575" y="3564500"/>
            <a:ext cx="654950" cy="654950"/>
          </a:xfrm>
          <a:prstGeom prst="rect">
            <a:avLst/>
          </a:prstGeom>
          <a:noFill/>
          <a:ln>
            <a:noFill/>
          </a:ln>
        </p:spPr>
      </p:pic>
    </p:spTree>
  </p:cSld>
  <p:clrMapOvr>
    <a:masterClrMapping/>
  </p:clrMapOvr>
</p:sldLayout>
</file>

<file path=ppt/slideLayouts/slideLayout10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 - Section Card">
  <p:cSld name="CUSTOM_2">
    <p:spTree>
      <p:nvGrpSpPr>
        <p:cNvPr id="757" name="Shape 757"/>
        <p:cNvGrpSpPr/>
        <p:nvPr/>
      </p:nvGrpSpPr>
      <p:grpSpPr>
        <a:xfrm>
          <a:off x="0" y="0"/>
          <a:ext cx="0" cy="0"/>
          <a:chOff x="0" y="0"/>
          <a:chExt cx="0" cy="0"/>
        </a:xfrm>
      </p:grpSpPr>
      <p:pic>
        <p:nvPicPr>
          <p:cNvPr descr="Divider1.png" id="758" name="Google Shape;758;p107"/>
          <p:cNvPicPr preferRelativeResize="0"/>
          <p:nvPr/>
        </p:nvPicPr>
        <p:blipFill rotWithShape="1">
          <a:blip r:embed="rId2">
            <a:alphaModFix/>
          </a:blip>
          <a:srcRect b="0" l="0" r="0" t="0"/>
          <a:stretch/>
        </p:blipFill>
        <p:spPr>
          <a:xfrm>
            <a:off x="0" y="0"/>
            <a:ext cx="9144002" cy="5143501"/>
          </a:xfrm>
          <a:prstGeom prst="rect">
            <a:avLst/>
          </a:prstGeom>
          <a:noFill/>
          <a:ln>
            <a:noFill/>
          </a:ln>
        </p:spPr>
      </p:pic>
      <p:sp>
        <p:nvSpPr>
          <p:cNvPr id="759" name="Google Shape;759;p107"/>
          <p:cNvSpPr txBox="1"/>
          <p:nvPr>
            <p:ph type="title"/>
          </p:nvPr>
        </p:nvSpPr>
        <p:spPr>
          <a:xfrm>
            <a:off x="884825" y="2317200"/>
            <a:ext cx="3157800" cy="509100"/>
          </a:xfrm>
          <a:prstGeom prst="rect">
            <a:avLst/>
          </a:prstGeom>
          <a:solidFill>
            <a:srgbClr val="1B1C57"/>
          </a:solidFill>
          <a:ln cap="flat" cmpd="sng" w="228600">
            <a:solidFill>
              <a:srgbClr val="1B1C57"/>
            </a:solidFill>
            <a:prstDash val="solid"/>
            <a:round/>
            <a:headEnd len="sm" w="sm" type="none"/>
            <a:tailEnd len="sm" w="sm" type="none"/>
          </a:ln>
        </p:spPr>
        <p:txBody>
          <a:bodyPr anchorCtr="0" anchor="ctr" bIns="91425" lIns="91425" spcFirstLastPara="1" rIns="91425" wrap="square" tIns="91425">
            <a:noAutofit/>
          </a:bodyPr>
          <a:lstStyle>
            <a:lvl1pPr lvl="0">
              <a:spcBef>
                <a:spcPts val="0"/>
              </a:spcBef>
              <a:spcAft>
                <a:spcPts val="0"/>
              </a:spcAft>
              <a:buClr>
                <a:schemeClr val="lt1"/>
              </a:buClr>
              <a:buSzPts val="3200"/>
              <a:buFont typeface="Space Mono"/>
              <a:buNone/>
              <a:defRPr sz="3200">
                <a:solidFill>
                  <a:schemeClr val="lt1"/>
                </a:solidFill>
                <a:latin typeface="Space Mono"/>
                <a:ea typeface="Space Mono"/>
                <a:cs typeface="Space Mono"/>
                <a:sym typeface="Space Mono"/>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760" name="Google Shape;760;p107"/>
          <p:cNvSpPr txBox="1"/>
          <p:nvPr>
            <p:ph idx="1" type="subTitle"/>
          </p:nvPr>
        </p:nvSpPr>
        <p:spPr>
          <a:xfrm>
            <a:off x="785650" y="1770100"/>
            <a:ext cx="4127100" cy="3882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spcBef>
                <a:spcPts val="0"/>
              </a:spcBef>
              <a:spcAft>
                <a:spcPts val="0"/>
              </a:spcAft>
              <a:buSzPts val="1400"/>
              <a:buFont typeface="Poppins"/>
              <a:buNone/>
              <a:defRPr>
                <a:latin typeface="Poppins"/>
                <a:ea typeface="Poppins"/>
                <a:cs typeface="Poppins"/>
                <a:sym typeface="Poppins"/>
              </a:defRPr>
            </a:lvl2pPr>
            <a:lvl3pPr lvl="2">
              <a:spcBef>
                <a:spcPts val="1600"/>
              </a:spcBef>
              <a:spcAft>
                <a:spcPts val="0"/>
              </a:spcAft>
              <a:buSzPts val="1400"/>
              <a:buFont typeface="Poppins"/>
              <a:buNone/>
              <a:defRPr>
                <a:latin typeface="Poppins"/>
                <a:ea typeface="Poppins"/>
                <a:cs typeface="Poppins"/>
                <a:sym typeface="Poppins"/>
              </a:defRPr>
            </a:lvl3pPr>
            <a:lvl4pPr lvl="3">
              <a:spcBef>
                <a:spcPts val="1600"/>
              </a:spcBef>
              <a:spcAft>
                <a:spcPts val="0"/>
              </a:spcAft>
              <a:buSzPts val="1400"/>
              <a:buFont typeface="Poppins"/>
              <a:buNone/>
              <a:defRPr>
                <a:latin typeface="Poppins"/>
                <a:ea typeface="Poppins"/>
                <a:cs typeface="Poppins"/>
                <a:sym typeface="Poppins"/>
              </a:defRPr>
            </a:lvl4pPr>
            <a:lvl5pPr lvl="4">
              <a:spcBef>
                <a:spcPts val="1600"/>
              </a:spcBef>
              <a:spcAft>
                <a:spcPts val="0"/>
              </a:spcAft>
              <a:buSzPts val="1400"/>
              <a:buFont typeface="Poppins"/>
              <a:buNone/>
              <a:defRPr>
                <a:latin typeface="Poppins"/>
                <a:ea typeface="Poppins"/>
                <a:cs typeface="Poppins"/>
                <a:sym typeface="Poppins"/>
              </a:defRPr>
            </a:lvl5pPr>
            <a:lvl6pPr lvl="5">
              <a:spcBef>
                <a:spcPts val="1600"/>
              </a:spcBef>
              <a:spcAft>
                <a:spcPts val="0"/>
              </a:spcAft>
              <a:buSzPts val="1400"/>
              <a:buFont typeface="Poppins"/>
              <a:buNone/>
              <a:defRPr>
                <a:latin typeface="Poppins"/>
                <a:ea typeface="Poppins"/>
                <a:cs typeface="Poppins"/>
                <a:sym typeface="Poppins"/>
              </a:defRPr>
            </a:lvl6pPr>
            <a:lvl7pPr lvl="6">
              <a:spcBef>
                <a:spcPts val="1600"/>
              </a:spcBef>
              <a:spcAft>
                <a:spcPts val="0"/>
              </a:spcAft>
              <a:buSzPts val="1400"/>
              <a:buFont typeface="Poppins"/>
              <a:buNone/>
              <a:defRPr>
                <a:latin typeface="Poppins"/>
                <a:ea typeface="Poppins"/>
                <a:cs typeface="Poppins"/>
                <a:sym typeface="Poppins"/>
              </a:defRPr>
            </a:lvl7pPr>
            <a:lvl8pPr lvl="7">
              <a:spcBef>
                <a:spcPts val="1600"/>
              </a:spcBef>
              <a:spcAft>
                <a:spcPts val="0"/>
              </a:spcAft>
              <a:buSzPts val="1400"/>
              <a:buFont typeface="Poppins"/>
              <a:buNone/>
              <a:defRPr>
                <a:latin typeface="Poppins"/>
                <a:ea typeface="Poppins"/>
                <a:cs typeface="Poppins"/>
                <a:sym typeface="Poppins"/>
              </a:defRPr>
            </a:lvl8pPr>
            <a:lvl9pPr lvl="8">
              <a:spcBef>
                <a:spcPts val="1600"/>
              </a:spcBef>
              <a:spcAft>
                <a:spcPts val="1600"/>
              </a:spcAft>
              <a:buSzPts val="1400"/>
              <a:buFont typeface="Poppins"/>
              <a:buNone/>
              <a:defRPr>
                <a:latin typeface="Poppins"/>
                <a:ea typeface="Poppins"/>
                <a:cs typeface="Poppins"/>
                <a:sym typeface="Poppins"/>
              </a:defRPr>
            </a:lvl9pPr>
          </a:lstStyle>
          <a:p/>
        </p:txBody>
      </p:sp>
    </p:spTree>
  </p:cSld>
  <p:clrMapOvr>
    <a:masterClrMapping/>
  </p:clrMapOvr>
</p:sldLayout>
</file>

<file path=ppt/slideLayouts/slideLayout10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1 - Main Idea">
  <p:cSld name="CUSTOM_5">
    <p:spTree>
      <p:nvGrpSpPr>
        <p:cNvPr id="761" name="Shape 761"/>
        <p:cNvGrpSpPr/>
        <p:nvPr/>
      </p:nvGrpSpPr>
      <p:grpSpPr>
        <a:xfrm>
          <a:off x="0" y="0"/>
          <a:ext cx="0" cy="0"/>
          <a:chOff x="0" y="0"/>
          <a:chExt cx="0" cy="0"/>
        </a:xfrm>
      </p:grpSpPr>
      <p:pic>
        <p:nvPicPr>
          <p:cNvPr id="762" name="Google Shape;762;p108"/>
          <p:cNvPicPr preferRelativeResize="0"/>
          <p:nvPr/>
        </p:nvPicPr>
        <p:blipFill rotWithShape="1">
          <a:blip r:embed="rId2">
            <a:alphaModFix/>
          </a:blip>
          <a:srcRect b="0" l="0" r="0" t="1225"/>
          <a:stretch/>
        </p:blipFill>
        <p:spPr>
          <a:xfrm>
            <a:off x="0" y="0"/>
            <a:ext cx="9144000" cy="5143500"/>
          </a:xfrm>
          <a:prstGeom prst="rect">
            <a:avLst/>
          </a:prstGeom>
          <a:noFill/>
          <a:ln>
            <a:noFill/>
          </a:ln>
        </p:spPr>
      </p:pic>
      <p:pic>
        <p:nvPicPr>
          <p:cNvPr id="763" name="Google Shape;763;p108"/>
          <p:cNvPicPr preferRelativeResize="0"/>
          <p:nvPr/>
        </p:nvPicPr>
        <p:blipFill>
          <a:blip r:embed="rId3">
            <a:alphaModFix/>
          </a:blip>
          <a:stretch>
            <a:fillRect/>
          </a:stretch>
        </p:blipFill>
        <p:spPr>
          <a:xfrm>
            <a:off x="539025" y="474201"/>
            <a:ext cx="3657599" cy="3657599"/>
          </a:xfrm>
          <a:prstGeom prst="rect">
            <a:avLst/>
          </a:prstGeom>
          <a:noFill/>
          <a:ln>
            <a:noFill/>
          </a:ln>
        </p:spPr>
      </p:pic>
      <p:sp>
        <p:nvSpPr>
          <p:cNvPr id="764" name="Google Shape;764;p108"/>
          <p:cNvSpPr/>
          <p:nvPr/>
        </p:nvSpPr>
        <p:spPr>
          <a:xfrm>
            <a:off x="1071950" y="892850"/>
            <a:ext cx="5283900" cy="2820300"/>
          </a:xfrm>
          <a:prstGeom prst="roundRect">
            <a:avLst>
              <a:gd fmla="val 16667" name="adj"/>
            </a:avLst>
          </a:prstGeom>
          <a:solidFill>
            <a:srgbClr val="1B1C5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5" name="Google Shape;765;p108"/>
          <p:cNvSpPr txBox="1"/>
          <p:nvPr>
            <p:ph type="title"/>
          </p:nvPr>
        </p:nvSpPr>
        <p:spPr>
          <a:xfrm>
            <a:off x="1071950" y="892850"/>
            <a:ext cx="5283900" cy="2820300"/>
          </a:xfrm>
          <a:prstGeom prst="rect">
            <a:avLst/>
          </a:prstGeom>
        </p:spPr>
        <p:txBody>
          <a:bodyPr anchorCtr="0" anchor="ctr" bIns="91425" lIns="274300" spcFirstLastPara="1" rIns="274300" wrap="square" tIns="91425">
            <a:noAutofit/>
          </a:bodyPr>
          <a:lstStyle>
            <a:lvl1pPr lvl="0">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1pPr>
            <a:lvl2pPr lvl="1">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2pPr>
            <a:lvl3pPr lvl="2">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3pPr>
            <a:lvl4pPr lvl="3">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4pPr>
            <a:lvl5pPr lvl="4">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5pPr>
            <a:lvl6pPr lvl="5">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6pPr>
            <a:lvl7pPr lvl="6">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7pPr>
            <a:lvl8pPr lvl="7">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8pPr>
            <a:lvl9pPr lvl="8">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9pPr>
          </a:lstStyle>
          <a:p/>
        </p:txBody>
      </p:sp>
    </p:spTree>
  </p:cSld>
  <p:clrMapOvr>
    <a:masterClrMapping/>
  </p:clrMapOvr>
</p:sldLayout>
</file>

<file path=ppt/slideLayouts/slideLayout10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2 - Background Card">
  <p:cSld name="CUSTOM_5_1">
    <p:spTree>
      <p:nvGrpSpPr>
        <p:cNvPr id="766" name="Shape 766"/>
        <p:cNvGrpSpPr/>
        <p:nvPr/>
      </p:nvGrpSpPr>
      <p:grpSpPr>
        <a:xfrm>
          <a:off x="0" y="0"/>
          <a:ext cx="0" cy="0"/>
          <a:chOff x="0" y="0"/>
          <a:chExt cx="0" cy="0"/>
        </a:xfrm>
      </p:grpSpPr>
      <p:pic>
        <p:nvPicPr>
          <p:cNvPr id="767" name="Google Shape;767;p109"/>
          <p:cNvPicPr preferRelativeResize="0"/>
          <p:nvPr/>
        </p:nvPicPr>
        <p:blipFill rotWithShape="1">
          <a:blip r:embed="rId2">
            <a:alphaModFix/>
          </a:blip>
          <a:srcRect b="29727" l="20060" r="22063" t="37150"/>
          <a:stretch/>
        </p:blipFill>
        <p:spPr>
          <a:xfrm>
            <a:off x="0" y="0"/>
            <a:ext cx="9144003" cy="5143502"/>
          </a:xfrm>
          <a:prstGeom prst="rect">
            <a:avLst/>
          </a:prstGeom>
          <a:noFill/>
          <a:ln>
            <a:noFill/>
          </a:ln>
        </p:spPr>
      </p:pic>
    </p:spTree>
  </p:cSld>
  <p:clrMapOvr>
    <a:masterClrMapping/>
  </p:clrMapOvr>
</p:sldLayout>
</file>

<file path=ppt/slideLayouts/slideLayout10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type="blank">
  <p:cSld name="BLANK">
    <p:spTree>
      <p:nvGrpSpPr>
        <p:cNvPr id="768" name="Shape 768"/>
        <p:cNvGrpSpPr/>
        <p:nvPr/>
      </p:nvGrpSpPr>
      <p:grpSpPr>
        <a:xfrm>
          <a:off x="0" y="0"/>
          <a:ext cx="0" cy="0"/>
          <a:chOff x="0" y="0"/>
          <a:chExt cx="0" cy="0"/>
        </a:xfrm>
      </p:grpSpPr>
    </p:spTree>
  </p:cSld>
  <p:clrMapOvr>
    <a:masterClrMapping/>
  </p:clrMapOvr>
</p:sldLayout>
</file>

<file path=ppt/slideLayouts/slideLayout10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3 - Glows &amp; Grows">
  <p:cSld name="CUSTOM_1_1_1_2">
    <p:spTree>
      <p:nvGrpSpPr>
        <p:cNvPr id="769" name="Shape 769"/>
        <p:cNvGrpSpPr/>
        <p:nvPr/>
      </p:nvGrpSpPr>
      <p:grpSpPr>
        <a:xfrm>
          <a:off x="0" y="0"/>
          <a:ext cx="0" cy="0"/>
          <a:chOff x="0" y="0"/>
          <a:chExt cx="0" cy="0"/>
        </a:xfrm>
      </p:grpSpPr>
      <p:grpSp>
        <p:nvGrpSpPr>
          <p:cNvPr id="770" name="Google Shape;770;p111"/>
          <p:cNvGrpSpPr/>
          <p:nvPr/>
        </p:nvGrpSpPr>
        <p:grpSpPr>
          <a:xfrm>
            <a:off x="6262100" y="-3850"/>
            <a:ext cx="2886900" cy="485125"/>
            <a:chOff x="6262100" y="-3850"/>
            <a:chExt cx="2886900" cy="485125"/>
          </a:xfrm>
        </p:grpSpPr>
        <p:pic>
          <p:nvPicPr>
            <p:cNvPr descr="1.png" id="771" name="Google Shape;771;p111"/>
            <p:cNvPicPr preferRelativeResize="0"/>
            <p:nvPr/>
          </p:nvPicPr>
          <p:blipFill rotWithShape="1">
            <a:blip r:embed="rId2">
              <a:alphaModFix/>
            </a:blip>
            <a:srcRect b="88506" l="21895" r="16532" t="0"/>
            <a:stretch/>
          </p:blipFill>
          <p:spPr>
            <a:xfrm rot="10800000">
              <a:off x="6539872" y="1"/>
              <a:ext cx="2609128" cy="481274"/>
            </a:xfrm>
            <a:prstGeom prst="rect">
              <a:avLst/>
            </a:prstGeom>
            <a:noFill/>
            <a:ln>
              <a:noFill/>
            </a:ln>
          </p:spPr>
        </p:pic>
        <p:pic>
          <p:nvPicPr>
            <p:cNvPr descr="Image" id="772" name="Google Shape;772;p111"/>
            <p:cNvPicPr preferRelativeResize="0"/>
            <p:nvPr/>
          </p:nvPicPr>
          <p:blipFill rotWithShape="1">
            <a:blip r:embed="rId3">
              <a:alphaModFix/>
            </a:blip>
            <a:srcRect b="54291" l="0" r="0" t="36404"/>
            <a:stretch/>
          </p:blipFill>
          <p:spPr>
            <a:xfrm>
              <a:off x="6262100" y="-3850"/>
              <a:ext cx="1898600" cy="176650"/>
            </a:xfrm>
            <a:prstGeom prst="rect">
              <a:avLst/>
            </a:prstGeom>
            <a:noFill/>
            <a:ln>
              <a:noFill/>
            </a:ln>
          </p:spPr>
        </p:pic>
      </p:grpSp>
      <p:pic>
        <p:nvPicPr>
          <p:cNvPr descr="1.png" id="773" name="Google Shape;773;p111"/>
          <p:cNvPicPr preferRelativeResize="0"/>
          <p:nvPr/>
        </p:nvPicPr>
        <p:blipFill rotWithShape="1">
          <a:blip r:embed="rId2">
            <a:alphaModFix/>
          </a:blip>
          <a:srcRect b="0" l="29746" r="0" t="86858"/>
          <a:stretch/>
        </p:blipFill>
        <p:spPr>
          <a:xfrm rot="-5400000">
            <a:off x="-1232301" y="3379801"/>
            <a:ext cx="2977026" cy="550273"/>
          </a:xfrm>
          <a:prstGeom prst="rect">
            <a:avLst/>
          </a:prstGeom>
          <a:noFill/>
          <a:ln>
            <a:noFill/>
          </a:ln>
        </p:spPr>
      </p:pic>
      <p:pic>
        <p:nvPicPr>
          <p:cNvPr descr="Image" id="774" name="Google Shape;774;p111"/>
          <p:cNvPicPr preferRelativeResize="0"/>
          <p:nvPr/>
        </p:nvPicPr>
        <p:blipFill rotWithShape="1">
          <a:blip r:embed="rId3">
            <a:alphaModFix/>
          </a:blip>
          <a:srcRect b="0" l="73812" r="0" t="0"/>
          <a:stretch/>
        </p:blipFill>
        <p:spPr>
          <a:xfrm>
            <a:off x="6" y="2067125"/>
            <a:ext cx="497200" cy="1898600"/>
          </a:xfrm>
          <a:prstGeom prst="rect">
            <a:avLst/>
          </a:prstGeom>
          <a:noFill/>
          <a:ln>
            <a:noFill/>
          </a:ln>
        </p:spPr>
      </p:pic>
      <p:pic>
        <p:nvPicPr>
          <p:cNvPr id="775" name="Google Shape;775;p111"/>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776" name="Google Shape;776;p111"/>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777" name="Google Shape;777;p111"/>
          <p:cNvSpPr txBox="1"/>
          <p:nvPr/>
        </p:nvSpPr>
        <p:spPr>
          <a:xfrm>
            <a:off x="1034475" y="1532576"/>
            <a:ext cx="3269400" cy="2976900"/>
          </a:xfrm>
          <a:prstGeom prst="rect">
            <a:avLst/>
          </a:prstGeom>
          <a:solidFill>
            <a:srgbClr val="FFEEFF"/>
          </a:solidFill>
          <a:ln cap="flat" cmpd="sng" w="152400">
            <a:solidFill>
              <a:srgbClr val="FFEEFF"/>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b="1" sz="1800">
              <a:latin typeface="Poppins"/>
              <a:ea typeface="Poppins"/>
              <a:cs typeface="Poppins"/>
              <a:sym typeface="Poppins"/>
            </a:endParaRPr>
          </a:p>
          <a:p>
            <a:pPr indent="0" lvl="0" marL="0" rtl="0" algn="ctr">
              <a:spcBef>
                <a:spcPts val="0"/>
              </a:spcBef>
              <a:spcAft>
                <a:spcPts val="1000"/>
              </a:spcAft>
              <a:buNone/>
            </a:pPr>
            <a:r>
              <a:rPr b="1" lang="en" sz="1800">
                <a:latin typeface="Poppins"/>
                <a:ea typeface="Poppins"/>
                <a:cs typeface="Poppins"/>
                <a:sym typeface="Poppins"/>
              </a:rPr>
              <a:t>Glows</a:t>
            </a:r>
            <a:endParaRPr sz="1800">
              <a:latin typeface="Poppins"/>
              <a:ea typeface="Poppins"/>
              <a:cs typeface="Poppins"/>
              <a:sym typeface="Poppins"/>
            </a:endParaRPr>
          </a:p>
        </p:txBody>
      </p:sp>
      <p:sp>
        <p:nvSpPr>
          <p:cNvPr id="778" name="Google Shape;778;p111"/>
          <p:cNvSpPr txBox="1"/>
          <p:nvPr/>
        </p:nvSpPr>
        <p:spPr>
          <a:xfrm>
            <a:off x="4840125" y="1532578"/>
            <a:ext cx="3269400" cy="2976900"/>
          </a:xfrm>
          <a:prstGeom prst="rect">
            <a:avLst/>
          </a:prstGeom>
          <a:solidFill>
            <a:srgbClr val="D7FFEE"/>
          </a:solidFill>
          <a:ln cap="flat" cmpd="sng" w="152400">
            <a:solidFill>
              <a:srgbClr val="D7FFEE"/>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b="1" sz="1800">
              <a:latin typeface="Poppins"/>
              <a:ea typeface="Poppins"/>
              <a:cs typeface="Poppins"/>
              <a:sym typeface="Poppins"/>
            </a:endParaRPr>
          </a:p>
          <a:p>
            <a:pPr indent="0" lvl="0" marL="0" rtl="0" algn="ctr">
              <a:spcBef>
                <a:spcPts val="0"/>
              </a:spcBef>
              <a:spcAft>
                <a:spcPts val="1000"/>
              </a:spcAft>
              <a:buNone/>
            </a:pPr>
            <a:r>
              <a:rPr b="1" lang="en" sz="1800">
                <a:latin typeface="Poppins"/>
                <a:ea typeface="Poppins"/>
                <a:cs typeface="Poppins"/>
                <a:sym typeface="Poppins"/>
              </a:rPr>
              <a:t>Grows</a:t>
            </a:r>
            <a:endParaRPr sz="1800">
              <a:latin typeface="Poppins"/>
              <a:ea typeface="Poppins"/>
              <a:cs typeface="Poppins"/>
              <a:sym typeface="Poppins"/>
            </a:endParaRPr>
          </a:p>
        </p:txBody>
      </p:sp>
      <p:pic>
        <p:nvPicPr>
          <p:cNvPr id="779" name="Google Shape;779;p111"/>
          <p:cNvPicPr preferRelativeResize="0"/>
          <p:nvPr/>
        </p:nvPicPr>
        <p:blipFill>
          <a:blip r:embed="rId5">
            <a:alphaModFix/>
          </a:blip>
          <a:stretch>
            <a:fillRect/>
          </a:stretch>
        </p:blipFill>
        <p:spPr>
          <a:xfrm>
            <a:off x="2341525" y="1080163"/>
            <a:ext cx="655300" cy="655300"/>
          </a:xfrm>
          <a:prstGeom prst="rect">
            <a:avLst/>
          </a:prstGeom>
          <a:noFill/>
          <a:ln>
            <a:noFill/>
          </a:ln>
        </p:spPr>
      </p:pic>
      <p:pic>
        <p:nvPicPr>
          <p:cNvPr id="780" name="Google Shape;780;p111"/>
          <p:cNvPicPr preferRelativeResize="0"/>
          <p:nvPr/>
        </p:nvPicPr>
        <p:blipFill>
          <a:blip r:embed="rId6">
            <a:alphaModFix/>
          </a:blip>
          <a:stretch>
            <a:fillRect/>
          </a:stretch>
        </p:blipFill>
        <p:spPr>
          <a:xfrm>
            <a:off x="6147175" y="1080162"/>
            <a:ext cx="655300" cy="655300"/>
          </a:xfrm>
          <a:prstGeom prst="rect">
            <a:avLst/>
          </a:prstGeom>
          <a:noFill/>
          <a:ln>
            <a:noFill/>
          </a:ln>
        </p:spPr>
      </p:pic>
      <p:sp>
        <p:nvSpPr>
          <p:cNvPr id="781" name="Google Shape;781;p111"/>
          <p:cNvSpPr txBox="1"/>
          <p:nvPr/>
        </p:nvSpPr>
        <p:spPr>
          <a:xfrm>
            <a:off x="452400" y="481263"/>
            <a:ext cx="8239200" cy="572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400">
                <a:latin typeface="Space Mono"/>
                <a:ea typeface="Space Mono"/>
                <a:cs typeface="Space Mono"/>
                <a:sym typeface="Space Mono"/>
              </a:rPr>
              <a:t>Your Feedback</a:t>
            </a:r>
            <a:endParaRPr b="1" sz="2400">
              <a:solidFill>
                <a:srgbClr val="000000"/>
              </a:solidFill>
              <a:latin typeface="Space Mono"/>
              <a:ea typeface="Space Mono"/>
              <a:cs typeface="Space Mono"/>
              <a:sym typeface="Space Mono"/>
            </a:endParaRPr>
          </a:p>
        </p:txBody>
      </p:sp>
      <p:sp>
        <p:nvSpPr>
          <p:cNvPr id="782" name="Google Shape;782;p111"/>
          <p:cNvSpPr txBox="1"/>
          <p:nvPr>
            <p:ph idx="1" type="subTitle"/>
          </p:nvPr>
        </p:nvSpPr>
        <p:spPr>
          <a:xfrm>
            <a:off x="1182525" y="2247950"/>
            <a:ext cx="2967300" cy="21897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spcBef>
                <a:spcPts val="1600"/>
              </a:spcBef>
              <a:spcAft>
                <a:spcPts val="1600"/>
              </a:spcAft>
              <a:buClr>
                <a:schemeClr val="dk1"/>
              </a:buClr>
              <a:buSzPts val="1800"/>
              <a:buFont typeface="Poppins"/>
              <a:buNone/>
              <a:defRPr sz="1800">
                <a:solidFill>
                  <a:schemeClr val="dk1"/>
                </a:solidFill>
                <a:latin typeface="Poppins"/>
                <a:ea typeface="Poppins"/>
                <a:cs typeface="Poppins"/>
                <a:sym typeface="Poppins"/>
              </a:defRPr>
            </a:lvl9pPr>
          </a:lstStyle>
          <a:p/>
        </p:txBody>
      </p:sp>
      <p:sp>
        <p:nvSpPr>
          <p:cNvPr id="783" name="Google Shape;783;p111"/>
          <p:cNvSpPr txBox="1"/>
          <p:nvPr>
            <p:ph idx="2" type="subTitle"/>
          </p:nvPr>
        </p:nvSpPr>
        <p:spPr>
          <a:xfrm>
            <a:off x="4991175" y="2247950"/>
            <a:ext cx="2967300" cy="21897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spcBef>
                <a:spcPts val="1600"/>
              </a:spcBef>
              <a:spcAft>
                <a:spcPts val="1600"/>
              </a:spcAft>
              <a:buClr>
                <a:schemeClr val="dk1"/>
              </a:buClr>
              <a:buSzPts val="1800"/>
              <a:buFont typeface="Poppins"/>
              <a:buNone/>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10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structor Intro">
  <p:cSld name="CUSTOM_6_2_1_1_1_2_1">
    <p:spTree>
      <p:nvGrpSpPr>
        <p:cNvPr id="784" name="Shape 784"/>
        <p:cNvGrpSpPr/>
        <p:nvPr/>
      </p:nvGrpSpPr>
      <p:grpSpPr>
        <a:xfrm>
          <a:off x="0" y="0"/>
          <a:ext cx="0" cy="0"/>
          <a:chOff x="0" y="0"/>
          <a:chExt cx="0" cy="0"/>
        </a:xfrm>
      </p:grpSpPr>
      <p:pic>
        <p:nvPicPr>
          <p:cNvPr id="785" name="Google Shape;785;p112"/>
          <p:cNvPicPr preferRelativeResize="0"/>
          <p:nvPr/>
        </p:nvPicPr>
        <p:blipFill rotWithShape="1">
          <a:blip r:embed="rId2">
            <a:alphaModFix/>
          </a:blip>
          <a:srcRect b="74121" l="54584" r="17188" t="10928"/>
          <a:stretch/>
        </p:blipFill>
        <p:spPr>
          <a:xfrm>
            <a:off x="0" y="4089375"/>
            <a:ext cx="2024750" cy="1054123"/>
          </a:xfrm>
          <a:prstGeom prst="rect">
            <a:avLst/>
          </a:prstGeom>
          <a:noFill/>
          <a:ln>
            <a:noFill/>
          </a:ln>
        </p:spPr>
      </p:pic>
      <p:pic>
        <p:nvPicPr>
          <p:cNvPr id="786" name="Google Shape;786;p112"/>
          <p:cNvPicPr preferRelativeResize="0"/>
          <p:nvPr/>
        </p:nvPicPr>
        <p:blipFill rotWithShape="1">
          <a:blip r:embed="rId3">
            <a:alphaModFix/>
          </a:blip>
          <a:srcRect b="10675" l="33626" r="26315" t="71928"/>
          <a:stretch/>
        </p:blipFill>
        <p:spPr>
          <a:xfrm>
            <a:off x="0" y="4192550"/>
            <a:ext cx="2189575" cy="950951"/>
          </a:xfrm>
          <a:prstGeom prst="rect">
            <a:avLst/>
          </a:prstGeom>
          <a:noFill/>
          <a:ln>
            <a:noFill/>
          </a:ln>
        </p:spPr>
      </p:pic>
      <p:pic>
        <p:nvPicPr>
          <p:cNvPr id="787" name="Google Shape;787;p112"/>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788" name="Google Shape;788;p112"/>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789" name="Google Shape;789;p112"/>
          <p:cNvSpPr txBox="1"/>
          <p:nvPr/>
        </p:nvSpPr>
        <p:spPr>
          <a:xfrm>
            <a:off x="565375" y="333100"/>
            <a:ext cx="5005800" cy="408000"/>
          </a:xfrm>
          <a:prstGeom prst="rect">
            <a:avLst/>
          </a:prstGeom>
          <a:noFill/>
          <a:ln>
            <a:noFill/>
          </a:ln>
        </p:spPr>
        <p:txBody>
          <a:bodyPr anchorCtr="0" anchor="t" bIns="19050" lIns="19050" spcFirstLastPara="1" rIns="19050" wrap="square" tIns="19050">
            <a:noAutofit/>
          </a:bodyPr>
          <a:lstStyle/>
          <a:p>
            <a:pPr indent="0" lvl="0" marL="0" rtl="0" algn="l">
              <a:spcBef>
                <a:spcPts val="0"/>
              </a:spcBef>
              <a:spcAft>
                <a:spcPts val="0"/>
              </a:spcAft>
              <a:buClr>
                <a:schemeClr val="dk1"/>
              </a:buClr>
              <a:buSzPts val="1100"/>
              <a:buFont typeface="Arial"/>
              <a:buNone/>
            </a:pPr>
            <a:r>
              <a:rPr b="1" lang="en" sz="2400">
                <a:solidFill>
                  <a:schemeClr val="dk1"/>
                </a:solidFill>
                <a:latin typeface="Space Mono"/>
                <a:ea typeface="Space Mono"/>
                <a:cs typeface="Space Mono"/>
                <a:sym typeface="Space Mono"/>
              </a:rPr>
              <a:t>Meet the Instructor</a:t>
            </a:r>
            <a:endParaRPr sz="2600">
              <a:solidFill>
                <a:srgbClr val="05103E"/>
              </a:solidFill>
              <a:latin typeface="Space Mono"/>
              <a:ea typeface="Space Mono"/>
              <a:cs typeface="Space Mono"/>
              <a:sym typeface="Space Mono"/>
            </a:endParaRPr>
          </a:p>
        </p:txBody>
      </p:sp>
      <p:sp>
        <p:nvSpPr>
          <p:cNvPr id="790" name="Google Shape;790;p112"/>
          <p:cNvSpPr/>
          <p:nvPr>
            <p:ph idx="2" type="pic"/>
          </p:nvPr>
        </p:nvSpPr>
        <p:spPr>
          <a:xfrm>
            <a:off x="592550" y="1010825"/>
            <a:ext cx="2579400" cy="2289000"/>
          </a:xfrm>
          <a:prstGeom prst="roundRect">
            <a:avLst>
              <a:gd fmla="val 7884" name="adj"/>
            </a:avLst>
          </a:prstGeom>
          <a:noFill/>
          <a:ln cap="flat" cmpd="sng" w="28575">
            <a:solidFill>
              <a:srgbClr val="00C384"/>
            </a:solidFill>
            <a:prstDash val="solid"/>
            <a:round/>
            <a:headEnd len="sm" w="sm" type="none"/>
            <a:tailEnd len="sm" w="sm" type="none"/>
          </a:ln>
        </p:spPr>
      </p:sp>
    </p:spTree>
  </p:cSld>
  <p:clrMapOvr>
    <a:masterClrMapping/>
  </p:clrMapOvr>
</p:sldLayout>
</file>

<file path=ppt/slideLayouts/slideLayout10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0 - Blank">
  <p:cSld name="TITLE_AND_BODY_1">
    <p:spTree>
      <p:nvGrpSpPr>
        <p:cNvPr id="794" name="Shape 794"/>
        <p:cNvGrpSpPr/>
        <p:nvPr/>
      </p:nvGrpSpPr>
      <p:grpSpPr>
        <a:xfrm>
          <a:off x="0" y="0"/>
          <a:ext cx="0" cy="0"/>
          <a:chOff x="0" y="0"/>
          <a:chExt cx="0" cy="0"/>
        </a:xfrm>
      </p:grpSpPr>
      <p:pic>
        <p:nvPicPr>
          <p:cNvPr id="795" name="Google Shape;795;p114"/>
          <p:cNvPicPr preferRelativeResize="0"/>
          <p:nvPr/>
        </p:nvPicPr>
        <p:blipFill>
          <a:blip r:embed="rId2">
            <a:alphaModFix/>
          </a:blip>
          <a:stretch>
            <a:fillRect/>
          </a:stretch>
        </p:blipFill>
        <p:spPr>
          <a:xfrm>
            <a:off x="7152175" y="4875550"/>
            <a:ext cx="1541202" cy="142200"/>
          </a:xfrm>
          <a:prstGeom prst="rect">
            <a:avLst/>
          </a:prstGeom>
          <a:noFill/>
          <a:ln>
            <a:noFill/>
          </a:ln>
        </p:spPr>
      </p:pic>
      <p:sp>
        <p:nvSpPr>
          <p:cNvPr id="796" name="Google Shape;796;p114"/>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1 - Frame">
  <p:cSld name="TITLE_AND_BODY_1_1">
    <p:spTree>
      <p:nvGrpSpPr>
        <p:cNvPr id="797" name="Shape 797"/>
        <p:cNvGrpSpPr/>
        <p:nvPr/>
      </p:nvGrpSpPr>
      <p:grpSpPr>
        <a:xfrm>
          <a:off x="0" y="0"/>
          <a:ext cx="0" cy="0"/>
          <a:chOff x="0" y="0"/>
          <a:chExt cx="0" cy="0"/>
        </a:xfrm>
      </p:grpSpPr>
      <p:pic>
        <p:nvPicPr>
          <p:cNvPr id="798" name="Google Shape;798;p115"/>
          <p:cNvPicPr preferRelativeResize="0"/>
          <p:nvPr/>
        </p:nvPicPr>
        <p:blipFill rotWithShape="1">
          <a:blip r:embed="rId2">
            <a:alphaModFix/>
          </a:blip>
          <a:srcRect b="29727" l="20060" r="22063" t="37150"/>
          <a:stretch/>
        </p:blipFill>
        <p:spPr>
          <a:xfrm>
            <a:off x="0" y="0"/>
            <a:ext cx="9144003" cy="5143502"/>
          </a:xfrm>
          <a:prstGeom prst="rect">
            <a:avLst/>
          </a:prstGeom>
          <a:noFill/>
          <a:ln>
            <a:noFill/>
          </a:ln>
        </p:spPr>
      </p:pic>
      <p:pic>
        <p:nvPicPr>
          <p:cNvPr id="799" name="Google Shape;799;p115"/>
          <p:cNvPicPr preferRelativeResize="0"/>
          <p:nvPr/>
        </p:nvPicPr>
        <p:blipFill rotWithShape="1">
          <a:blip r:embed="rId3">
            <a:alphaModFix/>
          </a:blip>
          <a:srcRect b="19849" l="3049" r="3720" t="15220"/>
          <a:stretch/>
        </p:blipFill>
        <p:spPr>
          <a:xfrm>
            <a:off x="7152175" y="4819704"/>
            <a:ext cx="1541199" cy="253883"/>
          </a:xfrm>
          <a:prstGeom prst="rect">
            <a:avLst/>
          </a:prstGeom>
          <a:noFill/>
          <a:ln>
            <a:noFill/>
          </a:ln>
        </p:spPr>
      </p:pic>
      <p:sp>
        <p:nvSpPr>
          <p:cNvPr id="800" name="Google Shape;800;p115"/>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801" name="Google Shape;801;p115"/>
          <p:cNvSpPr/>
          <p:nvPr/>
        </p:nvSpPr>
        <p:spPr>
          <a:xfrm>
            <a:off x="352350" y="390450"/>
            <a:ext cx="8439300" cy="43626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2 - Title Card">
  <p:cSld name="CUSTOM">
    <p:spTree>
      <p:nvGrpSpPr>
        <p:cNvPr id="802" name="Shape 802"/>
        <p:cNvGrpSpPr/>
        <p:nvPr/>
      </p:nvGrpSpPr>
      <p:grpSpPr>
        <a:xfrm>
          <a:off x="0" y="0"/>
          <a:ext cx="0" cy="0"/>
          <a:chOff x="0" y="0"/>
          <a:chExt cx="0" cy="0"/>
        </a:xfrm>
      </p:grpSpPr>
      <p:pic>
        <p:nvPicPr>
          <p:cNvPr descr="Divider4.png" id="803" name="Google Shape;803;p116"/>
          <p:cNvPicPr preferRelativeResize="0"/>
          <p:nvPr/>
        </p:nvPicPr>
        <p:blipFill rotWithShape="1">
          <a:blip r:embed="rId2">
            <a:alphaModFix/>
          </a:blip>
          <a:srcRect b="0" l="0" r="0" t="0"/>
          <a:stretch/>
        </p:blipFill>
        <p:spPr>
          <a:xfrm>
            <a:off x="0" y="0"/>
            <a:ext cx="9144002" cy="5143501"/>
          </a:xfrm>
          <a:prstGeom prst="rect">
            <a:avLst/>
          </a:prstGeom>
          <a:noFill/>
          <a:ln>
            <a:noFill/>
          </a:ln>
        </p:spPr>
      </p:pic>
      <p:pic>
        <p:nvPicPr>
          <p:cNvPr id="804" name="Google Shape;804;p116"/>
          <p:cNvPicPr preferRelativeResize="0"/>
          <p:nvPr/>
        </p:nvPicPr>
        <p:blipFill>
          <a:blip r:embed="rId3">
            <a:alphaModFix/>
          </a:blip>
          <a:stretch>
            <a:fillRect/>
          </a:stretch>
        </p:blipFill>
        <p:spPr>
          <a:xfrm>
            <a:off x="1037765" y="1310001"/>
            <a:ext cx="1717224" cy="1720450"/>
          </a:xfrm>
          <a:prstGeom prst="rect">
            <a:avLst/>
          </a:prstGeom>
          <a:noFill/>
          <a:ln>
            <a:noFill/>
          </a:ln>
        </p:spPr>
      </p:pic>
      <p:pic>
        <p:nvPicPr>
          <p:cNvPr id="805" name="Google Shape;805;p116"/>
          <p:cNvPicPr preferRelativeResize="0"/>
          <p:nvPr/>
        </p:nvPicPr>
        <p:blipFill>
          <a:blip r:embed="rId4">
            <a:alphaModFix/>
          </a:blip>
          <a:stretch>
            <a:fillRect/>
          </a:stretch>
        </p:blipFill>
        <p:spPr>
          <a:xfrm>
            <a:off x="5781725" y="106625"/>
            <a:ext cx="3208724" cy="759025"/>
          </a:xfrm>
          <a:prstGeom prst="rect">
            <a:avLst/>
          </a:prstGeom>
          <a:noFill/>
          <a:ln>
            <a:noFill/>
          </a:ln>
        </p:spPr>
      </p:pic>
      <p:sp>
        <p:nvSpPr>
          <p:cNvPr id="806" name="Google Shape;806;p116"/>
          <p:cNvSpPr txBox="1"/>
          <p:nvPr>
            <p:ph type="title"/>
          </p:nvPr>
        </p:nvSpPr>
        <p:spPr>
          <a:xfrm>
            <a:off x="1628200" y="1807975"/>
            <a:ext cx="5887800" cy="724500"/>
          </a:xfrm>
          <a:prstGeom prst="rect">
            <a:avLst/>
          </a:prstGeom>
          <a:solidFill>
            <a:schemeClr val="lt1"/>
          </a:solidFill>
          <a:ln cap="flat" cmpd="sng" w="22860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ctr">
              <a:spcBef>
                <a:spcPts val="0"/>
              </a:spcBef>
              <a:spcAft>
                <a:spcPts val="0"/>
              </a:spcAft>
              <a:buSzPts val="5500"/>
              <a:buFont typeface="Space Mono"/>
              <a:buNone/>
              <a:defRPr sz="5500">
                <a:latin typeface="Space Mono"/>
                <a:ea typeface="Space Mono"/>
                <a:cs typeface="Space Mono"/>
                <a:sym typeface="Space Mono"/>
              </a:defRPr>
            </a:lvl1pPr>
            <a:lvl2pPr lvl="1" algn="ctr">
              <a:spcBef>
                <a:spcPts val="0"/>
              </a:spcBef>
              <a:spcAft>
                <a:spcPts val="0"/>
              </a:spcAft>
              <a:buSzPts val="5500"/>
              <a:buFont typeface="Space Mono"/>
              <a:buNone/>
              <a:defRPr sz="5500">
                <a:latin typeface="Space Mono"/>
                <a:ea typeface="Space Mono"/>
                <a:cs typeface="Space Mono"/>
                <a:sym typeface="Space Mono"/>
              </a:defRPr>
            </a:lvl2pPr>
            <a:lvl3pPr lvl="2" algn="ctr">
              <a:spcBef>
                <a:spcPts val="0"/>
              </a:spcBef>
              <a:spcAft>
                <a:spcPts val="0"/>
              </a:spcAft>
              <a:buSzPts val="5500"/>
              <a:buFont typeface="Space Mono"/>
              <a:buNone/>
              <a:defRPr sz="5500">
                <a:latin typeface="Space Mono"/>
                <a:ea typeface="Space Mono"/>
                <a:cs typeface="Space Mono"/>
                <a:sym typeface="Space Mono"/>
              </a:defRPr>
            </a:lvl3pPr>
            <a:lvl4pPr lvl="3" algn="ctr">
              <a:spcBef>
                <a:spcPts val="0"/>
              </a:spcBef>
              <a:spcAft>
                <a:spcPts val="0"/>
              </a:spcAft>
              <a:buSzPts val="5500"/>
              <a:buFont typeface="Space Mono"/>
              <a:buNone/>
              <a:defRPr sz="5500">
                <a:latin typeface="Space Mono"/>
                <a:ea typeface="Space Mono"/>
                <a:cs typeface="Space Mono"/>
                <a:sym typeface="Space Mono"/>
              </a:defRPr>
            </a:lvl4pPr>
            <a:lvl5pPr lvl="4" algn="ctr">
              <a:spcBef>
                <a:spcPts val="0"/>
              </a:spcBef>
              <a:spcAft>
                <a:spcPts val="0"/>
              </a:spcAft>
              <a:buSzPts val="5500"/>
              <a:buFont typeface="Space Mono"/>
              <a:buNone/>
              <a:defRPr sz="5500">
                <a:latin typeface="Space Mono"/>
                <a:ea typeface="Space Mono"/>
                <a:cs typeface="Space Mono"/>
                <a:sym typeface="Space Mono"/>
              </a:defRPr>
            </a:lvl5pPr>
            <a:lvl6pPr lvl="5" algn="ctr">
              <a:spcBef>
                <a:spcPts val="0"/>
              </a:spcBef>
              <a:spcAft>
                <a:spcPts val="0"/>
              </a:spcAft>
              <a:buSzPts val="5500"/>
              <a:buFont typeface="Space Mono"/>
              <a:buNone/>
              <a:defRPr sz="5500">
                <a:latin typeface="Space Mono"/>
                <a:ea typeface="Space Mono"/>
                <a:cs typeface="Space Mono"/>
                <a:sym typeface="Space Mono"/>
              </a:defRPr>
            </a:lvl6pPr>
            <a:lvl7pPr lvl="6" algn="ctr">
              <a:spcBef>
                <a:spcPts val="0"/>
              </a:spcBef>
              <a:spcAft>
                <a:spcPts val="0"/>
              </a:spcAft>
              <a:buSzPts val="5500"/>
              <a:buFont typeface="Space Mono"/>
              <a:buNone/>
              <a:defRPr sz="5500">
                <a:latin typeface="Space Mono"/>
                <a:ea typeface="Space Mono"/>
                <a:cs typeface="Space Mono"/>
                <a:sym typeface="Space Mono"/>
              </a:defRPr>
            </a:lvl7pPr>
            <a:lvl8pPr lvl="7" algn="ctr">
              <a:spcBef>
                <a:spcPts val="0"/>
              </a:spcBef>
              <a:spcAft>
                <a:spcPts val="0"/>
              </a:spcAft>
              <a:buSzPts val="5500"/>
              <a:buFont typeface="Space Mono"/>
              <a:buNone/>
              <a:defRPr sz="5500">
                <a:latin typeface="Space Mono"/>
                <a:ea typeface="Space Mono"/>
                <a:cs typeface="Space Mono"/>
                <a:sym typeface="Space Mono"/>
              </a:defRPr>
            </a:lvl8pPr>
            <a:lvl9pPr lvl="8" algn="ctr">
              <a:spcBef>
                <a:spcPts val="0"/>
              </a:spcBef>
              <a:spcAft>
                <a:spcPts val="0"/>
              </a:spcAft>
              <a:buSzPts val="5500"/>
              <a:buFont typeface="Space Mono"/>
              <a:buNone/>
              <a:defRPr sz="5500">
                <a:latin typeface="Space Mono"/>
                <a:ea typeface="Space Mono"/>
                <a:cs typeface="Space Mono"/>
                <a:sym typeface="Space Mono"/>
              </a:defRPr>
            </a:lvl9pPr>
          </a:lstStyle>
          <a:p/>
        </p:txBody>
      </p:sp>
      <p:sp>
        <p:nvSpPr>
          <p:cNvPr id="807" name="Google Shape;807;p116"/>
          <p:cNvSpPr txBox="1"/>
          <p:nvPr>
            <p:ph idx="1" type="subTitle"/>
          </p:nvPr>
        </p:nvSpPr>
        <p:spPr>
          <a:xfrm>
            <a:off x="2360925" y="3126675"/>
            <a:ext cx="1979100" cy="380700"/>
          </a:xfrm>
          <a:prstGeom prst="rect">
            <a:avLst/>
          </a:prstGeom>
          <a:solidFill>
            <a:srgbClr val="1B1C57"/>
          </a:solidFill>
          <a:ln cap="flat" cmpd="sng" w="228600">
            <a:solidFill>
              <a:srgbClr val="1B1C57"/>
            </a:solidFill>
            <a:prstDash val="solid"/>
            <a:round/>
            <a:headEnd len="sm" w="sm" type="none"/>
            <a:tailEnd len="sm" w="sm" type="none"/>
          </a:ln>
        </p:spPr>
        <p:txBody>
          <a:bodyPr anchorCtr="0" anchor="ctr" bIns="91425" lIns="91425" spcFirstLastPara="1" rIns="91425" wrap="square" tIns="91425">
            <a:noAutofit/>
          </a:bodyPr>
          <a:lstStyle>
            <a:lvl1pPr lvl="0" algn="ctr">
              <a:lnSpc>
                <a:spcPct val="100000"/>
              </a:lnSpc>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1pPr>
            <a:lvl2pPr lvl="1" algn="ctr">
              <a:lnSpc>
                <a:spcPct val="100000"/>
              </a:lnSpc>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2pPr>
            <a:lvl3pPr lvl="2"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3pPr>
            <a:lvl4pPr lvl="3"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4pPr>
            <a:lvl5pPr lvl="4"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5pPr>
            <a:lvl6pPr lvl="5"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6pPr>
            <a:lvl7pPr lvl="6"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7pPr>
            <a:lvl8pPr lvl="7"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8pPr>
            <a:lvl9pPr lvl="8" algn="ctr">
              <a:lnSpc>
                <a:spcPct val="100000"/>
              </a:lnSpc>
              <a:spcBef>
                <a:spcPts val="1600"/>
              </a:spcBef>
              <a:spcAft>
                <a:spcPts val="1600"/>
              </a:spcAft>
              <a:buClr>
                <a:schemeClr val="lt1"/>
              </a:buClr>
              <a:buSzPts val="2400"/>
              <a:buFont typeface="Space Mono"/>
              <a:buNone/>
              <a:defRPr sz="2400">
                <a:solidFill>
                  <a:schemeClr val="lt1"/>
                </a:solidFill>
                <a:latin typeface="Space Mono"/>
                <a:ea typeface="Space Mono"/>
                <a:cs typeface="Space Mono"/>
                <a:sym typeface="Space Mono"/>
              </a:defRPr>
            </a:lvl9pPr>
          </a:lstStyle>
          <a:p/>
        </p:txBody>
      </p:sp>
      <p:sp>
        <p:nvSpPr>
          <p:cNvPr id="808" name="Google Shape;808;p116"/>
          <p:cNvSpPr txBox="1"/>
          <p:nvPr>
            <p:ph idx="2" type="subTitle"/>
          </p:nvPr>
        </p:nvSpPr>
        <p:spPr>
          <a:xfrm>
            <a:off x="4803950" y="3126675"/>
            <a:ext cx="1979100" cy="380700"/>
          </a:xfrm>
          <a:prstGeom prst="rect">
            <a:avLst/>
          </a:prstGeom>
          <a:solidFill>
            <a:srgbClr val="1B1C57"/>
          </a:solidFill>
          <a:ln cap="flat" cmpd="sng" w="228600">
            <a:solidFill>
              <a:srgbClr val="1B1C57"/>
            </a:solidFill>
            <a:prstDash val="solid"/>
            <a:round/>
            <a:headEnd len="sm" w="sm" type="none"/>
            <a:tailEnd len="sm" w="sm" type="none"/>
          </a:ln>
        </p:spPr>
        <p:txBody>
          <a:bodyPr anchorCtr="0" anchor="ctr" bIns="91425" lIns="91425" spcFirstLastPara="1" rIns="91425" wrap="square" tIns="91425">
            <a:noAutofit/>
          </a:bodyPr>
          <a:lstStyle>
            <a:lvl1pPr lvl="0" algn="ctr">
              <a:lnSpc>
                <a:spcPct val="100000"/>
              </a:lnSpc>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1pPr>
            <a:lvl2pPr lvl="1" algn="ctr">
              <a:lnSpc>
                <a:spcPct val="100000"/>
              </a:lnSpc>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2pPr>
            <a:lvl3pPr lvl="2"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3pPr>
            <a:lvl4pPr lvl="3"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4pPr>
            <a:lvl5pPr lvl="4"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5pPr>
            <a:lvl6pPr lvl="5"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6pPr>
            <a:lvl7pPr lvl="6"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7pPr>
            <a:lvl8pPr lvl="7"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8pPr>
            <a:lvl9pPr lvl="8" algn="ctr">
              <a:lnSpc>
                <a:spcPct val="100000"/>
              </a:lnSpc>
              <a:spcBef>
                <a:spcPts val="1600"/>
              </a:spcBef>
              <a:spcAft>
                <a:spcPts val="1600"/>
              </a:spcAft>
              <a:buClr>
                <a:schemeClr val="lt1"/>
              </a:buClr>
              <a:buSzPts val="2400"/>
              <a:buFont typeface="Space Mono"/>
              <a:buNone/>
              <a:defRPr sz="2400">
                <a:solidFill>
                  <a:schemeClr val="lt1"/>
                </a:solidFill>
                <a:latin typeface="Space Mono"/>
                <a:ea typeface="Space Mono"/>
                <a:cs typeface="Space Mono"/>
                <a:sym typeface="Space Mono"/>
              </a:defRPr>
            </a:lvl9pPr>
          </a:lstStyle>
          <a:p/>
        </p:txBody>
      </p:sp>
    </p:spTree>
  </p:cSld>
  <p:clrMapOvr>
    <a:masterClrMapping/>
  </p:clrMapOvr>
</p:sldLayout>
</file>

<file path=ppt/slideLayouts/slideLayout1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3 - Agenda">
  <p:cSld name="CUSTOM_1">
    <p:spTree>
      <p:nvGrpSpPr>
        <p:cNvPr id="809" name="Shape 809"/>
        <p:cNvGrpSpPr/>
        <p:nvPr/>
      </p:nvGrpSpPr>
      <p:grpSpPr>
        <a:xfrm>
          <a:off x="0" y="0"/>
          <a:ext cx="0" cy="0"/>
          <a:chOff x="0" y="0"/>
          <a:chExt cx="0" cy="0"/>
        </a:xfrm>
      </p:grpSpPr>
      <p:sp>
        <p:nvSpPr>
          <p:cNvPr id="810" name="Google Shape;810;p117"/>
          <p:cNvSpPr txBox="1"/>
          <p:nvPr/>
        </p:nvSpPr>
        <p:spPr>
          <a:xfrm>
            <a:off x="1147575" y="344400"/>
            <a:ext cx="7644600" cy="657000"/>
          </a:xfrm>
          <a:prstGeom prst="rect">
            <a:avLst/>
          </a:prstGeom>
          <a:noFill/>
          <a:ln>
            <a:noFill/>
          </a:ln>
        </p:spPr>
        <p:txBody>
          <a:bodyPr anchorCtr="0" anchor="ctr" bIns="19050" lIns="19050" spcFirstLastPara="1" rIns="19050" wrap="square" tIns="19050">
            <a:noAutofit/>
          </a:bodyPr>
          <a:lstStyle/>
          <a:p>
            <a:pPr indent="0" lvl="0" marL="0" rtl="0" algn="l">
              <a:lnSpc>
                <a:spcPct val="100000"/>
              </a:lnSpc>
              <a:spcBef>
                <a:spcPts val="0"/>
              </a:spcBef>
              <a:spcAft>
                <a:spcPts val="0"/>
              </a:spcAft>
              <a:buClr>
                <a:schemeClr val="dk1"/>
              </a:buClr>
              <a:buSzPts val="1100"/>
              <a:buFont typeface="Arial"/>
              <a:buNone/>
            </a:pPr>
            <a:r>
              <a:rPr b="1" lang="en" sz="2400">
                <a:solidFill>
                  <a:schemeClr val="dk1"/>
                </a:solidFill>
                <a:latin typeface="Space Mono"/>
                <a:ea typeface="Space Mono"/>
                <a:cs typeface="Space Mono"/>
                <a:sym typeface="Space Mono"/>
              </a:rPr>
              <a:t>How are we going to get there?</a:t>
            </a:r>
            <a:endParaRPr b="1" sz="2400">
              <a:solidFill>
                <a:srgbClr val="05103E"/>
              </a:solidFill>
              <a:latin typeface="Space Mono"/>
              <a:ea typeface="Space Mono"/>
              <a:cs typeface="Space Mono"/>
              <a:sym typeface="Space Mono"/>
            </a:endParaRPr>
          </a:p>
        </p:txBody>
      </p:sp>
      <p:grpSp>
        <p:nvGrpSpPr>
          <p:cNvPr id="811" name="Google Shape;811;p117"/>
          <p:cNvGrpSpPr/>
          <p:nvPr/>
        </p:nvGrpSpPr>
        <p:grpSpPr>
          <a:xfrm rot="5400000">
            <a:off x="5719749" y="1629787"/>
            <a:ext cx="4964577" cy="1883925"/>
            <a:chOff x="4152224" y="1218499"/>
            <a:chExt cx="4964577" cy="1883925"/>
          </a:xfrm>
        </p:grpSpPr>
        <p:pic>
          <p:nvPicPr>
            <p:cNvPr id="812" name="Google Shape;812;p117"/>
            <p:cNvPicPr preferRelativeResize="0"/>
            <p:nvPr/>
          </p:nvPicPr>
          <p:blipFill rotWithShape="1">
            <a:blip r:embed="rId2">
              <a:alphaModFix/>
            </a:blip>
            <a:srcRect b="11995" l="14888" r="61868" t="21294"/>
            <a:stretch/>
          </p:blipFill>
          <p:spPr>
            <a:xfrm rot="-5400011">
              <a:off x="5710924" y="-340197"/>
              <a:ext cx="1668224" cy="4785620"/>
            </a:xfrm>
            <a:prstGeom prst="rect">
              <a:avLst/>
            </a:prstGeom>
            <a:noFill/>
            <a:ln>
              <a:noFill/>
            </a:ln>
          </p:spPr>
        </p:pic>
        <p:pic>
          <p:nvPicPr>
            <p:cNvPr id="813" name="Google Shape;813;p117"/>
            <p:cNvPicPr preferRelativeResize="0"/>
            <p:nvPr/>
          </p:nvPicPr>
          <p:blipFill rotWithShape="1">
            <a:blip r:embed="rId3">
              <a:alphaModFix/>
            </a:blip>
            <a:srcRect b="34798" l="0" r="33244" t="0"/>
            <a:stretch/>
          </p:blipFill>
          <p:spPr>
            <a:xfrm rot="-5400000">
              <a:off x="7253138" y="1238761"/>
              <a:ext cx="1883925" cy="1843400"/>
            </a:xfrm>
            <a:prstGeom prst="rect">
              <a:avLst/>
            </a:prstGeom>
            <a:noFill/>
            <a:ln>
              <a:noFill/>
            </a:ln>
          </p:spPr>
        </p:pic>
      </p:grpSp>
      <p:pic>
        <p:nvPicPr>
          <p:cNvPr id="814" name="Google Shape;814;p117"/>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815" name="Google Shape;815;p117"/>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pic>
        <p:nvPicPr>
          <p:cNvPr id="816" name="Google Shape;816;p117"/>
          <p:cNvPicPr preferRelativeResize="0"/>
          <p:nvPr/>
        </p:nvPicPr>
        <p:blipFill>
          <a:blip r:embed="rId5">
            <a:alphaModFix/>
          </a:blip>
          <a:stretch>
            <a:fillRect/>
          </a:stretch>
        </p:blipFill>
        <p:spPr>
          <a:xfrm>
            <a:off x="499775" y="420262"/>
            <a:ext cx="505275" cy="505275"/>
          </a:xfrm>
          <a:prstGeom prst="rect">
            <a:avLst/>
          </a:prstGeom>
          <a:noFill/>
          <a:ln>
            <a:noFill/>
          </a:ln>
        </p:spPr>
      </p:pic>
    </p:spTree>
  </p:cSld>
  <p:clrMapOvr>
    <a:masterClrMapping/>
  </p:clrMapOvr>
</p:sldLayout>
</file>

<file path=ppt/slideLayouts/slideLayout1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4 - Text">
  <p:cSld name="CUSTOM_1_1_1">
    <p:spTree>
      <p:nvGrpSpPr>
        <p:cNvPr id="817" name="Shape 817"/>
        <p:cNvGrpSpPr/>
        <p:nvPr/>
      </p:nvGrpSpPr>
      <p:grpSpPr>
        <a:xfrm>
          <a:off x="0" y="0"/>
          <a:ext cx="0" cy="0"/>
          <a:chOff x="0" y="0"/>
          <a:chExt cx="0" cy="0"/>
        </a:xfrm>
      </p:grpSpPr>
      <p:pic>
        <p:nvPicPr>
          <p:cNvPr id="818" name="Google Shape;818;p118"/>
          <p:cNvPicPr preferRelativeResize="0"/>
          <p:nvPr/>
        </p:nvPicPr>
        <p:blipFill rotWithShape="1">
          <a:blip r:embed="rId2">
            <a:alphaModFix/>
          </a:blip>
          <a:srcRect b="12755" l="73007" r="0" t="25835"/>
          <a:stretch/>
        </p:blipFill>
        <p:spPr>
          <a:xfrm flipH="1" rot="10800000">
            <a:off x="0" y="2754401"/>
            <a:ext cx="1007652" cy="2291299"/>
          </a:xfrm>
          <a:prstGeom prst="rect">
            <a:avLst/>
          </a:prstGeom>
          <a:noFill/>
          <a:ln>
            <a:noFill/>
          </a:ln>
        </p:spPr>
      </p:pic>
      <p:pic>
        <p:nvPicPr>
          <p:cNvPr descr="Image" id="819" name="Google Shape;819;p118"/>
          <p:cNvPicPr preferRelativeResize="0"/>
          <p:nvPr/>
        </p:nvPicPr>
        <p:blipFill rotWithShape="1">
          <a:blip r:embed="rId3">
            <a:alphaModFix/>
          </a:blip>
          <a:srcRect b="0" l="73812" r="0" t="0"/>
          <a:stretch/>
        </p:blipFill>
        <p:spPr>
          <a:xfrm>
            <a:off x="6" y="3244900"/>
            <a:ext cx="497200" cy="1898600"/>
          </a:xfrm>
          <a:prstGeom prst="rect">
            <a:avLst/>
          </a:prstGeom>
          <a:noFill/>
          <a:ln>
            <a:noFill/>
          </a:ln>
        </p:spPr>
      </p:pic>
      <p:sp>
        <p:nvSpPr>
          <p:cNvPr id="820" name="Google Shape;820;p118"/>
          <p:cNvSpPr txBox="1"/>
          <p:nvPr>
            <p:ph type="title"/>
          </p:nvPr>
        </p:nvSpPr>
        <p:spPr>
          <a:xfrm>
            <a:off x="452400" y="481263"/>
            <a:ext cx="82392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
        <p:nvSpPr>
          <p:cNvPr id="821" name="Google Shape;821;p118"/>
          <p:cNvSpPr txBox="1"/>
          <p:nvPr>
            <p:ph idx="1" type="body"/>
          </p:nvPr>
        </p:nvSpPr>
        <p:spPr>
          <a:xfrm>
            <a:off x="452400" y="1132825"/>
            <a:ext cx="82392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822" name="Google Shape;822;p118"/>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823" name="Google Shape;823;p118"/>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pic>
        <p:nvPicPr>
          <p:cNvPr id="824" name="Google Shape;824;p118"/>
          <p:cNvPicPr preferRelativeResize="0"/>
          <p:nvPr/>
        </p:nvPicPr>
        <p:blipFill rotWithShape="1">
          <a:blip r:embed="rId5">
            <a:alphaModFix/>
          </a:blip>
          <a:srcRect b="0" l="86045" r="0" t="25418"/>
          <a:stretch/>
        </p:blipFill>
        <p:spPr>
          <a:xfrm rot="5400000">
            <a:off x="7212900" y="-1425024"/>
            <a:ext cx="510701" cy="3360749"/>
          </a:xfrm>
          <a:prstGeom prst="rect">
            <a:avLst/>
          </a:prstGeom>
          <a:noFill/>
          <a:ln>
            <a:noFill/>
          </a:ln>
        </p:spPr>
      </p:pic>
      <p:pic>
        <p:nvPicPr>
          <p:cNvPr descr="Image" id="825" name="Google Shape;825;p118"/>
          <p:cNvPicPr preferRelativeResize="0"/>
          <p:nvPr/>
        </p:nvPicPr>
        <p:blipFill rotWithShape="1">
          <a:blip r:embed="rId3">
            <a:alphaModFix/>
          </a:blip>
          <a:srcRect b="54289" l="0" r="5482" t="14989"/>
          <a:stretch/>
        </p:blipFill>
        <p:spPr>
          <a:xfrm>
            <a:off x="7354100" y="-1"/>
            <a:ext cx="1794526" cy="583275"/>
          </a:xfrm>
          <a:prstGeom prst="rect">
            <a:avLst/>
          </a:prstGeom>
          <a:noFill/>
          <a:ln>
            <a:noFill/>
          </a:ln>
        </p:spPr>
      </p:pic>
    </p:spTree>
  </p:cSld>
  <p:clrMapOvr>
    <a:masterClrMapping/>
  </p:clrMapOvr>
</p:sldLayout>
</file>

<file path=ppt/slideLayouts/slideLayout1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5 - Title Only">
  <p:cSld name="CUSTOM_1_1_1_1">
    <p:spTree>
      <p:nvGrpSpPr>
        <p:cNvPr id="826" name="Shape 826"/>
        <p:cNvGrpSpPr/>
        <p:nvPr/>
      </p:nvGrpSpPr>
      <p:grpSpPr>
        <a:xfrm>
          <a:off x="0" y="0"/>
          <a:ext cx="0" cy="0"/>
          <a:chOff x="0" y="0"/>
          <a:chExt cx="0" cy="0"/>
        </a:xfrm>
      </p:grpSpPr>
      <p:pic>
        <p:nvPicPr>
          <p:cNvPr id="827" name="Google Shape;827;p119"/>
          <p:cNvPicPr preferRelativeResize="0"/>
          <p:nvPr/>
        </p:nvPicPr>
        <p:blipFill rotWithShape="1">
          <a:blip r:embed="rId2">
            <a:alphaModFix/>
          </a:blip>
          <a:srcRect b="12755" l="73007" r="0" t="25835"/>
          <a:stretch/>
        </p:blipFill>
        <p:spPr>
          <a:xfrm flipH="1" rot="10800000">
            <a:off x="0" y="2754401"/>
            <a:ext cx="1007652" cy="2291299"/>
          </a:xfrm>
          <a:prstGeom prst="rect">
            <a:avLst/>
          </a:prstGeom>
          <a:noFill/>
          <a:ln>
            <a:noFill/>
          </a:ln>
        </p:spPr>
      </p:pic>
      <p:pic>
        <p:nvPicPr>
          <p:cNvPr descr="Image" id="828" name="Google Shape;828;p119"/>
          <p:cNvPicPr preferRelativeResize="0"/>
          <p:nvPr/>
        </p:nvPicPr>
        <p:blipFill rotWithShape="1">
          <a:blip r:embed="rId3">
            <a:alphaModFix/>
          </a:blip>
          <a:srcRect b="0" l="73812" r="0" t="0"/>
          <a:stretch/>
        </p:blipFill>
        <p:spPr>
          <a:xfrm>
            <a:off x="6" y="3244900"/>
            <a:ext cx="497200" cy="1898600"/>
          </a:xfrm>
          <a:prstGeom prst="rect">
            <a:avLst/>
          </a:prstGeom>
          <a:noFill/>
          <a:ln>
            <a:noFill/>
          </a:ln>
        </p:spPr>
      </p:pic>
      <p:pic>
        <p:nvPicPr>
          <p:cNvPr id="829" name="Google Shape;829;p119"/>
          <p:cNvPicPr preferRelativeResize="0"/>
          <p:nvPr/>
        </p:nvPicPr>
        <p:blipFill rotWithShape="1">
          <a:blip r:embed="rId4">
            <a:alphaModFix/>
          </a:blip>
          <a:srcRect b="0" l="86045" r="0" t="25418"/>
          <a:stretch/>
        </p:blipFill>
        <p:spPr>
          <a:xfrm rot="5400000">
            <a:off x="7212900" y="-1425024"/>
            <a:ext cx="510701" cy="3360749"/>
          </a:xfrm>
          <a:prstGeom prst="rect">
            <a:avLst/>
          </a:prstGeom>
          <a:noFill/>
          <a:ln>
            <a:noFill/>
          </a:ln>
        </p:spPr>
      </p:pic>
      <p:pic>
        <p:nvPicPr>
          <p:cNvPr descr="Image" id="830" name="Google Shape;830;p119"/>
          <p:cNvPicPr preferRelativeResize="0"/>
          <p:nvPr/>
        </p:nvPicPr>
        <p:blipFill rotWithShape="1">
          <a:blip r:embed="rId3">
            <a:alphaModFix/>
          </a:blip>
          <a:srcRect b="54289" l="0" r="5482" t="14989"/>
          <a:stretch/>
        </p:blipFill>
        <p:spPr>
          <a:xfrm>
            <a:off x="7354100" y="-1"/>
            <a:ext cx="1794526" cy="583275"/>
          </a:xfrm>
          <a:prstGeom prst="rect">
            <a:avLst/>
          </a:prstGeom>
          <a:noFill/>
          <a:ln>
            <a:noFill/>
          </a:ln>
        </p:spPr>
      </p:pic>
      <p:pic>
        <p:nvPicPr>
          <p:cNvPr id="831" name="Google Shape;831;p119"/>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832" name="Google Shape;832;p119"/>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833" name="Google Shape;833;p119"/>
          <p:cNvSpPr txBox="1"/>
          <p:nvPr>
            <p:ph type="title"/>
          </p:nvPr>
        </p:nvSpPr>
        <p:spPr>
          <a:xfrm>
            <a:off x="452400" y="481263"/>
            <a:ext cx="82392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Tree>
  </p:cSld>
  <p:clrMapOvr>
    <a:masterClrMapping/>
  </p:clrMapOvr>
</p:sldLayout>
</file>

<file path=ppt/slideLayouts/slideLayout1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6 - Android">
  <p:cSld name="CUSTOM_3">
    <p:spTree>
      <p:nvGrpSpPr>
        <p:cNvPr id="834" name="Shape 834"/>
        <p:cNvGrpSpPr/>
        <p:nvPr/>
      </p:nvGrpSpPr>
      <p:grpSpPr>
        <a:xfrm>
          <a:off x="0" y="0"/>
          <a:ext cx="0" cy="0"/>
          <a:chOff x="0" y="0"/>
          <a:chExt cx="0" cy="0"/>
        </a:xfrm>
      </p:grpSpPr>
      <p:pic>
        <p:nvPicPr>
          <p:cNvPr id="835" name="Google Shape;835;p120"/>
          <p:cNvPicPr preferRelativeResize="0"/>
          <p:nvPr/>
        </p:nvPicPr>
        <p:blipFill>
          <a:blip r:embed="rId2">
            <a:alphaModFix/>
          </a:blip>
          <a:stretch>
            <a:fillRect/>
          </a:stretch>
        </p:blipFill>
        <p:spPr>
          <a:xfrm>
            <a:off x="4738000" y="508538"/>
            <a:ext cx="4238740" cy="3810313"/>
          </a:xfrm>
          <a:prstGeom prst="rect">
            <a:avLst/>
          </a:prstGeom>
          <a:noFill/>
          <a:ln>
            <a:noFill/>
          </a:ln>
        </p:spPr>
      </p:pic>
      <p:sp>
        <p:nvSpPr>
          <p:cNvPr id="836" name="Google Shape;836;p120"/>
          <p:cNvSpPr txBox="1"/>
          <p:nvPr>
            <p:ph type="title"/>
          </p:nvPr>
        </p:nvSpPr>
        <p:spPr>
          <a:xfrm>
            <a:off x="452400" y="481275"/>
            <a:ext cx="49242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grpSp>
        <p:nvGrpSpPr>
          <p:cNvPr id="837" name="Google Shape;837;p120"/>
          <p:cNvGrpSpPr/>
          <p:nvPr/>
        </p:nvGrpSpPr>
        <p:grpSpPr>
          <a:xfrm>
            <a:off x="5709066" y="201260"/>
            <a:ext cx="2296623" cy="4424889"/>
            <a:chOff x="5598780" y="137712"/>
            <a:chExt cx="2577001" cy="4664652"/>
          </a:xfrm>
        </p:grpSpPr>
        <p:pic>
          <p:nvPicPr>
            <p:cNvPr id="838" name="Google Shape;838;p120"/>
            <p:cNvPicPr preferRelativeResize="0"/>
            <p:nvPr/>
          </p:nvPicPr>
          <p:blipFill rotWithShape="1">
            <a:blip r:embed="rId3">
              <a:alphaModFix/>
            </a:blip>
            <a:srcRect b="1604" l="0" r="0" t="1768"/>
            <a:stretch/>
          </p:blipFill>
          <p:spPr>
            <a:xfrm>
              <a:off x="5598780" y="137712"/>
              <a:ext cx="2577001" cy="4664652"/>
            </a:xfrm>
            <a:prstGeom prst="rect">
              <a:avLst/>
            </a:prstGeom>
            <a:noFill/>
            <a:ln>
              <a:noFill/>
            </a:ln>
          </p:spPr>
        </p:pic>
        <p:sp>
          <p:nvSpPr>
            <p:cNvPr id="839" name="Google Shape;839;p120"/>
            <p:cNvSpPr/>
            <p:nvPr/>
          </p:nvSpPr>
          <p:spPr>
            <a:xfrm>
              <a:off x="5789881" y="461652"/>
              <a:ext cx="2204100" cy="39120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40" name="Google Shape;840;p120"/>
          <p:cNvSpPr txBox="1"/>
          <p:nvPr>
            <p:ph idx="1" type="body"/>
          </p:nvPr>
        </p:nvSpPr>
        <p:spPr>
          <a:xfrm>
            <a:off x="452400" y="1132825"/>
            <a:ext cx="42387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841" name="Google Shape;841;p120"/>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842" name="Google Shape;842;p120"/>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843" name="Google Shape;843;p120"/>
          <p:cNvSpPr/>
          <p:nvPr/>
        </p:nvSpPr>
        <p:spPr>
          <a:xfrm>
            <a:off x="6555438" y="4318850"/>
            <a:ext cx="603900" cy="222000"/>
          </a:xfrm>
          <a:prstGeom prst="rect">
            <a:avLst/>
          </a:prstGeom>
          <a:solidFill>
            <a:srgbClr val="15151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7 - iPhone">
  <p:cSld name="CUSTOM_3_1">
    <p:spTree>
      <p:nvGrpSpPr>
        <p:cNvPr id="844" name="Shape 844"/>
        <p:cNvGrpSpPr/>
        <p:nvPr/>
      </p:nvGrpSpPr>
      <p:grpSpPr>
        <a:xfrm>
          <a:off x="0" y="0"/>
          <a:ext cx="0" cy="0"/>
          <a:chOff x="0" y="0"/>
          <a:chExt cx="0" cy="0"/>
        </a:xfrm>
      </p:grpSpPr>
      <p:pic>
        <p:nvPicPr>
          <p:cNvPr id="845" name="Google Shape;845;p121"/>
          <p:cNvPicPr preferRelativeResize="0"/>
          <p:nvPr/>
        </p:nvPicPr>
        <p:blipFill>
          <a:blip r:embed="rId2">
            <a:alphaModFix/>
          </a:blip>
          <a:stretch>
            <a:fillRect/>
          </a:stretch>
        </p:blipFill>
        <p:spPr>
          <a:xfrm>
            <a:off x="4738000" y="508538"/>
            <a:ext cx="4238740" cy="3810313"/>
          </a:xfrm>
          <a:prstGeom prst="rect">
            <a:avLst/>
          </a:prstGeom>
          <a:noFill/>
          <a:ln>
            <a:noFill/>
          </a:ln>
        </p:spPr>
      </p:pic>
      <p:sp>
        <p:nvSpPr>
          <p:cNvPr id="846" name="Google Shape;846;p121"/>
          <p:cNvSpPr txBox="1"/>
          <p:nvPr>
            <p:ph type="title"/>
          </p:nvPr>
        </p:nvSpPr>
        <p:spPr>
          <a:xfrm>
            <a:off x="452400" y="481275"/>
            <a:ext cx="49242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
        <p:nvSpPr>
          <p:cNvPr id="847" name="Google Shape;847;p121"/>
          <p:cNvSpPr txBox="1"/>
          <p:nvPr>
            <p:ph idx="1" type="body"/>
          </p:nvPr>
        </p:nvSpPr>
        <p:spPr>
          <a:xfrm>
            <a:off x="452400" y="1132825"/>
            <a:ext cx="42387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848" name="Google Shape;848;p121"/>
          <p:cNvPicPr preferRelativeResize="0"/>
          <p:nvPr/>
        </p:nvPicPr>
        <p:blipFill>
          <a:blip r:embed="rId3">
            <a:alphaModFix/>
          </a:blip>
          <a:stretch>
            <a:fillRect/>
          </a:stretch>
        </p:blipFill>
        <p:spPr>
          <a:xfrm>
            <a:off x="7152175" y="4875550"/>
            <a:ext cx="1541202" cy="142200"/>
          </a:xfrm>
          <a:prstGeom prst="rect">
            <a:avLst/>
          </a:prstGeom>
          <a:noFill/>
          <a:ln>
            <a:noFill/>
          </a:ln>
        </p:spPr>
      </p:pic>
      <p:sp>
        <p:nvSpPr>
          <p:cNvPr id="849" name="Google Shape;849;p121"/>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850" name="Google Shape;850;p121"/>
          <p:cNvSpPr/>
          <p:nvPr/>
        </p:nvSpPr>
        <p:spPr>
          <a:xfrm>
            <a:off x="5879375" y="347075"/>
            <a:ext cx="1956000" cy="41082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851" name="Google Shape;851;p121"/>
          <p:cNvPicPr preferRelativeResize="0"/>
          <p:nvPr/>
        </p:nvPicPr>
        <p:blipFill rotWithShape="1">
          <a:blip r:embed="rId4">
            <a:alphaModFix/>
          </a:blip>
          <a:srcRect b="3082" l="0" r="0" t="0"/>
          <a:stretch/>
        </p:blipFill>
        <p:spPr>
          <a:xfrm>
            <a:off x="5349374" y="226759"/>
            <a:ext cx="3016012" cy="4373878"/>
          </a:xfrm>
          <a:prstGeom prst="rect">
            <a:avLst/>
          </a:prstGeom>
          <a:noFill/>
          <a:ln>
            <a:noFill/>
          </a:ln>
        </p:spPr>
      </p:pic>
    </p:spTree>
  </p:cSld>
  <p:clrMapOvr>
    <a:masterClrMapping/>
  </p:clrMapOvr>
</p:sldLayout>
</file>

<file path=ppt/slideLayouts/slideLayout1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8 - Website">
  <p:cSld name="CUSTOM_3_2">
    <p:spTree>
      <p:nvGrpSpPr>
        <p:cNvPr id="852" name="Shape 852"/>
        <p:cNvGrpSpPr/>
        <p:nvPr/>
      </p:nvGrpSpPr>
      <p:grpSpPr>
        <a:xfrm>
          <a:off x="0" y="0"/>
          <a:ext cx="0" cy="0"/>
          <a:chOff x="0" y="0"/>
          <a:chExt cx="0" cy="0"/>
        </a:xfrm>
      </p:grpSpPr>
      <p:pic>
        <p:nvPicPr>
          <p:cNvPr id="853" name="Google Shape;853;p122"/>
          <p:cNvPicPr preferRelativeResize="0"/>
          <p:nvPr/>
        </p:nvPicPr>
        <p:blipFill rotWithShape="1">
          <a:blip r:embed="rId2">
            <a:alphaModFix/>
          </a:blip>
          <a:srcRect b="30853" l="0" r="22541" t="0"/>
          <a:stretch/>
        </p:blipFill>
        <p:spPr>
          <a:xfrm>
            <a:off x="5860600" y="2508800"/>
            <a:ext cx="3283400" cy="2634701"/>
          </a:xfrm>
          <a:prstGeom prst="rect">
            <a:avLst/>
          </a:prstGeom>
          <a:noFill/>
          <a:ln>
            <a:noFill/>
          </a:ln>
        </p:spPr>
      </p:pic>
      <p:sp>
        <p:nvSpPr>
          <p:cNvPr id="854" name="Google Shape;854;p122"/>
          <p:cNvSpPr txBox="1"/>
          <p:nvPr>
            <p:ph type="title"/>
          </p:nvPr>
        </p:nvSpPr>
        <p:spPr>
          <a:xfrm>
            <a:off x="452400" y="481275"/>
            <a:ext cx="37011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
        <p:nvSpPr>
          <p:cNvPr id="855" name="Google Shape;855;p122"/>
          <p:cNvSpPr txBox="1"/>
          <p:nvPr>
            <p:ph idx="1" type="body"/>
          </p:nvPr>
        </p:nvSpPr>
        <p:spPr>
          <a:xfrm>
            <a:off x="452400" y="1132825"/>
            <a:ext cx="37011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856" name="Google Shape;856;p122"/>
          <p:cNvPicPr preferRelativeResize="0"/>
          <p:nvPr/>
        </p:nvPicPr>
        <p:blipFill>
          <a:blip r:embed="rId3">
            <a:alphaModFix/>
          </a:blip>
          <a:stretch>
            <a:fillRect/>
          </a:stretch>
        </p:blipFill>
        <p:spPr>
          <a:xfrm>
            <a:off x="7152175" y="4875550"/>
            <a:ext cx="1541202" cy="142200"/>
          </a:xfrm>
          <a:prstGeom prst="rect">
            <a:avLst/>
          </a:prstGeom>
          <a:noFill/>
          <a:ln>
            <a:noFill/>
          </a:ln>
        </p:spPr>
      </p:pic>
      <p:sp>
        <p:nvSpPr>
          <p:cNvPr id="857" name="Google Shape;857;p122"/>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grpSp>
        <p:nvGrpSpPr>
          <p:cNvPr id="858" name="Google Shape;858;p122"/>
          <p:cNvGrpSpPr/>
          <p:nvPr/>
        </p:nvGrpSpPr>
        <p:grpSpPr>
          <a:xfrm>
            <a:off x="4344100" y="398125"/>
            <a:ext cx="4546500" cy="4222800"/>
            <a:chOff x="4344100" y="398125"/>
            <a:chExt cx="4546500" cy="4222800"/>
          </a:xfrm>
        </p:grpSpPr>
        <p:sp>
          <p:nvSpPr>
            <p:cNvPr id="859" name="Google Shape;859;p122"/>
            <p:cNvSpPr/>
            <p:nvPr/>
          </p:nvSpPr>
          <p:spPr>
            <a:xfrm>
              <a:off x="4344100" y="398125"/>
              <a:ext cx="4546500" cy="4222800"/>
            </a:xfrm>
            <a:prstGeom prst="roundRect">
              <a:avLst>
                <a:gd fmla="val 3222"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60" name="Google Shape;860;p122"/>
            <p:cNvGrpSpPr/>
            <p:nvPr/>
          </p:nvGrpSpPr>
          <p:grpSpPr>
            <a:xfrm>
              <a:off x="4445450" y="524200"/>
              <a:ext cx="399495" cy="101100"/>
              <a:chOff x="4445450" y="524200"/>
              <a:chExt cx="399495" cy="101100"/>
            </a:xfrm>
          </p:grpSpPr>
          <p:sp>
            <p:nvSpPr>
              <p:cNvPr id="861" name="Google Shape;861;p122"/>
              <p:cNvSpPr/>
              <p:nvPr/>
            </p:nvSpPr>
            <p:spPr>
              <a:xfrm>
                <a:off x="4445450" y="524200"/>
                <a:ext cx="100800" cy="101100"/>
              </a:xfrm>
              <a:prstGeom prst="ellipse">
                <a:avLst/>
              </a:prstGeom>
              <a:gradFill>
                <a:gsLst>
                  <a:gs pos="0">
                    <a:srgbClr val="F5D0D0"/>
                  </a:gs>
                  <a:gs pos="100000">
                    <a:srgbClr val="D96868"/>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2" name="Google Shape;862;p122"/>
              <p:cNvSpPr/>
              <p:nvPr/>
            </p:nvSpPr>
            <p:spPr>
              <a:xfrm>
                <a:off x="4594797" y="524200"/>
                <a:ext cx="100800" cy="101100"/>
              </a:xfrm>
              <a:prstGeom prst="ellipse">
                <a:avLst/>
              </a:prstGeom>
              <a:gradFill>
                <a:gsLst>
                  <a:gs pos="0">
                    <a:srgbClr val="FFF6DB"/>
                  </a:gs>
                  <a:gs pos="100000">
                    <a:srgbClr val="FAD25C"/>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3" name="Google Shape;863;p122"/>
              <p:cNvSpPr/>
              <p:nvPr/>
            </p:nvSpPr>
            <p:spPr>
              <a:xfrm>
                <a:off x="4744145" y="524200"/>
                <a:ext cx="100800" cy="101100"/>
              </a:xfrm>
              <a:prstGeom prst="ellipse">
                <a:avLst/>
              </a:prstGeom>
              <a:gradFill>
                <a:gsLst>
                  <a:gs pos="0">
                    <a:srgbClr val="DCECD5"/>
                  </a:gs>
                  <a:gs pos="100000">
                    <a:srgbClr val="93BC8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64" name="Google Shape;864;p122"/>
            <p:cNvSpPr/>
            <p:nvPr/>
          </p:nvSpPr>
          <p:spPr>
            <a:xfrm>
              <a:off x="4910625" y="448450"/>
              <a:ext cx="3835500" cy="252600"/>
            </a:xfrm>
            <a:prstGeom prst="roundRect">
              <a:avLst>
                <a:gd fmla="val 34092"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Poppins"/>
                <a:ea typeface="Poppins"/>
                <a:cs typeface="Poppins"/>
                <a:sym typeface="Poppins"/>
              </a:endParaRPr>
            </a:p>
          </p:txBody>
        </p:sp>
      </p:grpSp>
    </p:spTree>
  </p:cSld>
  <p:clrMapOvr>
    <a:masterClrMapping/>
  </p:clrMapOvr>
</p:sldLayout>
</file>

<file path=ppt/slideLayouts/slideLayout1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9 - Phone Placeholder">
  <p:cSld name="CUSTOM_3_1_1">
    <p:spTree>
      <p:nvGrpSpPr>
        <p:cNvPr id="865" name="Shape 865"/>
        <p:cNvGrpSpPr/>
        <p:nvPr/>
      </p:nvGrpSpPr>
      <p:grpSpPr>
        <a:xfrm>
          <a:off x="0" y="0"/>
          <a:ext cx="0" cy="0"/>
          <a:chOff x="0" y="0"/>
          <a:chExt cx="0" cy="0"/>
        </a:xfrm>
      </p:grpSpPr>
      <p:pic>
        <p:nvPicPr>
          <p:cNvPr id="866" name="Google Shape;866;p123"/>
          <p:cNvPicPr preferRelativeResize="0"/>
          <p:nvPr/>
        </p:nvPicPr>
        <p:blipFill>
          <a:blip r:embed="rId2">
            <a:alphaModFix/>
          </a:blip>
          <a:stretch>
            <a:fillRect/>
          </a:stretch>
        </p:blipFill>
        <p:spPr>
          <a:xfrm>
            <a:off x="4738000" y="508538"/>
            <a:ext cx="4238740" cy="3810313"/>
          </a:xfrm>
          <a:prstGeom prst="rect">
            <a:avLst/>
          </a:prstGeom>
          <a:noFill/>
          <a:ln>
            <a:noFill/>
          </a:ln>
        </p:spPr>
      </p:pic>
      <p:sp>
        <p:nvSpPr>
          <p:cNvPr id="867" name="Google Shape;867;p123"/>
          <p:cNvSpPr txBox="1"/>
          <p:nvPr>
            <p:ph type="title"/>
          </p:nvPr>
        </p:nvSpPr>
        <p:spPr>
          <a:xfrm>
            <a:off x="452400" y="481275"/>
            <a:ext cx="49242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
        <p:nvSpPr>
          <p:cNvPr id="868" name="Google Shape;868;p123"/>
          <p:cNvSpPr txBox="1"/>
          <p:nvPr>
            <p:ph idx="1" type="body"/>
          </p:nvPr>
        </p:nvSpPr>
        <p:spPr>
          <a:xfrm>
            <a:off x="452400" y="1132825"/>
            <a:ext cx="42387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869" name="Google Shape;869;p123"/>
          <p:cNvPicPr preferRelativeResize="0"/>
          <p:nvPr/>
        </p:nvPicPr>
        <p:blipFill>
          <a:blip r:embed="rId3">
            <a:alphaModFix/>
          </a:blip>
          <a:stretch>
            <a:fillRect/>
          </a:stretch>
        </p:blipFill>
        <p:spPr>
          <a:xfrm>
            <a:off x="7152175" y="4875550"/>
            <a:ext cx="1541202" cy="142200"/>
          </a:xfrm>
          <a:prstGeom prst="rect">
            <a:avLst/>
          </a:prstGeom>
          <a:noFill/>
          <a:ln>
            <a:noFill/>
          </a:ln>
        </p:spPr>
      </p:pic>
      <p:sp>
        <p:nvSpPr>
          <p:cNvPr id="870" name="Google Shape;870;p123"/>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 - Code Block">
  <p:cSld name="CUSTOM_7_1">
    <p:spTree>
      <p:nvGrpSpPr>
        <p:cNvPr id="871" name="Shape 871"/>
        <p:cNvGrpSpPr/>
        <p:nvPr/>
      </p:nvGrpSpPr>
      <p:grpSpPr>
        <a:xfrm>
          <a:off x="0" y="0"/>
          <a:ext cx="0" cy="0"/>
          <a:chOff x="0" y="0"/>
          <a:chExt cx="0" cy="0"/>
        </a:xfrm>
      </p:grpSpPr>
      <p:pic>
        <p:nvPicPr>
          <p:cNvPr id="872" name="Google Shape;872;p124"/>
          <p:cNvPicPr preferRelativeResize="0"/>
          <p:nvPr/>
        </p:nvPicPr>
        <p:blipFill rotWithShape="1">
          <a:blip r:embed="rId2">
            <a:alphaModFix/>
          </a:blip>
          <a:srcRect b="29631" l="0" r="52625" t="21294"/>
          <a:stretch/>
        </p:blipFill>
        <p:spPr>
          <a:xfrm rot="-5400005">
            <a:off x="5694763" y="-60161"/>
            <a:ext cx="3400125" cy="3520446"/>
          </a:xfrm>
          <a:prstGeom prst="rect">
            <a:avLst/>
          </a:prstGeom>
          <a:noFill/>
          <a:ln>
            <a:noFill/>
          </a:ln>
        </p:spPr>
      </p:pic>
      <p:sp>
        <p:nvSpPr>
          <p:cNvPr id="873" name="Google Shape;873;p124"/>
          <p:cNvSpPr/>
          <p:nvPr/>
        </p:nvSpPr>
        <p:spPr>
          <a:xfrm>
            <a:off x="4385200" y="481275"/>
            <a:ext cx="4308300" cy="4139700"/>
          </a:xfrm>
          <a:prstGeom prst="roundRect">
            <a:avLst>
              <a:gd fmla="val 2467" name="adj"/>
            </a:avLst>
          </a:pr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4" name="Google Shape;874;p124"/>
          <p:cNvSpPr txBox="1"/>
          <p:nvPr/>
        </p:nvSpPr>
        <p:spPr>
          <a:xfrm>
            <a:off x="357200" y="408225"/>
            <a:ext cx="4419000" cy="461700"/>
          </a:xfrm>
          <a:prstGeom prst="rect">
            <a:avLst/>
          </a:prstGeom>
          <a:noFill/>
          <a:ln>
            <a:noFill/>
          </a:ln>
        </p:spPr>
        <p:txBody>
          <a:bodyPr anchorCtr="0" anchor="t" bIns="91425" lIns="91425" spcFirstLastPara="1" rIns="91425" wrap="square" tIns="91425">
            <a:noAutofit/>
          </a:bodyPr>
          <a:lstStyle/>
          <a:p>
            <a:pPr indent="0" lvl="0" marL="0" marR="190500" rtl="0" algn="l">
              <a:lnSpc>
                <a:spcPct val="150000"/>
              </a:lnSpc>
              <a:spcBef>
                <a:spcPts val="1700"/>
              </a:spcBef>
              <a:spcAft>
                <a:spcPts val="3300"/>
              </a:spcAft>
              <a:buNone/>
            </a:pPr>
            <a:r>
              <a:t/>
            </a:r>
            <a:endParaRPr sz="1800">
              <a:solidFill>
                <a:srgbClr val="666666"/>
              </a:solidFill>
              <a:latin typeface="Courier New"/>
              <a:ea typeface="Courier New"/>
              <a:cs typeface="Courier New"/>
              <a:sym typeface="Courier New"/>
            </a:endParaRPr>
          </a:p>
        </p:txBody>
      </p:sp>
      <p:pic>
        <p:nvPicPr>
          <p:cNvPr id="875" name="Google Shape;875;p124"/>
          <p:cNvPicPr preferRelativeResize="0"/>
          <p:nvPr/>
        </p:nvPicPr>
        <p:blipFill>
          <a:blip r:embed="rId3">
            <a:alphaModFix/>
          </a:blip>
          <a:stretch>
            <a:fillRect/>
          </a:stretch>
        </p:blipFill>
        <p:spPr>
          <a:xfrm>
            <a:off x="7152175" y="4875550"/>
            <a:ext cx="1541202" cy="142200"/>
          </a:xfrm>
          <a:prstGeom prst="rect">
            <a:avLst/>
          </a:prstGeom>
          <a:noFill/>
          <a:ln>
            <a:noFill/>
          </a:ln>
        </p:spPr>
      </p:pic>
      <p:sp>
        <p:nvSpPr>
          <p:cNvPr id="876" name="Google Shape;876;p124"/>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877" name="Google Shape;877;p124"/>
          <p:cNvSpPr txBox="1"/>
          <p:nvPr>
            <p:ph type="title"/>
          </p:nvPr>
        </p:nvSpPr>
        <p:spPr>
          <a:xfrm>
            <a:off x="452400" y="481275"/>
            <a:ext cx="37011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
        <p:nvSpPr>
          <p:cNvPr id="878" name="Google Shape;878;p124"/>
          <p:cNvSpPr txBox="1"/>
          <p:nvPr>
            <p:ph idx="1" type="body"/>
          </p:nvPr>
        </p:nvSpPr>
        <p:spPr>
          <a:xfrm>
            <a:off x="452400" y="1132825"/>
            <a:ext cx="37011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
        <p:nvSpPr>
          <p:cNvPr id="879" name="Google Shape;879;p124"/>
          <p:cNvSpPr txBox="1"/>
          <p:nvPr>
            <p:ph idx="2" type="subTitle"/>
          </p:nvPr>
        </p:nvSpPr>
        <p:spPr>
          <a:xfrm>
            <a:off x="4511175" y="586000"/>
            <a:ext cx="4080000" cy="39141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800"/>
              <a:buFont typeface="Roboto Mono"/>
              <a:buNone/>
              <a:defRPr>
                <a:solidFill>
                  <a:schemeClr val="dk1"/>
                </a:solidFill>
                <a:latin typeface="Roboto Mono"/>
                <a:ea typeface="Roboto Mono"/>
                <a:cs typeface="Roboto Mono"/>
                <a:sym typeface="Roboto Mono"/>
              </a:defRPr>
            </a:lvl1pPr>
            <a:lvl2pPr lvl="1">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2pPr>
            <a:lvl3pPr lvl="2">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3pPr>
            <a:lvl4pPr lvl="3">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4pPr>
            <a:lvl5pPr lvl="4">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5pPr>
            <a:lvl6pPr lvl="5">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6pPr>
            <a:lvl7pPr lvl="6">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7pPr>
            <a:lvl8pPr lvl="7">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8pPr>
            <a:lvl9pPr lvl="8">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9pPr>
          </a:lstStyle>
          <a:p/>
        </p:txBody>
      </p:sp>
    </p:spTree>
  </p:cSld>
  <p:clrMapOvr>
    <a:masterClrMapping/>
  </p:clrMapOvr>
</p:sldLayout>
</file>

<file path=ppt/slideLayouts/slideLayout1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1 - Icebreaker">
  <p:cSld name="CUSTOM_7">
    <p:spTree>
      <p:nvGrpSpPr>
        <p:cNvPr id="880" name="Shape 880"/>
        <p:cNvGrpSpPr/>
        <p:nvPr/>
      </p:nvGrpSpPr>
      <p:grpSpPr>
        <a:xfrm>
          <a:off x="0" y="0"/>
          <a:ext cx="0" cy="0"/>
          <a:chOff x="0" y="0"/>
          <a:chExt cx="0" cy="0"/>
        </a:xfrm>
      </p:grpSpPr>
      <p:pic>
        <p:nvPicPr>
          <p:cNvPr id="881" name="Google Shape;881;p125"/>
          <p:cNvPicPr preferRelativeResize="0"/>
          <p:nvPr/>
        </p:nvPicPr>
        <p:blipFill>
          <a:blip r:embed="rId2">
            <a:alphaModFix/>
          </a:blip>
          <a:stretch>
            <a:fillRect/>
          </a:stretch>
        </p:blipFill>
        <p:spPr>
          <a:xfrm>
            <a:off x="452400" y="440000"/>
            <a:ext cx="654950" cy="654950"/>
          </a:xfrm>
          <a:prstGeom prst="rect">
            <a:avLst/>
          </a:prstGeom>
          <a:noFill/>
          <a:ln>
            <a:noFill/>
          </a:ln>
        </p:spPr>
      </p:pic>
      <p:pic>
        <p:nvPicPr>
          <p:cNvPr id="882" name="Google Shape;882;p125"/>
          <p:cNvPicPr preferRelativeResize="0"/>
          <p:nvPr/>
        </p:nvPicPr>
        <p:blipFill rotWithShape="1">
          <a:blip r:embed="rId3">
            <a:alphaModFix/>
          </a:blip>
          <a:srcRect b="20620" l="74976" r="11428" t="41244"/>
          <a:stretch/>
        </p:blipFill>
        <p:spPr>
          <a:xfrm rot="-5400000">
            <a:off x="627389" y="3816763"/>
            <a:ext cx="691823" cy="1961651"/>
          </a:xfrm>
          <a:prstGeom prst="rect">
            <a:avLst/>
          </a:prstGeom>
          <a:noFill/>
          <a:ln>
            <a:noFill/>
          </a:ln>
        </p:spPr>
      </p:pic>
      <p:sp>
        <p:nvSpPr>
          <p:cNvPr id="883" name="Google Shape;883;p125"/>
          <p:cNvSpPr txBox="1"/>
          <p:nvPr>
            <p:ph idx="1" type="subTitle"/>
          </p:nvPr>
        </p:nvSpPr>
        <p:spPr>
          <a:xfrm>
            <a:off x="7103500" y="551600"/>
            <a:ext cx="1617300" cy="431700"/>
          </a:xfrm>
          <a:prstGeom prst="rect">
            <a:avLst/>
          </a:prstGeom>
          <a:solidFill>
            <a:srgbClr val="FFEDF0"/>
          </a:solidFill>
          <a:ln cap="flat" cmpd="sng" w="152400">
            <a:solidFill>
              <a:srgbClr val="FFEDF0"/>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884" name="Google Shape;884;p125"/>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885" name="Google Shape;885;p125"/>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886" name="Google Shape;886;p125"/>
          <p:cNvSpPr txBox="1"/>
          <p:nvPr/>
        </p:nvSpPr>
        <p:spPr>
          <a:xfrm>
            <a:off x="1154000" y="440000"/>
            <a:ext cx="36480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Icebreaker</a:t>
            </a:r>
            <a:endParaRPr/>
          </a:p>
        </p:txBody>
      </p:sp>
      <p:sp>
        <p:nvSpPr>
          <p:cNvPr id="887" name="Google Shape;887;p125"/>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888" name="Google Shape;888;p125"/>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889" name="Google Shape;889;p125"/>
          <p:cNvPicPr preferRelativeResize="0"/>
          <p:nvPr/>
        </p:nvPicPr>
        <p:blipFill rotWithShape="1">
          <a:blip r:embed="rId5">
            <a:alphaModFix/>
          </a:blip>
          <a:srcRect b="57773" l="27820" r="30811" t="19033"/>
          <a:stretch/>
        </p:blipFill>
        <p:spPr>
          <a:xfrm>
            <a:off x="-3355" y="3951836"/>
            <a:ext cx="2123899" cy="1192951"/>
          </a:xfrm>
          <a:prstGeom prst="rect">
            <a:avLst/>
          </a:prstGeom>
          <a:noFill/>
          <a:ln>
            <a:noFill/>
          </a:ln>
        </p:spPr>
      </p:pic>
    </p:spTree>
  </p:cSld>
  <p:clrMapOvr>
    <a:masterClrMapping/>
  </p:clrMapOvr>
</p:sldLayout>
</file>

<file path=ppt/slideLayouts/slideLayout1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2 - Discussion Prompt">
  <p:cSld name="CUSTOM_6">
    <p:spTree>
      <p:nvGrpSpPr>
        <p:cNvPr id="890" name="Shape 890"/>
        <p:cNvGrpSpPr/>
        <p:nvPr/>
      </p:nvGrpSpPr>
      <p:grpSpPr>
        <a:xfrm>
          <a:off x="0" y="0"/>
          <a:ext cx="0" cy="0"/>
          <a:chOff x="0" y="0"/>
          <a:chExt cx="0" cy="0"/>
        </a:xfrm>
      </p:grpSpPr>
      <p:pic>
        <p:nvPicPr>
          <p:cNvPr id="891" name="Google Shape;891;p126"/>
          <p:cNvPicPr preferRelativeResize="0"/>
          <p:nvPr/>
        </p:nvPicPr>
        <p:blipFill rotWithShape="1">
          <a:blip r:embed="rId2">
            <a:alphaModFix/>
          </a:blip>
          <a:srcRect b="74121" l="54584" r="17188" t="10928"/>
          <a:stretch/>
        </p:blipFill>
        <p:spPr>
          <a:xfrm>
            <a:off x="0" y="4089375"/>
            <a:ext cx="2024750" cy="1054123"/>
          </a:xfrm>
          <a:prstGeom prst="rect">
            <a:avLst/>
          </a:prstGeom>
          <a:noFill/>
          <a:ln>
            <a:noFill/>
          </a:ln>
        </p:spPr>
      </p:pic>
      <p:pic>
        <p:nvPicPr>
          <p:cNvPr id="892" name="Google Shape;892;p126"/>
          <p:cNvPicPr preferRelativeResize="0"/>
          <p:nvPr/>
        </p:nvPicPr>
        <p:blipFill rotWithShape="1">
          <a:blip r:embed="rId3">
            <a:alphaModFix/>
          </a:blip>
          <a:srcRect b="57773" l="27820" r="30811" t="19033"/>
          <a:stretch/>
        </p:blipFill>
        <p:spPr>
          <a:xfrm>
            <a:off x="-3355" y="3951836"/>
            <a:ext cx="2123899" cy="1192951"/>
          </a:xfrm>
          <a:prstGeom prst="rect">
            <a:avLst/>
          </a:prstGeom>
          <a:noFill/>
          <a:ln>
            <a:noFill/>
          </a:ln>
        </p:spPr>
      </p:pic>
      <p:sp>
        <p:nvSpPr>
          <p:cNvPr id="893" name="Google Shape;893;p126"/>
          <p:cNvSpPr txBox="1"/>
          <p:nvPr>
            <p:ph idx="1" type="subTitle"/>
          </p:nvPr>
        </p:nvSpPr>
        <p:spPr>
          <a:xfrm>
            <a:off x="7103500" y="551600"/>
            <a:ext cx="1617300" cy="431700"/>
          </a:xfrm>
          <a:prstGeom prst="rect">
            <a:avLst/>
          </a:prstGeom>
          <a:solidFill>
            <a:srgbClr val="FFEEFF"/>
          </a:solidFill>
          <a:ln cap="flat" cmpd="sng" w="152400">
            <a:solidFill>
              <a:srgbClr val="FFEEFF"/>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894" name="Google Shape;894;p126"/>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895" name="Google Shape;895;p126"/>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pic>
        <p:nvPicPr>
          <p:cNvPr id="896" name="Google Shape;896;p126"/>
          <p:cNvPicPr preferRelativeResize="0"/>
          <p:nvPr/>
        </p:nvPicPr>
        <p:blipFill>
          <a:blip r:embed="rId5">
            <a:alphaModFix/>
          </a:blip>
          <a:stretch>
            <a:fillRect/>
          </a:stretch>
        </p:blipFill>
        <p:spPr>
          <a:xfrm>
            <a:off x="434600" y="440000"/>
            <a:ext cx="654950" cy="654950"/>
          </a:xfrm>
          <a:prstGeom prst="rect">
            <a:avLst/>
          </a:prstGeom>
          <a:noFill/>
          <a:ln>
            <a:noFill/>
          </a:ln>
        </p:spPr>
      </p:pic>
      <p:sp>
        <p:nvSpPr>
          <p:cNvPr id="897" name="Google Shape;897;p126"/>
          <p:cNvSpPr txBox="1"/>
          <p:nvPr/>
        </p:nvSpPr>
        <p:spPr>
          <a:xfrm>
            <a:off x="1154000" y="440000"/>
            <a:ext cx="36480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solidFill>
                  <a:srgbClr val="000000"/>
                </a:solidFill>
                <a:latin typeface="Poppins"/>
                <a:ea typeface="Poppins"/>
                <a:cs typeface="Poppins"/>
                <a:sym typeface="Poppins"/>
              </a:rPr>
              <a:t>Discussion</a:t>
            </a:r>
            <a:endParaRPr/>
          </a:p>
        </p:txBody>
      </p:sp>
      <p:sp>
        <p:nvSpPr>
          <p:cNvPr id="898" name="Google Shape;898;p126"/>
          <p:cNvSpPr txBox="1"/>
          <p:nvPr>
            <p:ph idx="2" type="body"/>
          </p:nvPr>
        </p:nvSpPr>
        <p:spPr>
          <a:xfrm>
            <a:off x="604800" y="14128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1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3 - Reflection Prompt">
  <p:cSld name="CUSTOM_6_2">
    <p:spTree>
      <p:nvGrpSpPr>
        <p:cNvPr id="899" name="Shape 899"/>
        <p:cNvGrpSpPr/>
        <p:nvPr/>
      </p:nvGrpSpPr>
      <p:grpSpPr>
        <a:xfrm>
          <a:off x="0" y="0"/>
          <a:ext cx="0" cy="0"/>
          <a:chOff x="0" y="0"/>
          <a:chExt cx="0" cy="0"/>
        </a:xfrm>
      </p:grpSpPr>
      <p:pic>
        <p:nvPicPr>
          <p:cNvPr id="900" name="Google Shape;900;p127"/>
          <p:cNvPicPr preferRelativeResize="0"/>
          <p:nvPr/>
        </p:nvPicPr>
        <p:blipFill rotWithShape="1">
          <a:blip r:embed="rId2">
            <a:alphaModFix/>
          </a:blip>
          <a:srcRect b="20620" l="74976" r="11428" t="41244"/>
          <a:stretch/>
        </p:blipFill>
        <p:spPr>
          <a:xfrm rot="-5400000">
            <a:off x="627389" y="3816763"/>
            <a:ext cx="691823" cy="1961651"/>
          </a:xfrm>
          <a:prstGeom prst="rect">
            <a:avLst/>
          </a:prstGeom>
          <a:noFill/>
          <a:ln>
            <a:noFill/>
          </a:ln>
        </p:spPr>
      </p:pic>
      <p:pic>
        <p:nvPicPr>
          <p:cNvPr id="901" name="Google Shape;901;p127"/>
          <p:cNvPicPr preferRelativeResize="0"/>
          <p:nvPr/>
        </p:nvPicPr>
        <p:blipFill rotWithShape="1">
          <a:blip r:embed="rId3">
            <a:alphaModFix/>
          </a:blip>
          <a:srcRect b="10675" l="33626" r="26315" t="71928"/>
          <a:stretch/>
        </p:blipFill>
        <p:spPr>
          <a:xfrm>
            <a:off x="0" y="4248650"/>
            <a:ext cx="2060400" cy="894850"/>
          </a:xfrm>
          <a:prstGeom prst="rect">
            <a:avLst/>
          </a:prstGeom>
          <a:noFill/>
          <a:ln>
            <a:noFill/>
          </a:ln>
        </p:spPr>
      </p:pic>
      <p:pic>
        <p:nvPicPr>
          <p:cNvPr id="902" name="Google Shape;902;p127"/>
          <p:cNvPicPr preferRelativeResize="0"/>
          <p:nvPr/>
        </p:nvPicPr>
        <p:blipFill>
          <a:blip r:embed="rId4">
            <a:alphaModFix/>
          </a:blip>
          <a:stretch>
            <a:fillRect/>
          </a:stretch>
        </p:blipFill>
        <p:spPr>
          <a:xfrm>
            <a:off x="452400" y="440000"/>
            <a:ext cx="654950" cy="654950"/>
          </a:xfrm>
          <a:prstGeom prst="rect">
            <a:avLst/>
          </a:prstGeom>
          <a:noFill/>
          <a:ln>
            <a:noFill/>
          </a:ln>
        </p:spPr>
      </p:pic>
      <p:sp>
        <p:nvSpPr>
          <p:cNvPr id="903" name="Google Shape;903;p127"/>
          <p:cNvSpPr txBox="1"/>
          <p:nvPr>
            <p:ph idx="1" type="subTitle"/>
          </p:nvPr>
        </p:nvSpPr>
        <p:spPr>
          <a:xfrm>
            <a:off x="7103500" y="551600"/>
            <a:ext cx="1617300" cy="431700"/>
          </a:xfrm>
          <a:prstGeom prst="rect">
            <a:avLst/>
          </a:prstGeom>
          <a:solidFill>
            <a:srgbClr val="FFEDF0"/>
          </a:solidFill>
          <a:ln cap="flat" cmpd="sng" w="152400">
            <a:solidFill>
              <a:srgbClr val="FFEDF0"/>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904" name="Google Shape;904;p127"/>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905" name="Google Shape;905;p127"/>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906" name="Google Shape;906;p127"/>
          <p:cNvSpPr txBox="1"/>
          <p:nvPr/>
        </p:nvSpPr>
        <p:spPr>
          <a:xfrm>
            <a:off x="1154000" y="440000"/>
            <a:ext cx="36480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Reflection</a:t>
            </a:r>
            <a:endParaRPr/>
          </a:p>
        </p:txBody>
      </p:sp>
      <p:sp>
        <p:nvSpPr>
          <p:cNvPr id="907" name="Google Shape;907;p127"/>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908" name="Google Shape;908;p127"/>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1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4 - Try It">
  <p:cSld name="CUSTOM_6_2_1">
    <p:spTree>
      <p:nvGrpSpPr>
        <p:cNvPr id="909" name="Shape 909"/>
        <p:cNvGrpSpPr/>
        <p:nvPr/>
      </p:nvGrpSpPr>
      <p:grpSpPr>
        <a:xfrm>
          <a:off x="0" y="0"/>
          <a:ext cx="0" cy="0"/>
          <a:chOff x="0" y="0"/>
          <a:chExt cx="0" cy="0"/>
        </a:xfrm>
      </p:grpSpPr>
      <p:pic>
        <p:nvPicPr>
          <p:cNvPr id="910" name="Google Shape;910;p128"/>
          <p:cNvPicPr preferRelativeResize="0"/>
          <p:nvPr/>
        </p:nvPicPr>
        <p:blipFill rotWithShape="1">
          <a:blip r:embed="rId2">
            <a:alphaModFix/>
          </a:blip>
          <a:srcRect b="0" l="0" r="2248" t="69501"/>
          <a:stretch/>
        </p:blipFill>
        <p:spPr>
          <a:xfrm rot="10800000">
            <a:off x="-13874" y="4314577"/>
            <a:ext cx="2158724" cy="828923"/>
          </a:xfrm>
          <a:prstGeom prst="rect">
            <a:avLst/>
          </a:prstGeom>
          <a:noFill/>
          <a:ln>
            <a:noFill/>
          </a:ln>
        </p:spPr>
      </p:pic>
      <p:pic>
        <p:nvPicPr>
          <p:cNvPr id="911" name="Google Shape;911;p128"/>
          <p:cNvPicPr preferRelativeResize="0"/>
          <p:nvPr/>
        </p:nvPicPr>
        <p:blipFill rotWithShape="1">
          <a:blip r:embed="rId3">
            <a:alphaModFix/>
          </a:blip>
          <a:srcRect b="45416" l="60224" r="12699" t="43299"/>
          <a:stretch/>
        </p:blipFill>
        <p:spPr>
          <a:xfrm>
            <a:off x="0" y="4131025"/>
            <a:ext cx="2061576" cy="1012474"/>
          </a:xfrm>
          <a:prstGeom prst="rect">
            <a:avLst/>
          </a:prstGeom>
          <a:noFill/>
          <a:ln>
            <a:noFill/>
          </a:ln>
        </p:spPr>
      </p:pic>
      <p:pic>
        <p:nvPicPr>
          <p:cNvPr id="912" name="Google Shape;912;p128"/>
          <p:cNvPicPr preferRelativeResize="0"/>
          <p:nvPr/>
        </p:nvPicPr>
        <p:blipFill>
          <a:blip r:embed="rId4">
            <a:alphaModFix/>
          </a:blip>
          <a:stretch>
            <a:fillRect/>
          </a:stretch>
        </p:blipFill>
        <p:spPr>
          <a:xfrm>
            <a:off x="452400" y="440000"/>
            <a:ext cx="654950" cy="654950"/>
          </a:xfrm>
          <a:prstGeom prst="rect">
            <a:avLst/>
          </a:prstGeom>
          <a:noFill/>
          <a:ln>
            <a:noFill/>
          </a:ln>
        </p:spPr>
      </p:pic>
      <p:sp>
        <p:nvSpPr>
          <p:cNvPr id="913" name="Google Shape;913;p128"/>
          <p:cNvSpPr txBox="1"/>
          <p:nvPr>
            <p:ph idx="1" type="subTitle"/>
          </p:nvPr>
        </p:nvSpPr>
        <p:spPr>
          <a:xfrm>
            <a:off x="7103500" y="551600"/>
            <a:ext cx="1617300" cy="431700"/>
          </a:xfrm>
          <a:prstGeom prst="rect">
            <a:avLst/>
          </a:prstGeom>
          <a:solidFill>
            <a:srgbClr val="E9F6FF"/>
          </a:solidFill>
          <a:ln cap="flat" cmpd="sng" w="152400">
            <a:solidFill>
              <a:srgbClr val="E9F6FF"/>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914" name="Google Shape;914;p128"/>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915" name="Google Shape;915;p128"/>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916" name="Google Shape;916;p128"/>
          <p:cNvSpPr txBox="1"/>
          <p:nvPr/>
        </p:nvSpPr>
        <p:spPr>
          <a:xfrm>
            <a:off x="1154000" y="440000"/>
            <a:ext cx="36480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Try It!</a:t>
            </a:r>
            <a:endParaRPr/>
          </a:p>
        </p:txBody>
      </p:sp>
      <p:sp>
        <p:nvSpPr>
          <p:cNvPr id="917" name="Google Shape;917;p128"/>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918" name="Google Shape;918;p128"/>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1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5 - Breakout Rooms">
  <p:cSld name="CUSTOM_6_2_1_1">
    <p:spTree>
      <p:nvGrpSpPr>
        <p:cNvPr id="919" name="Shape 919"/>
        <p:cNvGrpSpPr/>
        <p:nvPr/>
      </p:nvGrpSpPr>
      <p:grpSpPr>
        <a:xfrm>
          <a:off x="0" y="0"/>
          <a:ext cx="0" cy="0"/>
          <a:chOff x="0" y="0"/>
          <a:chExt cx="0" cy="0"/>
        </a:xfrm>
      </p:grpSpPr>
      <p:pic>
        <p:nvPicPr>
          <p:cNvPr id="920" name="Google Shape;920;p129"/>
          <p:cNvPicPr preferRelativeResize="0"/>
          <p:nvPr/>
        </p:nvPicPr>
        <p:blipFill rotWithShape="1">
          <a:blip r:embed="rId2">
            <a:alphaModFix/>
          </a:blip>
          <a:srcRect b="0" l="25913" r="44507" t="78390"/>
          <a:stretch/>
        </p:blipFill>
        <p:spPr>
          <a:xfrm rot="10800000">
            <a:off x="1" y="4032002"/>
            <a:ext cx="1547899" cy="1111498"/>
          </a:xfrm>
          <a:prstGeom prst="rect">
            <a:avLst/>
          </a:prstGeom>
          <a:noFill/>
          <a:ln>
            <a:noFill/>
          </a:ln>
        </p:spPr>
      </p:pic>
      <p:pic>
        <p:nvPicPr>
          <p:cNvPr id="921" name="Google Shape;921;p129"/>
          <p:cNvPicPr preferRelativeResize="0"/>
          <p:nvPr/>
        </p:nvPicPr>
        <p:blipFill rotWithShape="1">
          <a:blip r:embed="rId3">
            <a:alphaModFix/>
          </a:blip>
          <a:srcRect b="10675" l="33626" r="26315" t="71928"/>
          <a:stretch/>
        </p:blipFill>
        <p:spPr>
          <a:xfrm>
            <a:off x="0" y="4248650"/>
            <a:ext cx="2060400" cy="894850"/>
          </a:xfrm>
          <a:prstGeom prst="rect">
            <a:avLst/>
          </a:prstGeom>
          <a:noFill/>
          <a:ln>
            <a:noFill/>
          </a:ln>
        </p:spPr>
      </p:pic>
      <p:pic>
        <p:nvPicPr>
          <p:cNvPr id="922" name="Google Shape;922;p129"/>
          <p:cNvPicPr preferRelativeResize="0"/>
          <p:nvPr/>
        </p:nvPicPr>
        <p:blipFill>
          <a:blip r:embed="rId4">
            <a:alphaModFix/>
          </a:blip>
          <a:stretch>
            <a:fillRect/>
          </a:stretch>
        </p:blipFill>
        <p:spPr>
          <a:xfrm>
            <a:off x="452400" y="439975"/>
            <a:ext cx="654950" cy="654950"/>
          </a:xfrm>
          <a:prstGeom prst="rect">
            <a:avLst/>
          </a:prstGeom>
          <a:noFill/>
          <a:ln>
            <a:noFill/>
          </a:ln>
        </p:spPr>
      </p:pic>
      <p:sp>
        <p:nvSpPr>
          <p:cNvPr id="923" name="Google Shape;923;p129"/>
          <p:cNvSpPr txBox="1"/>
          <p:nvPr>
            <p:ph idx="1" type="subTitle"/>
          </p:nvPr>
        </p:nvSpPr>
        <p:spPr>
          <a:xfrm>
            <a:off x="7103500" y="551600"/>
            <a:ext cx="1617300" cy="431700"/>
          </a:xfrm>
          <a:prstGeom prst="rect">
            <a:avLst/>
          </a:prstGeom>
          <a:solidFill>
            <a:srgbClr val="FFF6BF"/>
          </a:solidFill>
          <a:ln cap="flat" cmpd="sng" w="152400">
            <a:solidFill>
              <a:srgbClr val="FFF6BF"/>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924" name="Google Shape;924;p129"/>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925" name="Google Shape;925;p129"/>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926" name="Google Shape;926;p129"/>
          <p:cNvSpPr txBox="1"/>
          <p:nvPr/>
        </p:nvSpPr>
        <p:spPr>
          <a:xfrm>
            <a:off x="1154000" y="440000"/>
            <a:ext cx="36480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Breakout Rooms</a:t>
            </a:r>
            <a:endParaRPr/>
          </a:p>
        </p:txBody>
      </p:sp>
      <p:sp>
        <p:nvSpPr>
          <p:cNvPr id="927" name="Google Shape;927;p129"/>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928" name="Google Shape;928;p129"/>
          <p:cNvSpPr txBox="1"/>
          <p:nvPr>
            <p:ph idx="2" type="body"/>
          </p:nvPr>
        </p:nvSpPr>
        <p:spPr>
          <a:xfrm>
            <a:off x="452400" y="1260500"/>
            <a:ext cx="64959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1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6 - CFU">
  <p:cSld name="CUSTOM_6_2_1_1_1">
    <p:spTree>
      <p:nvGrpSpPr>
        <p:cNvPr id="929" name="Shape 929"/>
        <p:cNvGrpSpPr/>
        <p:nvPr/>
      </p:nvGrpSpPr>
      <p:grpSpPr>
        <a:xfrm>
          <a:off x="0" y="0"/>
          <a:ext cx="0" cy="0"/>
          <a:chOff x="0" y="0"/>
          <a:chExt cx="0" cy="0"/>
        </a:xfrm>
      </p:grpSpPr>
      <p:pic>
        <p:nvPicPr>
          <p:cNvPr id="930" name="Google Shape;930;p130"/>
          <p:cNvPicPr preferRelativeResize="0"/>
          <p:nvPr/>
        </p:nvPicPr>
        <p:blipFill rotWithShape="1">
          <a:blip r:embed="rId2">
            <a:alphaModFix/>
          </a:blip>
          <a:srcRect b="26804" l="62509" r="0" t="0"/>
          <a:stretch/>
        </p:blipFill>
        <p:spPr>
          <a:xfrm flipH="1" rot="5400000">
            <a:off x="556661" y="3399336"/>
            <a:ext cx="1192950" cy="2328028"/>
          </a:xfrm>
          <a:prstGeom prst="rect">
            <a:avLst/>
          </a:prstGeom>
          <a:noFill/>
          <a:ln>
            <a:noFill/>
          </a:ln>
        </p:spPr>
      </p:pic>
      <p:pic>
        <p:nvPicPr>
          <p:cNvPr id="931" name="Google Shape;931;p130"/>
          <p:cNvPicPr preferRelativeResize="0"/>
          <p:nvPr/>
        </p:nvPicPr>
        <p:blipFill rotWithShape="1">
          <a:blip r:embed="rId3">
            <a:alphaModFix/>
          </a:blip>
          <a:srcRect b="57773" l="27820" r="30811" t="19033"/>
          <a:stretch/>
        </p:blipFill>
        <p:spPr>
          <a:xfrm>
            <a:off x="-3355" y="3951836"/>
            <a:ext cx="2123899" cy="1192951"/>
          </a:xfrm>
          <a:prstGeom prst="rect">
            <a:avLst/>
          </a:prstGeom>
          <a:noFill/>
          <a:ln>
            <a:noFill/>
          </a:ln>
        </p:spPr>
      </p:pic>
      <p:pic>
        <p:nvPicPr>
          <p:cNvPr id="932" name="Google Shape;932;p130"/>
          <p:cNvPicPr preferRelativeResize="0"/>
          <p:nvPr/>
        </p:nvPicPr>
        <p:blipFill>
          <a:blip r:embed="rId4">
            <a:alphaModFix/>
          </a:blip>
          <a:stretch>
            <a:fillRect/>
          </a:stretch>
        </p:blipFill>
        <p:spPr>
          <a:xfrm>
            <a:off x="452400" y="439975"/>
            <a:ext cx="654950" cy="654950"/>
          </a:xfrm>
          <a:prstGeom prst="rect">
            <a:avLst/>
          </a:prstGeom>
          <a:noFill/>
          <a:ln>
            <a:noFill/>
          </a:ln>
        </p:spPr>
      </p:pic>
      <p:sp>
        <p:nvSpPr>
          <p:cNvPr id="933" name="Google Shape;933;p130"/>
          <p:cNvSpPr txBox="1"/>
          <p:nvPr>
            <p:ph idx="1" type="subTitle"/>
          </p:nvPr>
        </p:nvSpPr>
        <p:spPr>
          <a:xfrm>
            <a:off x="7103500" y="551600"/>
            <a:ext cx="1617300" cy="431700"/>
          </a:xfrm>
          <a:prstGeom prst="rect">
            <a:avLst/>
          </a:prstGeom>
          <a:solidFill>
            <a:srgbClr val="D7FFEE"/>
          </a:solidFill>
          <a:ln cap="flat" cmpd="sng" w="152400">
            <a:solidFill>
              <a:srgbClr val="D7FFEE"/>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934" name="Google Shape;934;p130"/>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935" name="Google Shape;935;p130"/>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936" name="Google Shape;936;p130"/>
          <p:cNvSpPr txBox="1"/>
          <p:nvPr/>
        </p:nvSpPr>
        <p:spPr>
          <a:xfrm>
            <a:off x="1154000" y="440000"/>
            <a:ext cx="42393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Check for Understanding</a:t>
            </a:r>
            <a:endParaRPr/>
          </a:p>
        </p:txBody>
      </p:sp>
      <p:sp>
        <p:nvSpPr>
          <p:cNvPr id="937" name="Google Shape;937;p130"/>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938" name="Google Shape;938;p130"/>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1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7 - CFU w/ Code">
  <p:cSld name="CUSTOM_6_2_1_1_1_3">
    <p:spTree>
      <p:nvGrpSpPr>
        <p:cNvPr id="939" name="Shape 939"/>
        <p:cNvGrpSpPr/>
        <p:nvPr/>
      </p:nvGrpSpPr>
      <p:grpSpPr>
        <a:xfrm>
          <a:off x="0" y="0"/>
          <a:ext cx="0" cy="0"/>
          <a:chOff x="0" y="0"/>
          <a:chExt cx="0" cy="0"/>
        </a:xfrm>
      </p:grpSpPr>
      <p:pic>
        <p:nvPicPr>
          <p:cNvPr id="940" name="Google Shape;940;p131"/>
          <p:cNvPicPr preferRelativeResize="0"/>
          <p:nvPr/>
        </p:nvPicPr>
        <p:blipFill rotWithShape="1">
          <a:blip r:embed="rId2">
            <a:alphaModFix/>
          </a:blip>
          <a:srcRect b="26804" l="62509" r="0" t="0"/>
          <a:stretch/>
        </p:blipFill>
        <p:spPr>
          <a:xfrm flipH="1" rot="-5400000">
            <a:off x="7383499" y="-567539"/>
            <a:ext cx="1192950" cy="2328028"/>
          </a:xfrm>
          <a:prstGeom prst="rect">
            <a:avLst/>
          </a:prstGeom>
          <a:noFill/>
          <a:ln>
            <a:noFill/>
          </a:ln>
        </p:spPr>
      </p:pic>
      <p:pic>
        <p:nvPicPr>
          <p:cNvPr id="941" name="Google Shape;941;p131"/>
          <p:cNvPicPr preferRelativeResize="0"/>
          <p:nvPr/>
        </p:nvPicPr>
        <p:blipFill rotWithShape="1">
          <a:blip r:embed="rId3">
            <a:alphaModFix/>
          </a:blip>
          <a:srcRect b="57773" l="27820" r="30811" t="19033"/>
          <a:stretch/>
        </p:blipFill>
        <p:spPr>
          <a:xfrm rot="10800000">
            <a:off x="7020095" y="11"/>
            <a:ext cx="2123899" cy="1192951"/>
          </a:xfrm>
          <a:prstGeom prst="rect">
            <a:avLst/>
          </a:prstGeom>
          <a:noFill/>
          <a:ln>
            <a:noFill/>
          </a:ln>
        </p:spPr>
      </p:pic>
      <p:sp>
        <p:nvSpPr>
          <p:cNvPr id="942" name="Google Shape;942;p131"/>
          <p:cNvSpPr txBox="1"/>
          <p:nvPr>
            <p:ph idx="1" type="body"/>
          </p:nvPr>
        </p:nvSpPr>
        <p:spPr>
          <a:xfrm>
            <a:off x="452400" y="1344125"/>
            <a:ext cx="3474000" cy="29232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943" name="Google Shape;943;p131"/>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944" name="Google Shape;944;p131"/>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945" name="Google Shape;945;p131"/>
          <p:cNvSpPr/>
          <p:nvPr/>
        </p:nvSpPr>
        <p:spPr>
          <a:xfrm>
            <a:off x="4118450" y="266700"/>
            <a:ext cx="4722300" cy="4459500"/>
          </a:xfrm>
          <a:prstGeom prst="roundRect">
            <a:avLst>
              <a:gd fmla="val 2467" name="adj"/>
            </a:avLst>
          </a:pr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6" name="Google Shape;946;p131"/>
          <p:cNvSpPr txBox="1"/>
          <p:nvPr>
            <p:ph idx="2" type="subTitle"/>
          </p:nvPr>
        </p:nvSpPr>
        <p:spPr>
          <a:xfrm>
            <a:off x="4256529" y="378199"/>
            <a:ext cx="4472100" cy="42156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800"/>
              <a:buFont typeface="Roboto Mono"/>
              <a:buNone/>
              <a:defRPr>
                <a:solidFill>
                  <a:schemeClr val="dk1"/>
                </a:solidFill>
                <a:latin typeface="Roboto Mono"/>
                <a:ea typeface="Roboto Mono"/>
                <a:cs typeface="Roboto Mono"/>
                <a:sym typeface="Roboto Mono"/>
              </a:defRPr>
            </a:lvl1pPr>
            <a:lvl2pPr lvl="1">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2pPr>
            <a:lvl3pPr lvl="2">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3pPr>
            <a:lvl4pPr lvl="3">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4pPr>
            <a:lvl5pPr lvl="4">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5pPr>
            <a:lvl6pPr lvl="5">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6pPr>
            <a:lvl7pPr lvl="6">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7pPr>
            <a:lvl8pPr lvl="7">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8pPr>
            <a:lvl9pPr lvl="8">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9pPr>
          </a:lstStyle>
          <a:p/>
        </p:txBody>
      </p:sp>
      <p:sp>
        <p:nvSpPr>
          <p:cNvPr id="947" name="Google Shape;947;p131"/>
          <p:cNvSpPr txBox="1"/>
          <p:nvPr>
            <p:ph idx="3" type="subTitle"/>
          </p:nvPr>
        </p:nvSpPr>
        <p:spPr>
          <a:xfrm>
            <a:off x="153900" y="4514325"/>
            <a:ext cx="1617300" cy="431700"/>
          </a:xfrm>
          <a:prstGeom prst="rect">
            <a:avLst/>
          </a:prstGeom>
          <a:solidFill>
            <a:srgbClr val="D7FFEE"/>
          </a:solidFill>
          <a:ln cap="flat" cmpd="sng" w="152400">
            <a:solidFill>
              <a:srgbClr val="D7FFEE"/>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948" name="Google Shape;948;p131"/>
          <p:cNvPicPr preferRelativeResize="0"/>
          <p:nvPr/>
        </p:nvPicPr>
        <p:blipFill>
          <a:blip r:embed="rId5">
            <a:alphaModFix/>
          </a:blip>
          <a:stretch>
            <a:fillRect/>
          </a:stretch>
        </p:blipFill>
        <p:spPr>
          <a:xfrm>
            <a:off x="452400" y="439975"/>
            <a:ext cx="654950" cy="654950"/>
          </a:xfrm>
          <a:prstGeom prst="rect">
            <a:avLst/>
          </a:prstGeom>
          <a:noFill/>
          <a:ln>
            <a:noFill/>
          </a:ln>
        </p:spPr>
      </p:pic>
      <p:sp>
        <p:nvSpPr>
          <p:cNvPr id="949" name="Google Shape;949;p131"/>
          <p:cNvSpPr txBox="1"/>
          <p:nvPr/>
        </p:nvSpPr>
        <p:spPr>
          <a:xfrm>
            <a:off x="1147375" y="322700"/>
            <a:ext cx="2653200" cy="8895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Check for </a:t>
            </a:r>
            <a:endParaRPr b="1" sz="2400">
              <a:latin typeface="Poppins"/>
              <a:ea typeface="Poppins"/>
              <a:cs typeface="Poppins"/>
              <a:sym typeface="Poppins"/>
            </a:endParaRPr>
          </a:p>
          <a:p>
            <a:pPr indent="0" lvl="0" marL="0" rtl="0" algn="l">
              <a:spcBef>
                <a:spcPts val="0"/>
              </a:spcBef>
              <a:spcAft>
                <a:spcPts val="0"/>
              </a:spcAft>
              <a:buNone/>
            </a:pPr>
            <a:r>
              <a:rPr b="1" lang="en" sz="2400">
                <a:latin typeface="Poppins"/>
                <a:ea typeface="Poppins"/>
                <a:cs typeface="Poppins"/>
                <a:sym typeface="Poppins"/>
              </a:rPr>
              <a:t>Understanding</a:t>
            </a:r>
            <a:endParaRPr/>
          </a:p>
        </p:txBody>
      </p:sp>
    </p:spTree>
  </p:cSld>
  <p:clrMapOvr>
    <a:masterClrMapping/>
  </p:clrMapOvr>
</p:sldLayout>
</file>

<file path=ppt/slideLayouts/slideLayout1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8 - Instructor Demo">
  <p:cSld name="CUSTOM_6_2_1_1_1_2">
    <p:spTree>
      <p:nvGrpSpPr>
        <p:cNvPr id="950" name="Shape 950"/>
        <p:cNvGrpSpPr/>
        <p:nvPr/>
      </p:nvGrpSpPr>
      <p:grpSpPr>
        <a:xfrm>
          <a:off x="0" y="0"/>
          <a:ext cx="0" cy="0"/>
          <a:chOff x="0" y="0"/>
          <a:chExt cx="0" cy="0"/>
        </a:xfrm>
      </p:grpSpPr>
      <p:pic>
        <p:nvPicPr>
          <p:cNvPr id="951" name="Google Shape;951;p132"/>
          <p:cNvPicPr preferRelativeResize="0"/>
          <p:nvPr/>
        </p:nvPicPr>
        <p:blipFill rotWithShape="1">
          <a:blip r:embed="rId2">
            <a:alphaModFix/>
          </a:blip>
          <a:srcRect b="74121" l="54584" r="17188" t="10928"/>
          <a:stretch/>
        </p:blipFill>
        <p:spPr>
          <a:xfrm>
            <a:off x="0" y="4089375"/>
            <a:ext cx="2024750" cy="1054123"/>
          </a:xfrm>
          <a:prstGeom prst="rect">
            <a:avLst/>
          </a:prstGeom>
          <a:noFill/>
          <a:ln>
            <a:noFill/>
          </a:ln>
        </p:spPr>
      </p:pic>
      <p:pic>
        <p:nvPicPr>
          <p:cNvPr id="952" name="Google Shape;952;p132"/>
          <p:cNvPicPr preferRelativeResize="0"/>
          <p:nvPr/>
        </p:nvPicPr>
        <p:blipFill rotWithShape="1">
          <a:blip r:embed="rId3">
            <a:alphaModFix/>
          </a:blip>
          <a:srcRect b="10675" l="33626" r="26315" t="71928"/>
          <a:stretch/>
        </p:blipFill>
        <p:spPr>
          <a:xfrm>
            <a:off x="0" y="4192550"/>
            <a:ext cx="2189575" cy="950951"/>
          </a:xfrm>
          <a:prstGeom prst="rect">
            <a:avLst/>
          </a:prstGeom>
          <a:noFill/>
          <a:ln>
            <a:noFill/>
          </a:ln>
        </p:spPr>
      </p:pic>
      <p:pic>
        <p:nvPicPr>
          <p:cNvPr id="953" name="Google Shape;953;p132"/>
          <p:cNvPicPr preferRelativeResize="0"/>
          <p:nvPr/>
        </p:nvPicPr>
        <p:blipFill>
          <a:blip r:embed="rId4">
            <a:alphaModFix/>
          </a:blip>
          <a:stretch>
            <a:fillRect/>
          </a:stretch>
        </p:blipFill>
        <p:spPr>
          <a:xfrm>
            <a:off x="452400" y="439975"/>
            <a:ext cx="654950" cy="654950"/>
          </a:xfrm>
          <a:prstGeom prst="rect">
            <a:avLst/>
          </a:prstGeom>
          <a:noFill/>
          <a:ln>
            <a:noFill/>
          </a:ln>
        </p:spPr>
      </p:pic>
      <p:sp>
        <p:nvSpPr>
          <p:cNvPr id="954" name="Google Shape;954;p132"/>
          <p:cNvSpPr txBox="1"/>
          <p:nvPr>
            <p:ph idx="1" type="subTitle"/>
          </p:nvPr>
        </p:nvSpPr>
        <p:spPr>
          <a:xfrm>
            <a:off x="7103500" y="551600"/>
            <a:ext cx="1617300" cy="431700"/>
          </a:xfrm>
          <a:prstGeom prst="rect">
            <a:avLst/>
          </a:prstGeom>
          <a:solidFill>
            <a:srgbClr val="FFEEFF"/>
          </a:solidFill>
          <a:ln cap="flat" cmpd="sng" w="152400">
            <a:solidFill>
              <a:srgbClr val="FFEEFF"/>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955" name="Google Shape;955;p132"/>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956" name="Google Shape;956;p132"/>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957" name="Google Shape;957;p132"/>
          <p:cNvSpPr txBox="1"/>
          <p:nvPr/>
        </p:nvSpPr>
        <p:spPr>
          <a:xfrm>
            <a:off x="1154000" y="440000"/>
            <a:ext cx="42393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Instructor Demo</a:t>
            </a:r>
            <a:endParaRPr/>
          </a:p>
        </p:txBody>
      </p:sp>
      <p:sp>
        <p:nvSpPr>
          <p:cNvPr id="958" name="Google Shape;958;p132"/>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959" name="Google Shape;959;p132"/>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1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9 - Exit Ticket">
  <p:cSld name="CUSTOM_6_2_1_1_1_1">
    <p:spTree>
      <p:nvGrpSpPr>
        <p:cNvPr id="960" name="Shape 960"/>
        <p:cNvGrpSpPr/>
        <p:nvPr/>
      </p:nvGrpSpPr>
      <p:grpSpPr>
        <a:xfrm>
          <a:off x="0" y="0"/>
          <a:ext cx="0" cy="0"/>
          <a:chOff x="0" y="0"/>
          <a:chExt cx="0" cy="0"/>
        </a:xfrm>
      </p:grpSpPr>
      <p:pic>
        <p:nvPicPr>
          <p:cNvPr id="961" name="Google Shape;961;p133"/>
          <p:cNvPicPr preferRelativeResize="0"/>
          <p:nvPr/>
        </p:nvPicPr>
        <p:blipFill rotWithShape="1">
          <a:blip r:embed="rId2">
            <a:alphaModFix/>
          </a:blip>
          <a:srcRect b="0" l="0" r="2248" t="69501"/>
          <a:stretch/>
        </p:blipFill>
        <p:spPr>
          <a:xfrm rot="10800000">
            <a:off x="-13874" y="4314577"/>
            <a:ext cx="2158724" cy="828923"/>
          </a:xfrm>
          <a:prstGeom prst="rect">
            <a:avLst/>
          </a:prstGeom>
          <a:noFill/>
          <a:ln>
            <a:noFill/>
          </a:ln>
        </p:spPr>
      </p:pic>
      <p:pic>
        <p:nvPicPr>
          <p:cNvPr id="962" name="Google Shape;962;p133"/>
          <p:cNvPicPr preferRelativeResize="0"/>
          <p:nvPr/>
        </p:nvPicPr>
        <p:blipFill rotWithShape="1">
          <a:blip r:embed="rId3">
            <a:alphaModFix/>
          </a:blip>
          <a:srcRect b="10675" l="33626" r="26315" t="71928"/>
          <a:stretch/>
        </p:blipFill>
        <p:spPr>
          <a:xfrm>
            <a:off x="0" y="4248650"/>
            <a:ext cx="2060400" cy="894850"/>
          </a:xfrm>
          <a:prstGeom prst="rect">
            <a:avLst/>
          </a:prstGeom>
          <a:noFill/>
          <a:ln>
            <a:noFill/>
          </a:ln>
        </p:spPr>
      </p:pic>
      <p:pic>
        <p:nvPicPr>
          <p:cNvPr id="963" name="Google Shape;963;p133"/>
          <p:cNvPicPr preferRelativeResize="0"/>
          <p:nvPr/>
        </p:nvPicPr>
        <p:blipFill>
          <a:blip r:embed="rId4">
            <a:alphaModFix/>
          </a:blip>
          <a:stretch>
            <a:fillRect/>
          </a:stretch>
        </p:blipFill>
        <p:spPr>
          <a:xfrm>
            <a:off x="452400" y="439975"/>
            <a:ext cx="654950" cy="654950"/>
          </a:xfrm>
          <a:prstGeom prst="rect">
            <a:avLst/>
          </a:prstGeom>
          <a:noFill/>
          <a:ln>
            <a:noFill/>
          </a:ln>
        </p:spPr>
      </p:pic>
      <p:sp>
        <p:nvSpPr>
          <p:cNvPr id="964" name="Google Shape;964;p133"/>
          <p:cNvSpPr txBox="1"/>
          <p:nvPr>
            <p:ph idx="1" type="subTitle"/>
          </p:nvPr>
        </p:nvSpPr>
        <p:spPr>
          <a:xfrm>
            <a:off x="7103500" y="551600"/>
            <a:ext cx="1617300" cy="431700"/>
          </a:xfrm>
          <a:prstGeom prst="rect">
            <a:avLst/>
          </a:prstGeom>
          <a:solidFill>
            <a:srgbClr val="E9F6FF"/>
          </a:solidFill>
          <a:ln cap="flat" cmpd="sng" w="152400">
            <a:solidFill>
              <a:srgbClr val="E9F6FF"/>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965" name="Google Shape;965;p133"/>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966" name="Google Shape;966;p133"/>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967" name="Google Shape;967;p133"/>
          <p:cNvSpPr txBox="1"/>
          <p:nvPr/>
        </p:nvSpPr>
        <p:spPr>
          <a:xfrm>
            <a:off x="1154000" y="440000"/>
            <a:ext cx="42393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Exit Ticket</a:t>
            </a:r>
            <a:endParaRPr/>
          </a:p>
        </p:txBody>
      </p:sp>
      <p:sp>
        <p:nvSpPr>
          <p:cNvPr id="968" name="Google Shape;968;p133"/>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969" name="Google Shape;969;p133"/>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1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4 - Waterfall">
  <p:cSld name="CUSTOM_6_2_1_1_1_1_1">
    <p:spTree>
      <p:nvGrpSpPr>
        <p:cNvPr id="970" name="Shape 970"/>
        <p:cNvGrpSpPr/>
        <p:nvPr/>
      </p:nvGrpSpPr>
      <p:grpSpPr>
        <a:xfrm>
          <a:off x="0" y="0"/>
          <a:ext cx="0" cy="0"/>
          <a:chOff x="0" y="0"/>
          <a:chExt cx="0" cy="0"/>
        </a:xfrm>
      </p:grpSpPr>
      <p:pic>
        <p:nvPicPr>
          <p:cNvPr id="971" name="Google Shape;971;p134"/>
          <p:cNvPicPr preferRelativeResize="0"/>
          <p:nvPr/>
        </p:nvPicPr>
        <p:blipFill>
          <a:blip r:embed="rId2">
            <a:alphaModFix/>
          </a:blip>
          <a:stretch>
            <a:fillRect/>
          </a:stretch>
        </p:blipFill>
        <p:spPr>
          <a:xfrm>
            <a:off x="7152175" y="4875550"/>
            <a:ext cx="1541202" cy="142200"/>
          </a:xfrm>
          <a:prstGeom prst="rect">
            <a:avLst/>
          </a:prstGeom>
          <a:noFill/>
          <a:ln>
            <a:noFill/>
          </a:ln>
        </p:spPr>
      </p:pic>
      <p:sp>
        <p:nvSpPr>
          <p:cNvPr id="972" name="Google Shape;972;p134"/>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973" name="Google Shape;973;p134"/>
          <p:cNvSpPr txBox="1"/>
          <p:nvPr/>
        </p:nvSpPr>
        <p:spPr>
          <a:xfrm>
            <a:off x="1270675" y="440000"/>
            <a:ext cx="42393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One Good Thing</a:t>
            </a:r>
            <a:endParaRPr/>
          </a:p>
        </p:txBody>
      </p:sp>
      <p:pic>
        <p:nvPicPr>
          <p:cNvPr id="974" name="Google Shape;974;p134"/>
          <p:cNvPicPr preferRelativeResize="0"/>
          <p:nvPr/>
        </p:nvPicPr>
        <p:blipFill>
          <a:blip r:embed="rId3">
            <a:alphaModFix/>
          </a:blip>
          <a:stretch>
            <a:fillRect/>
          </a:stretch>
        </p:blipFill>
        <p:spPr>
          <a:xfrm>
            <a:off x="499050" y="439975"/>
            <a:ext cx="654950" cy="654950"/>
          </a:xfrm>
          <a:prstGeom prst="rect">
            <a:avLst/>
          </a:prstGeom>
          <a:noFill/>
          <a:ln>
            <a:noFill/>
          </a:ln>
        </p:spPr>
      </p:pic>
      <p:sp>
        <p:nvSpPr>
          <p:cNvPr id="975" name="Google Shape;975;p134"/>
          <p:cNvSpPr txBox="1"/>
          <p:nvPr/>
        </p:nvSpPr>
        <p:spPr>
          <a:xfrm>
            <a:off x="1050100" y="1332050"/>
            <a:ext cx="7204800" cy="2678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latin typeface="Poppins"/>
                <a:ea typeface="Poppins"/>
                <a:cs typeface="Poppins"/>
                <a:sym typeface="Poppins"/>
              </a:rPr>
              <a:t>Let’s reflect on today’s session. </a:t>
            </a:r>
            <a:r>
              <a:rPr lang="en" sz="1800">
                <a:solidFill>
                  <a:schemeClr val="dk1"/>
                </a:solidFill>
                <a:latin typeface="Poppins"/>
                <a:ea typeface="Poppins"/>
                <a:cs typeface="Poppins"/>
                <a:sym typeface="Poppins"/>
              </a:rPr>
              <a:t>Maybe you got a question answered, overcame a specific coding challenge, or learned how to do something completely new! </a:t>
            </a:r>
            <a:endParaRPr sz="1800">
              <a:solidFill>
                <a:schemeClr val="dk1"/>
              </a:solidFill>
              <a:latin typeface="Poppins"/>
              <a:ea typeface="Poppins"/>
              <a:cs typeface="Poppins"/>
              <a:sym typeface="Poppins"/>
            </a:endParaRPr>
          </a:p>
          <a:p>
            <a:pPr indent="0" lvl="0" marL="0" rtl="0" algn="l">
              <a:spcBef>
                <a:spcPts val="0"/>
              </a:spcBef>
              <a:spcAft>
                <a:spcPts val="0"/>
              </a:spcAft>
              <a:buNone/>
            </a:pPr>
            <a:r>
              <a:t/>
            </a:r>
            <a:endParaRPr sz="1800">
              <a:latin typeface="Poppins"/>
              <a:ea typeface="Poppins"/>
              <a:cs typeface="Poppins"/>
              <a:sym typeface="Poppins"/>
            </a:endParaRPr>
          </a:p>
          <a:p>
            <a:pPr indent="0" lvl="0" marL="0" rtl="0" algn="l">
              <a:spcBef>
                <a:spcPts val="0"/>
              </a:spcBef>
              <a:spcAft>
                <a:spcPts val="0"/>
              </a:spcAft>
              <a:buNone/>
            </a:pPr>
            <a:r>
              <a:t/>
            </a:r>
            <a:endParaRPr sz="1800">
              <a:latin typeface="Poppins"/>
              <a:ea typeface="Poppins"/>
              <a:cs typeface="Poppins"/>
              <a:sym typeface="Poppins"/>
            </a:endParaRPr>
          </a:p>
          <a:p>
            <a:pPr indent="0" lvl="0" marL="0" rtl="0" algn="l">
              <a:spcBef>
                <a:spcPts val="0"/>
              </a:spcBef>
              <a:spcAft>
                <a:spcPts val="0"/>
              </a:spcAft>
              <a:buNone/>
            </a:pPr>
            <a:r>
              <a:rPr b="1" lang="en" sz="1800">
                <a:latin typeface="Poppins"/>
                <a:ea typeface="Poppins"/>
                <a:cs typeface="Poppins"/>
                <a:sym typeface="Poppins"/>
              </a:rPr>
              <a:t>In the chat, share at least one good thing you’ve learned or experienced during the session today. </a:t>
            </a:r>
            <a:endParaRPr b="1" sz="1800">
              <a:latin typeface="Poppins"/>
              <a:ea typeface="Poppins"/>
              <a:cs typeface="Poppins"/>
              <a:sym typeface="Poppins"/>
            </a:endParaRPr>
          </a:p>
          <a:p>
            <a:pPr indent="0" lvl="0" marL="0" rtl="0" algn="l">
              <a:spcBef>
                <a:spcPts val="0"/>
              </a:spcBef>
              <a:spcAft>
                <a:spcPts val="0"/>
              </a:spcAft>
              <a:buNone/>
            </a:pPr>
            <a:r>
              <a:t/>
            </a:r>
            <a:endParaRPr b="1" sz="1800">
              <a:latin typeface="Poppins"/>
              <a:ea typeface="Poppins"/>
              <a:cs typeface="Poppins"/>
              <a:sym typeface="Poppins"/>
            </a:endParaRPr>
          </a:p>
          <a:p>
            <a:pPr indent="0" lvl="0" marL="0" rtl="0" algn="l">
              <a:spcBef>
                <a:spcPts val="0"/>
              </a:spcBef>
              <a:spcAft>
                <a:spcPts val="0"/>
              </a:spcAft>
              <a:buNone/>
            </a:pPr>
            <a:r>
              <a:rPr lang="en" sz="1800">
                <a:latin typeface="Poppins"/>
                <a:ea typeface="Poppins"/>
                <a:cs typeface="Poppins"/>
                <a:sym typeface="Poppins"/>
              </a:rPr>
              <a:t>Let’s celebrate together!</a:t>
            </a:r>
            <a:endParaRPr sz="1800">
              <a:latin typeface="Poppins"/>
              <a:ea typeface="Poppins"/>
              <a:cs typeface="Poppins"/>
              <a:sym typeface="Poppins"/>
            </a:endParaRPr>
          </a:p>
        </p:txBody>
      </p:sp>
      <p:pic>
        <p:nvPicPr>
          <p:cNvPr id="976" name="Google Shape;976;p134"/>
          <p:cNvPicPr preferRelativeResize="0"/>
          <p:nvPr/>
        </p:nvPicPr>
        <p:blipFill>
          <a:blip r:embed="rId4">
            <a:alphaModFix/>
          </a:blip>
          <a:stretch>
            <a:fillRect/>
          </a:stretch>
        </p:blipFill>
        <p:spPr>
          <a:xfrm>
            <a:off x="4137575" y="3564500"/>
            <a:ext cx="654950" cy="654950"/>
          </a:xfrm>
          <a:prstGeom prst="rect">
            <a:avLst/>
          </a:prstGeom>
          <a:noFill/>
          <a:ln>
            <a:noFill/>
          </a:ln>
        </p:spPr>
      </p:pic>
    </p:spTree>
  </p:cSld>
  <p:clrMapOvr>
    <a:masterClrMapping/>
  </p:clrMapOvr>
</p:sldLayout>
</file>

<file path=ppt/slideLayouts/slideLayout1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 - Section Card">
  <p:cSld name="CUSTOM_2">
    <p:spTree>
      <p:nvGrpSpPr>
        <p:cNvPr id="977" name="Shape 977"/>
        <p:cNvGrpSpPr/>
        <p:nvPr/>
      </p:nvGrpSpPr>
      <p:grpSpPr>
        <a:xfrm>
          <a:off x="0" y="0"/>
          <a:ext cx="0" cy="0"/>
          <a:chOff x="0" y="0"/>
          <a:chExt cx="0" cy="0"/>
        </a:xfrm>
      </p:grpSpPr>
      <p:pic>
        <p:nvPicPr>
          <p:cNvPr descr="Divider1.png" id="978" name="Google Shape;978;p135"/>
          <p:cNvPicPr preferRelativeResize="0"/>
          <p:nvPr/>
        </p:nvPicPr>
        <p:blipFill rotWithShape="1">
          <a:blip r:embed="rId2">
            <a:alphaModFix/>
          </a:blip>
          <a:srcRect b="0" l="0" r="0" t="0"/>
          <a:stretch/>
        </p:blipFill>
        <p:spPr>
          <a:xfrm>
            <a:off x="0" y="0"/>
            <a:ext cx="9144002" cy="5143501"/>
          </a:xfrm>
          <a:prstGeom prst="rect">
            <a:avLst/>
          </a:prstGeom>
          <a:noFill/>
          <a:ln>
            <a:noFill/>
          </a:ln>
        </p:spPr>
      </p:pic>
      <p:sp>
        <p:nvSpPr>
          <p:cNvPr id="979" name="Google Shape;979;p135"/>
          <p:cNvSpPr txBox="1"/>
          <p:nvPr>
            <p:ph type="title"/>
          </p:nvPr>
        </p:nvSpPr>
        <p:spPr>
          <a:xfrm>
            <a:off x="884825" y="2317200"/>
            <a:ext cx="3157800" cy="509100"/>
          </a:xfrm>
          <a:prstGeom prst="rect">
            <a:avLst/>
          </a:prstGeom>
          <a:solidFill>
            <a:srgbClr val="1B1C57"/>
          </a:solidFill>
          <a:ln cap="flat" cmpd="sng" w="228600">
            <a:solidFill>
              <a:srgbClr val="1B1C57"/>
            </a:solidFill>
            <a:prstDash val="solid"/>
            <a:round/>
            <a:headEnd len="sm" w="sm" type="none"/>
            <a:tailEnd len="sm" w="sm" type="none"/>
          </a:ln>
        </p:spPr>
        <p:txBody>
          <a:bodyPr anchorCtr="0" anchor="ctr" bIns="91425" lIns="91425" spcFirstLastPara="1" rIns="91425" wrap="square" tIns="91425">
            <a:noAutofit/>
          </a:bodyPr>
          <a:lstStyle>
            <a:lvl1pPr lvl="0">
              <a:spcBef>
                <a:spcPts val="0"/>
              </a:spcBef>
              <a:spcAft>
                <a:spcPts val="0"/>
              </a:spcAft>
              <a:buClr>
                <a:schemeClr val="lt1"/>
              </a:buClr>
              <a:buSzPts val="3200"/>
              <a:buFont typeface="Space Mono"/>
              <a:buNone/>
              <a:defRPr sz="3200">
                <a:solidFill>
                  <a:schemeClr val="lt1"/>
                </a:solidFill>
                <a:latin typeface="Space Mono"/>
                <a:ea typeface="Space Mono"/>
                <a:cs typeface="Space Mono"/>
                <a:sym typeface="Space Mono"/>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80" name="Google Shape;980;p135"/>
          <p:cNvSpPr txBox="1"/>
          <p:nvPr>
            <p:ph idx="1" type="subTitle"/>
          </p:nvPr>
        </p:nvSpPr>
        <p:spPr>
          <a:xfrm>
            <a:off x="785650" y="1770100"/>
            <a:ext cx="4127100" cy="3882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spcBef>
                <a:spcPts val="0"/>
              </a:spcBef>
              <a:spcAft>
                <a:spcPts val="0"/>
              </a:spcAft>
              <a:buSzPts val="1400"/>
              <a:buFont typeface="Poppins"/>
              <a:buNone/>
              <a:defRPr>
                <a:latin typeface="Poppins"/>
                <a:ea typeface="Poppins"/>
                <a:cs typeface="Poppins"/>
                <a:sym typeface="Poppins"/>
              </a:defRPr>
            </a:lvl2pPr>
            <a:lvl3pPr lvl="2">
              <a:spcBef>
                <a:spcPts val="1600"/>
              </a:spcBef>
              <a:spcAft>
                <a:spcPts val="0"/>
              </a:spcAft>
              <a:buSzPts val="1400"/>
              <a:buFont typeface="Poppins"/>
              <a:buNone/>
              <a:defRPr>
                <a:latin typeface="Poppins"/>
                <a:ea typeface="Poppins"/>
                <a:cs typeface="Poppins"/>
                <a:sym typeface="Poppins"/>
              </a:defRPr>
            </a:lvl3pPr>
            <a:lvl4pPr lvl="3">
              <a:spcBef>
                <a:spcPts val="1600"/>
              </a:spcBef>
              <a:spcAft>
                <a:spcPts val="0"/>
              </a:spcAft>
              <a:buSzPts val="1400"/>
              <a:buFont typeface="Poppins"/>
              <a:buNone/>
              <a:defRPr>
                <a:latin typeface="Poppins"/>
                <a:ea typeface="Poppins"/>
                <a:cs typeface="Poppins"/>
                <a:sym typeface="Poppins"/>
              </a:defRPr>
            </a:lvl4pPr>
            <a:lvl5pPr lvl="4">
              <a:spcBef>
                <a:spcPts val="1600"/>
              </a:spcBef>
              <a:spcAft>
                <a:spcPts val="0"/>
              </a:spcAft>
              <a:buSzPts val="1400"/>
              <a:buFont typeface="Poppins"/>
              <a:buNone/>
              <a:defRPr>
                <a:latin typeface="Poppins"/>
                <a:ea typeface="Poppins"/>
                <a:cs typeface="Poppins"/>
                <a:sym typeface="Poppins"/>
              </a:defRPr>
            </a:lvl5pPr>
            <a:lvl6pPr lvl="5">
              <a:spcBef>
                <a:spcPts val="1600"/>
              </a:spcBef>
              <a:spcAft>
                <a:spcPts val="0"/>
              </a:spcAft>
              <a:buSzPts val="1400"/>
              <a:buFont typeface="Poppins"/>
              <a:buNone/>
              <a:defRPr>
                <a:latin typeface="Poppins"/>
                <a:ea typeface="Poppins"/>
                <a:cs typeface="Poppins"/>
                <a:sym typeface="Poppins"/>
              </a:defRPr>
            </a:lvl6pPr>
            <a:lvl7pPr lvl="6">
              <a:spcBef>
                <a:spcPts val="1600"/>
              </a:spcBef>
              <a:spcAft>
                <a:spcPts val="0"/>
              </a:spcAft>
              <a:buSzPts val="1400"/>
              <a:buFont typeface="Poppins"/>
              <a:buNone/>
              <a:defRPr>
                <a:latin typeface="Poppins"/>
                <a:ea typeface="Poppins"/>
                <a:cs typeface="Poppins"/>
                <a:sym typeface="Poppins"/>
              </a:defRPr>
            </a:lvl7pPr>
            <a:lvl8pPr lvl="7">
              <a:spcBef>
                <a:spcPts val="1600"/>
              </a:spcBef>
              <a:spcAft>
                <a:spcPts val="0"/>
              </a:spcAft>
              <a:buSzPts val="1400"/>
              <a:buFont typeface="Poppins"/>
              <a:buNone/>
              <a:defRPr>
                <a:latin typeface="Poppins"/>
                <a:ea typeface="Poppins"/>
                <a:cs typeface="Poppins"/>
                <a:sym typeface="Poppins"/>
              </a:defRPr>
            </a:lvl8pPr>
            <a:lvl9pPr lvl="8">
              <a:spcBef>
                <a:spcPts val="1600"/>
              </a:spcBef>
              <a:spcAft>
                <a:spcPts val="1600"/>
              </a:spcAft>
              <a:buSzPts val="1400"/>
              <a:buFont typeface="Poppins"/>
              <a:buNone/>
              <a:defRPr>
                <a:latin typeface="Poppins"/>
                <a:ea typeface="Poppins"/>
                <a:cs typeface="Poppins"/>
                <a:sym typeface="Poppins"/>
              </a:defRPr>
            </a:lvl9pPr>
          </a:lstStyle>
          <a:p/>
        </p:txBody>
      </p:sp>
    </p:spTree>
  </p:cSld>
  <p:clrMapOvr>
    <a:masterClrMapping/>
  </p:clrMapOvr>
</p:sldLayout>
</file>

<file path=ppt/slideLayouts/slideLayout1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1 - Main Idea">
  <p:cSld name="CUSTOM_5">
    <p:spTree>
      <p:nvGrpSpPr>
        <p:cNvPr id="981" name="Shape 981"/>
        <p:cNvGrpSpPr/>
        <p:nvPr/>
      </p:nvGrpSpPr>
      <p:grpSpPr>
        <a:xfrm>
          <a:off x="0" y="0"/>
          <a:ext cx="0" cy="0"/>
          <a:chOff x="0" y="0"/>
          <a:chExt cx="0" cy="0"/>
        </a:xfrm>
      </p:grpSpPr>
      <p:pic>
        <p:nvPicPr>
          <p:cNvPr id="982" name="Google Shape;982;p136"/>
          <p:cNvPicPr preferRelativeResize="0"/>
          <p:nvPr/>
        </p:nvPicPr>
        <p:blipFill rotWithShape="1">
          <a:blip r:embed="rId2">
            <a:alphaModFix/>
          </a:blip>
          <a:srcRect b="0" l="0" r="0" t="1225"/>
          <a:stretch/>
        </p:blipFill>
        <p:spPr>
          <a:xfrm>
            <a:off x="0" y="0"/>
            <a:ext cx="9144000" cy="5143500"/>
          </a:xfrm>
          <a:prstGeom prst="rect">
            <a:avLst/>
          </a:prstGeom>
          <a:noFill/>
          <a:ln>
            <a:noFill/>
          </a:ln>
        </p:spPr>
      </p:pic>
      <p:pic>
        <p:nvPicPr>
          <p:cNvPr id="983" name="Google Shape;983;p136"/>
          <p:cNvPicPr preferRelativeResize="0"/>
          <p:nvPr/>
        </p:nvPicPr>
        <p:blipFill>
          <a:blip r:embed="rId3">
            <a:alphaModFix/>
          </a:blip>
          <a:stretch>
            <a:fillRect/>
          </a:stretch>
        </p:blipFill>
        <p:spPr>
          <a:xfrm>
            <a:off x="539025" y="474201"/>
            <a:ext cx="3657599" cy="3657599"/>
          </a:xfrm>
          <a:prstGeom prst="rect">
            <a:avLst/>
          </a:prstGeom>
          <a:noFill/>
          <a:ln>
            <a:noFill/>
          </a:ln>
        </p:spPr>
      </p:pic>
      <p:sp>
        <p:nvSpPr>
          <p:cNvPr id="984" name="Google Shape;984;p136"/>
          <p:cNvSpPr/>
          <p:nvPr/>
        </p:nvSpPr>
        <p:spPr>
          <a:xfrm>
            <a:off x="1071950" y="892850"/>
            <a:ext cx="5283900" cy="2820300"/>
          </a:xfrm>
          <a:prstGeom prst="roundRect">
            <a:avLst>
              <a:gd fmla="val 16667" name="adj"/>
            </a:avLst>
          </a:prstGeom>
          <a:solidFill>
            <a:srgbClr val="1B1C5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5" name="Google Shape;985;p136"/>
          <p:cNvSpPr txBox="1"/>
          <p:nvPr>
            <p:ph type="title"/>
          </p:nvPr>
        </p:nvSpPr>
        <p:spPr>
          <a:xfrm>
            <a:off x="1071950" y="892850"/>
            <a:ext cx="5283900" cy="2820300"/>
          </a:xfrm>
          <a:prstGeom prst="rect">
            <a:avLst/>
          </a:prstGeom>
        </p:spPr>
        <p:txBody>
          <a:bodyPr anchorCtr="0" anchor="ctr" bIns="91425" lIns="274300" spcFirstLastPara="1" rIns="274300" wrap="square" tIns="91425">
            <a:noAutofit/>
          </a:bodyPr>
          <a:lstStyle>
            <a:lvl1pPr lvl="0">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1pPr>
            <a:lvl2pPr lvl="1">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2pPr>
            <a:lvl3pPr lvl="2">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3pPr>
            <a:lvl4pPr lvl="3">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4pPr>
            <a:lvl5pPr lvl="4">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5pPr>
            <a:lvl6pPr lvl="5">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6pPr>
            <a:lvl7pPr lvl="6">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7pPr>
            <a:lvl8pPr lvl="7">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8pPr>
            <a:lvl9pPr lvl="8">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9pPr>
          </a:lstStyle>
          <a:p/>
        </p:txBody>
      </p:sp>
    </p:spTree>
  </p:cSld>
  <p:clrMapOvr>
    <a:masterClrMapping/>
  </p:clrMapOvr>
</p:sldLayout>
</file>

<file path=ppt/slideLayouts/slideLayout1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2 - Background Card">
  <p:cSld name="CUSTOM_5_1">
    <p:spTree>
      <p:nvGrpSpPr>
        <p:cNvPr id="986" name="Shape 986"/>
        <p:cNvGrpSpPr/>
        <p:nvPr/>
      </p:nvGrpSpPr>
      <p:grpSpPr>
        <a:xfrm>
          <a:off x="0" y="0"/>
          <a:ext cx="0" cy="0"/>
          <a:chOff x="0" y="0"/>
          <a:chExt cx="0" cy="0"/>
        </a:xfrm>
      </p:grpSpPr>
      <p:pic>
        <p:nvPicPr>
          <p:cNvPr id="987" name="Google Shape;987;p137"/>
          <p:cNvPicPr preferRelativeResize="0"/>
          <p:nvPr/>
        </p:nvPicPr>
        <p:blipFill rotWithShape="1">
          <a:blip r:embed="rId2">
            <a:alphaModFix/>
          </a:blip>
          <a:srcRect b="29727" l="20060" r="22063" t="37150"/>
          <a:stretch/>
        </p:blipFill>
        <p:spPr>
          <a:xfrm>
            <a:off x="0" y="0"/>
            <a:ext cx="9144003" cy="5143502"/>
          </a:xfrm>
          <a:prstGeom prst="rect">
            <a:avLst/>
          </a:prstGeom>
          <a:noFill/>
          <a:ln>
            <a:noFill/>
          </a:ln>
        </p:spPr>
      </p:pic>
    </p:spTree>
  </p:cSld>
  <p:clrMapOvr>
    <a:masterClrMapping/>
  </p:clrMapOvr>
</p:sldLayout>
</file>

<file path=ppt/slideLayouts/slideLayout1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type="blank">
  <p:cSld name="BLANK">
    <p:spTree>
      <p:nvGrpSpPr>
        <p:cNvPr id="988" name="Shape 988"/>
        <p:cNvGrpSpPr/>
        <p:nvPr/>
      </p:nvGrpSpPr>
      <p:grpSpPr>
        <a:xfrm>
          <a:off x="0" y="0"/>
          <a:ext cx="0" cy="0"/>
          <a:chOff x="0" y="0"/>
          <a:chExt cx="0" cy="0"/>
        </a:xfrm>
      </p:grpSpPr>
    </p:spTree>
  </p:cSld>
  <p:clrMapOvr>
    <a:masterClrMapping/>
  </p:clrMapOvr>
</p:sldLayout>
</file>

<file path=ppt/slideLayouts/slideLayout1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3 - Glows &amp; Grows">
  <p:cSld name="CUSTOM_1_1_1_2">
    <p:spTree>
      <p:nvGrpSpPr>
        <p:cNvPr id="989" name="Shape 989"/>
        <p:cNvGrpSpPr/>
        <p:nvPr/>
      </p:nvGrpSpPr>
      <p:grpSpPr>
        <a:xfrm>
          <a:off x="0" y="0"/>
          <a:ext cx="0" cy="0"/>
          <a:chOff x="0" y="0"/>
          <a:chExt cx="0" cy="0"/>
        </a:xfrm>
      </p:grpSpPr>
      <p:grpSp>
        <p:nvGrpSpPr>
          <p:cNvPr id="990" name="Google Shape;990;p139"/>
          <p:cNvGrpSpPr/>
          <p:nvPr/>
        </p:nvGrpSpPr>
        <p:grpSpPr>
          <a:xfrm>
            <a:off x="6262100" y="-3850"/>
            <a:ext cx="2886900" cy="485125"/>
            <a:chOff x="6262100" y="-3850"/>
            <a:chExt cx="2886900" cy="485125"/>
          </a:xfrm>
        </p:grpSpPr>
        <p:pic>
          <p:nvPicPr>
            <p:cNvPr descr="1.png" id="991" name="Google Shape;991;p139"/>
            <p:cNvPicPr preferRelativeResize="0"/>
            <p:nvPr/>
          </p:nvPicPr>
          <p:blipFill rotWithShape="1">
            <a:blip r:embed="rId2">
              <a:alphaModFix/>
            </a:blip>
            <a:srcRect b="88506" l="21895" r="16532" t="0"/>
            <a:stretch/>
          </p:blipFill>
          <p:spPr>
            <a:xfrm rot="10800000">
              <a:off x="6539872" y="1"/>
              <a:ext cx="2609128" cy="481274"/>
            </a:xfrm>
            <a:prstGeom prst="rect">
              <a:avLst/>
            </a:prstGeom>
            <a:noFill/>
            <a:ln>
              <a:noFill/>
            </a:ln>
          </p:spPr>
        </p:pic>
        <p:pic>
          <p:nvPicPr>
            <p:cNvPr descr="Image" id="992" name="Google Shape;992;p139"/>
            <p:cNvPicPr preferRelativeResize="0"/>
            <p:nvPr/>
          </p:nvPicPr>
          <p:blipFill rotWithShape="1">
            <a:blip r:embed="rId3">
              <a:alphaModFix/>
            </a:blip>
            <a:srcRect b="54291" l="0" r="0" t="36404"/>
            <a:stretch/>
          </p:blipFill>
          <p:spPr>
            <a:xfrm>
              <a:off x="6262100" y="-3850"/>
              <a:ext cx="1898600" cy="176650"/>
            </a:xfrm>
            <a:prstGeom prst="rect">
              <a:avLst/>
            </a:prstGeom>
            <a:noFill/>
            <a:ln>
              <a:noFill/>
            </a:ln>
          </p:spPr>
        </p:pic>
      </p:grpSp>
      <p:pic>
        <p:nvPicPr>
          <p:cNvPr descr="1.png" id="993" name="Google Shape;993;p139"/>
          <p:cNvPicPr preferRelativeResize="0"/>
          <p:nvPr/>
        </p:nvPicPr>
        <p:blipFill rotWithShape="1">
          <a:blip r:embed="rId2">
            <a:alphaModFix/>
          </a:blip>
          <a:srcRect b="0" l="29746" r="0" t="86858"/>
          <a:stretch/>
        </p:blipFill>
        <p:spPr>
          <a:xfrm rot="-5400000">
            <a:off x="-1232301" y="3379801"/>
            <a:ext cx="2977026" cy="550273"/>
          </a:xfrm>
          <a:prstGeom prst="rect">
            <a:avLst/>
          </a:prstGeom>
          <a:noFill/>
          <a:ln>
            <a:noFill/>
          </a:ln>
        </p:spPr>
      </p:pic>
      <p:pic>
        <p:nvPicPr>
          <p:cNvPr descr="Image" id="994" name="Google Shape;994;p139"/>
          <p:cNvPicPr preferRelativeResize="0"/>
          <p:nvPr/>
        </p:nvPicPr>
        <p:blipFill rotWithShape="1">
          <a:blip r:embed="rId3">
            <a:alphaModFix/>
          </a:blip>
          <a:srcRect b="0" l="73812" r="0" t="0"/>
          <a:stretch/>
        </p:blipFill>
        <p:spPr>
          <a:xfrm>
            <a:off x="6" y="2067125"/>
            <a:ext cx="497200" cy="1898600"/>
          </a:xfrm>
          <a:prstGeom prst="rect">
            <a:avLst/>
          </a:prstGeom>
          <a:noFill/>
          <a:ln>
            <a:noFill/>
          </a:ln>
        </p:spPr>
      </p:pic>
      <p:pic>
        <p:nvPicPr>
          <p:cNvPr id="995" name="Google Shape;995;p139"/>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996" name="Google Shape;996;p139"/>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997" name="Google Shape;997;p139"/>
          <p:cNvSpPr txBox="1"/>
          <p:nvPr/>
        </p:nvSpPr>
        <p:spPr>
          <a:xfrm>
            <a:off x="1034475" y="1532576"/>
            <a:ext cx="3269400" cy="2976900"/>
          </a:xfrm>
          <a:prstGeom prst="rect">
            <a:avLst/>
          </a:prstGeom>
          <a:solidFill>
            <a:srgbClr val="FFEEFF"/>
          </a:solidFill>
          <a:ln cap="flat" cmpd="sng" w="152400">
            <a:solidFill>
              <a:srgbClr val="FFEEFF"/>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b="1" sz="1800">
              <a:latin typeface="Poppins"/>
              <a:ea typeface="Poppins"/>
              <a:cs typeface="Poppins"/>
              <a:sym typeface="Poppins"/>
            </a:endParaRPr>
          </a:p>
          <a:p>
            <a:pPr indent="0" lvl="0" marL="0" rtl="0" algn="ctr">
              <a:spcBef>
                <a:spcPts val="0"/>
              </a:spcBef>
              <a:spcAft>
                <a:spcPts val="1000"/>
              </a:spcAft>
              <a:buNone/>
            </a:pPr>
            <a:r>
              <a:rPr b="1" lang="en" sz="1800">
                <a:latin typeface="Poppins"/>
                <a:ea typeface="Poppins"/>
                <a:cs typeface="Poppins"/>
                <a:sym typeface="Poppins"/>
              </a:rPr>
              <a:t>Glows</a:t>
            </a:r>
            <a:endParaRPr sz="1800">
              <a:latin typeface="Poppins"/>
              <a:ea typeface="Poppins"/>
              <a:cs typeface="Poppins"/>
              <a:sym typeface="Poppins"/>
            </a:endParaRPr>
          </a:p>
        </p:txBody>
      </p:sp>
      <p:sp>
        <p:nvSpPr>
          <p:cNvPr id="998" name="Google Shape;998;p139"/>
          <p:cNvSpPr txBox="1"/>
          <p:nvPr/>
        </p:nvSpPr>
        <p:spPr>
          <a:xfrm>
            <a:off x="4840125" y="1532578"/>
            <a:ext cx="3269400" cy="2976900"/>
          </a:xfrm>
          <a:prstGeom prst="rect">
            <a:avLst/>
          </a:prstGeom>
          <a:solidFill>
            <a:srgbClr val="D7FFEE"/>
          </a:solidFill>
          <a:ln cap="flat" cmpd="sng" w="152400">
            <a:solidFill>
              <a:srgbClr val="D7FFEE"/>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b="1" sz="1800">
              <a:latin typeface="Poppins"/>
              <a:ea typeface="Poppins"/>
              <a:cs typeface="Poppins"/>
              <a:sym typeface="Poppins"/>
            </a:endParaRPr>
          </a:p>
          <a:p>
            <a:pPr indent="0" lvl="0" marL="0" rtl="0" algn="ctr">
              <a:spcBef>
                <a:spcPts val="0"/>
              </a:spcBef>
              <a:spcAft>
                <a:spcPts val="1000"/>
              </a:spcAft>
              <a:buNone/>
            </a:pPr>
            <a:r>
              <a:rPr b="1" lang="en" sz="1800">
                <a:latin typeface="Poppins"/>
                <a:ea typeface="Poppins"/>
                <a:cs typeface="Poppins"/>
                <a:sym typeface="Poppins"/>
              </a:rPr>
              <a:t>Grows</a:t>
            </a:r>
            <a:endParaRPr sz="1800">
              <a:latin typeface="Poppins"/>
              <a:ea typeface="Poppins"/>
              <a:cs typeface="Poppins"/>
              <a:sym typeface="Poppins"/>
            </a:endParaRPr>
          </a:p>
        </p:txBody>
      </p:sp>
      <p:pic>
        <p:nvPicPr>
          <p:cNvPr id="999" name="Google Shape;999;p139"/>
          <p:cNvPicPr preferRelativeResize="0"/>
          <p:nvPr/>
        </p:nvPicPr>
        <p:blipFill>
          <a:blip r:embed="rId5">
            <a:alphaModFix/>
          </a:blip>
          <a:stretch>
            <a:fillRect/>
          </a:stretch>
        </p:blipFill>
        <p:spPr>
          <a:xfrm>
            <a:off x="2341525" y="1080163"/>
            <a:ext cx="655300" cy="655300"/>
          </a:xfrm>
          <a:prstGeom prst="rect">
            <a:avLst/>
          </a:prstGeom>
          <a:noFill/>
          <a:ln>
            <a:noFill/>
          </a:ln>
        </p:spPr>
      </p:pic>
      <p:pic>
        <p:nvPicPr>
          <p:cNvPr id="1000" name="Google Shape;1000;p139"/>
          <p:cNvPicPr preferRelativeResize="0"/>
          <p:nvPr/>
        </p:nvPicPr>
        <p:blipFill>
          <a:blip r:embed="rId6">
            <a:alphaModFix/>
          </a:blip>
          <a:stretch>
            <a:fillRect/>
          </a:stretch>
        </p:blipFill>
        <p:spPr>
          <a:xfrm>
            <a:off x="6147175" y="1080162"/>
            <a:ext cx="655300" cy="655300"/>
          </a:xfrm>
          <a:prstGeom prst="rect">
            <a:avLst/>
          </a:prstGeom>
          <a:noFill/>
          <a:ln>
            <a:noFill/>
          </a:ln>
        </p:spPr>
      </p:pic>
      <p:sp>
        <p:nvSpPr>
          <p:cNvPr id="1001" name="Google Shape;1001;p139"/>
          <p:cNvSpPr txBox="1"/>
          <p:nvPr/>
        </p:nvSpPr>
        <p:spPr>
          <a:xfrm>
            <a:off x="452400" y="481263"/>
            <a:ext cx="8239200" cy="572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400">
                <a:latin typeface="Space Mono"/>
                <a:ea typeface="Space Mono"/>
                <a:cs typeface="Space Mono"/>
                <a:sym typeface="Space Mono"/>
              </a:rPr>
              <a:t>Your Feedback</a:t>
            </a:r>
            <a:endParaRPr b="1" sz="2400">
              <a:solidFill>
                <a:srgbClr val="000000"/>
              </a:solidFill>
              <a:latin typeface="Space Mono"/>
              <a:ea typeface="Space Mono"/>
              <a:cs typeface="Space Mono"/>
              <a:sym typeface="Space Mono"/>
            </a:endParaRPr>
          </a:p>
        </p:txBody>
      </p:sp>
      <p:sp>
        <p:nvSpPr>
          <p:cNvPr id="1002" name="Google Shape;1002;p139"/>
          <p:cNvSpPr txBox="1"/>
          <p:nvPr>
            <p:ph idx="1" type="subTitle"/>
          </p:nvPr>
        </p:nvSpPr>
        <p:spPr>
          <a:xfrm>
            <a:off x="1182525" y="2247950"/>
            <a:ext cx="2967300" cy="21897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spcBef>
                <a:spcPts val="1600"/>
              </a:spcBef>
              <a:spcAft>
                <a:spcPts val="1600"/>
              </a:spcAft>
              <a:buClr>
                <a:schemeClr val="dk1"/>
              </a:buClr>
              <a:buSzPts val="1800"/>
              <a:buFont typeface="Poppins"/>
              <a:buNone/>
              <a:defRPr sz="1800">
                <a:solidFill>
                  <a:schemeClr val="dk1"/>
                </a:solidFill>
                <a:latin typeface="Poppins"/>
                <a:ea typeface="Poppins"/>
                <a:cs typeface="Poppins"/>
                <a:sym typeface="Poppins"/>
              </a:defRPr>
            </a:lvl9pPr>
          </a:lstStyle>
          <a:p/>
        </p:txBody>
      </p:sp>
      <p:sp>
        <p:nvSpPr>
          <p:cNvPr id="1003" name="Google Shape;1003;p139"/>
          <p:cNvSpPr txBox="1"/>
          <p:nvPr>
            <p:ph idx="2" type="subTitle"/>
          </p:nvPr>
        </p:nvSpPr>
        <p:spPr>
          <a:xfrm>
            <a:off x="4991175" y="2247950"/>
            <a:ext cx="2967300" cy="21897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spcBef>
                <a:spcPts val="1600"/>
              </a:spcBef>
              <a:spcAft>
                <a:spcPts val="1600"/>
              </a:spcAft>
              <a:buClr>
                <a:schemeClr val="dk1"/>
              </a:buClr>
              <a:buSzPts val="1800"/>
              <a:buFont typeface="Poppins"/>
              <a:buNone/>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1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structor Intro">
  <p:cSld name="CUSTOM_6_2_1_1_1_2_1">
    <p:spTree>
      <p:nvGrpSpPr>
        <p:cNvPr id="1004" name="Shape 1004"/>
        <p:cNvGrpSpPr/>
        <p:nvPr/>
      </p:nvGrpSpPr>
      <p:grpSpPr>
        <a:xfrm>
          <a:off x="0" y="0"/>
          <a:ext cx="0" cy="0"/>
          <a:chOff x="0" y="0"/>
          <a:chExt cx="0" cy="0"/>
        </a:xfrm>
      </p:grpSpPr>
      <p:pic>
        <p:nvPicPr>
          <p:cNvPr id="1005" name="Google Shape;1005;p140"/>
          <p:cNvPicPr preferRelativeResize="0"/>
          <p:nvPr/>
        </p:nvPicPr>
        <p:blipFill rotWithShape="1">
          <a:blip r:embed="rId2">
            <a:alphaModFix/>
          </a:blip>
          <a:srcRect b="74121" l="54584" r="17188" t="10928"/>
          <a:stretch/>
        </p:blipFill>
        <p:spPr>
          <a:xfrm>
            <a:off x="0" y="4089375"/>
            <a:ext cx="2024750" cy="1054123"/>
          </a:xfrm>
          <a:prstGeom prst="rect">
            <a:avLst/>
          </a:prstGeom>
          <a:noFill/>
          <a:ln>
            <a:noFill/>
          </a:ln>
        </p:spPr>
      </p:pic>
      <p:pic>
        <p:nvPicPr>
          <p:cNvPr id="1006" name="Google Shape;1006;p140"/>
          <p:cNvPicPr preferRelativeResize="0"/>
          <p:nvPr/>
        </p:nvPicPr>
        <p:blipFill rotWithShape="1">
          <a:blip r:embed="rId3">
            <a:alphaModFix/>
          </a:blip>
          <a:srcRect b="10675" l="33626" r="26315" t="71928"/>
          <a:stretch/>
        </p:blipFill>
        <p:spPr>
          <a:xfrm>
            <a:off x="0" y="4192550"/>
            <a:ext cx="2189575" cy="950951"/>
          </a:xfrm>
          <a:prstGeom prst="rect">
            <a:avLst/>
          </a:prstGeom>
          <a:noFill/>
          <a:ln>
            <a:noFill/>
          </a:ln>
        </p:spPr>
      </p:pic>
      <p:pic>
        <p:nvPicPr>
          <p:cNvPr id="1007" name="Google Shape;1007;p140"/>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1008" name="Google Shape;1008;p140"/>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1009" name="Google Shape;1009;p140"/>
          <p:cNvSpPr txBox="1"/>
          <p:nvPr/>
        </p:nvSpPr>
        <p:spPr>
          <a:xfrm>
            <a:off x="565375" y="333100"/>
            <a:ext cx="5005800" cy="408000"/>
          </a:xfrm>
          <a:prstGeom prst="rect">
            <a:avLst/>
          </a:prstGeom>
          <a:noFill/>
          <a:ln>
            <a:noFill/>
          </a:ln>
        </p:spPr>
        <p:txBody>
          <a:bodyPr anchorCtr="0" anchor="t" bIns="19050" lIns="19050" spcFirstLastPara="1" rIns="19050" wrap="square" tIns="19050">
            <a:noAutofit/>
          </a:bodyPr>
          <a:lstStyle/>
          <a:p>
            <a:pPr indent="0" lvl="0" marL="0" rtl="0" algn="l">
              <a:spcBef>
                <a:spcPts val="0"/>
              </a:spcBef>
              <a:spcAft>
                <a:spcPts val="0"/>
              </a:spcAft>
              <a:buClr>
                <a:schemeClr val="dk1"/>
              </a:buClr>
              <a:buSzPts val="1100"/>
              <a:buFont typeface="Arial"/>
              <a:buNone/>
            </a:pPr>
            <a:r>
              <a:rPr b="1" lang="en" sz="2400">
                <a:solidFill>
                  <a:schemeClr val="dk1"/>
                </a:solidFill>
                <a:latin typeface="Space Mono"/>
                <a:ea typeface="Space Mono"/>
                <a:cs typeface="Space Mono"/>
                <a:sym typeface="Space Mono"/>
              </a:rPr>
              <a:t>Meet the Instructor</a:t>
            </a:r>
            <a:endParaRPr sz="2600">
              <a:solidFill>
                <a:srgbClr val="05103E"/>
              </a:solidFill>
              <a:latin typeface="Space Mono"/>
              <a:ea typeface="Space Mono"/>
              <a:cs typeface="Space Mono"/>
              <a:sym typeface="Space Mono"/>
            </a:endParaRPr>
          </a:p>
        </p:txBody>
      </p:sp>
      <p:sp>
        <p:nvSpPr>
          <p:cNvPr id="1010" name="Google Shape;1010;p140"/>
          <p:cNvSpPr/>
          <p:nvPr>
            <p:ph idx="2" type="pic"/>
          </p:nvPr>
        </p:nvSpPr>
        <p:spPr>
          <a:xfrm>
            <a:off x="592550" y="1010825"/>
            <a:ext cx="2579400" cy="2289000"/>
          </a:xfrm>
          <a:prstGeom prst="roundRect">
            <a:avLst>
              <a:gd fmla="val 7884" name="adj"/>
            </a:avLst>
          </a:prstGeom>
          <a:noFill/>
          <a:ln cap="flat" cmpd="sng" w="28575">
            <a:solidFill>
              <a:srgbClr val="00C384"/>
            </a:solidFill>
            <a:prstDash val="solid"/>
            <a:round/>
            <a:headEnd len="sm" w="sm" type="none"/>
            <a:tailEnd len="sm" w="sm" type="none"/>
          </a:ln>
        </p:spPr>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6.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20" Type="http://schemas.openxmlformats.org/officeDocument/2006/relationships/slideLayout" Target="../slideLayouts/slideLayout31.xml"/><Relationship Id="rId22" Type="http://schemas.openxmlformats.org/officeDocument/2006/relationships/slideLayout" Target="../slideLayouts/slideLayout33.xml"/><Relationship Id="rId21" Type="http://schemas.openxmlformats.org/officeDocument/2006/relationships/slideLayout" Target="../slideLayouts/slideLayout32.xml"/><Relationship Id="rId24" Type="http://schemas.openxmlformats.org/officeDocument/2006/relationships/slideLayout" Target="../slideLayouts/slideLayout35.xml"/><Relationship Id="rId23" Type="http://schemas.openxmlformats.org/officeDocument/2006/relationships/slideLayout" Target="../slideLayouts/slideLayout34.xml"/><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9" Type="http://schemas.openxmlformats.org/officeDocument/2006/relationships/slideLayout" Target="../slideLayouts/slideLayout20.xml"/><Relationship Id="rId26" Type="http://schemas.openxmlformats.org/officeDocument/2006/relationships/slideLayout" Target="../slideLayouts/slideLayout37.xml"/><Relationship Id="rId25" Type="http://schemas.openxmlformats.org/officeDocument/2006/relationships/slideLayout" Target="../slideLayouts/slideLayout36.xml"/><Relationship Id="rId28" Type="http://schemas.openxmlformats.org/officeDocument/2006/relationships/theme" Target="../theme/theme7.xml"/><Relationship Id="rId27" Type="http://schemas.openxmlformats.org/officeDocument/2006/relationships/slideLayout" Target="../slideLayouts/slideLayout38.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3" Type="http://schemas.openxmlformats.org/officeDocument/2006/relationships/slideLayout" Target="../slideLayouts/slideLayout24.xml"/><Relationship Id="rId12" Type="http://schemas.openxmlformats.org/officeDocument/2006/relationships/slideLayout" Target="../slideLayouts/slideLayout23.xml"/><Relationship Id="rId15" Type="http://schemas.openxmlformats.org/officeDocument/2006/relationships/slideLayout" Target="../slideLayouts/slideLayout26.xml"/><Relationship Id="rId14" Type="http://schemas.openxmlformats.org/officeDocument/2006/relationships/slideLayout" Target="../slideLayouts/slideLayout25.xml"/><Relationship Id="rId17" Type="http://schemas.openxmlformats.org/officeDocument/2006/relationships/slideLayout" Target="../slideLayouts/slideLayout28.xml"/><Relationship Id="rId16" Type="http://schemas.openxmlformats.org/officeDocument/2006/relationships/slideLayout" Target="../slideLayouts/slideLayout27.xml"/><Relationship Id="rId19" Type="http://schemas.openxmlformats.org/officeDocument/2006/relationships/slideLayout" Target="../slideLayouts/slideLayout30.xml"/><Relationship Id="rId18" Type="http://schemas.openxmlformats.org/officeDocument/2006/relationships/slideLayout" Target="../slideLayouts/slideLayout29.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39.xml"/><Relationship Id="rId2" Type="http://schemas.openxmlformats.org/officeDocument/2006/relationships/slideLayout" Target="../slideLayouts/slideLayout40.xml"/><Relationship Id="rId3" Type="http://schemas.openxmlformats.org/officeDocument/2006/relationships/slideLayout" Target="../slideLayouts/slideLayout41.xml"/><Relationship Id="rId4" Type="http://schemas.openxmlformats.org/officeDocument/2006/relationships/slideLayout" Target="../slideLayouts/slideLayout42.xml"/><Relationship Id="rId9" Type="http://schemas.openxmlformats.org/officeDocument/2006/relationships/slideLayout" Target="../slideLayouts/slideLayout47.xml"/><Relationship Id="rId5" Type="http://schemas.openxmlformats.org/officeDocument/2006/relationships/slideLayout" Target="../slideLayouts/slideLayout43.xml"/><Relationship Id="rId6" Type="http://schemas.openxmlformats.org/officeDocument/2006/relationships/slideLayout" Target="../slideLayouts/slideLayout44.xml"/><Relationship Id="rId7" Type="http://schemas.openxmlformats.org/officeDocument/2006/relationships/slideLayout" Target="../slideLayouts/slideLayout45.xml"/><Relationship Id="rId8" Type="http://schemas.openxmlformats.org/officeDocument/2006/relationships/slideLayout" Target="../slideLayouts/slideLayout46.xml"/><Relationship Id="rId11" Type="http://schemas.openxmlformats.org/officeDocument/2006/relationships/slideLayout" Target="../slideLayouts/slideLayout49.xml"/><Relationship Id="rId10" Type="http://schemas.openxmlformats.org/officeDocument/2006/relationships/slideLayout" Target="../slideLayouts/slideLayout48.xml"/><Relationship Id="rId13" Type="http://schemas.openxmlformats.org/officeDocument/2006/relationships/slideLayout" Target="../slideLayouts/slideLayout51.xml"/><Relationship Id="rId12" Type="http://schemas.openxmlformats.org/officeDocument/2006/relationships/slideLayout" Target="../slideLayouts/slideLayout50.xml"/><Relationship Id="rId15" Type="http://schemas.openxmlformats.org/officeDocument/2006/relationships/slideLayout" Target="../slideLayouts/slideLayout53.xml"/><Relationship Id="rId14" Type="http://schemas.openxmlformats.org/officeDocument/2006/relationships/slideLayout" Target="../slideLayouts/slideLayout52.xml"/><Relationship Id="rId16"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20" Type="http://schemas.openxmlformats.org/officeDocument/2006/relationships/slideLayout" Target="../slideLayouts/slideLayout73.xml"/><Relationship Id="rId22" Type="http://schemas.openxmlformats.org/officeDocument/2006/relationships/slideLayout" Target="../slideLayouts/slideLayout75.xml"/><Relationship Id="rId21" Type="http://schemas.openxmlformats.org/officeDocument/2006/relationships/slideLayout" Target="../slideLayouts/slideLayout74.xml"/><Relationship Id="rId24" Type="http://schemas.openxmlformats.org/officeDocument/2006/relationships/slideLayout" Target="../slideLayouts/slideLayout77.xml"/><Relationship Id="rId23" Type="http://schemas.openxmlformats.org/officeDocument/2006/relationships/slideLayout" Target="../slideLayouts/slideLayout76.xml"/><Relationship Id="rId1" Type="http://schemas.openxmlformats.org/officeDocument/2006/relationships/slideLayout" Target="../slideLayouts/slideLayout54.xml"/><Relationship Id="rId2" Type="http://schemas.openxmlformats.org/officeDocument/2006/relationships/slideLayout" Target="../slideLayouts/slideLayout55.xml"/><Relationship Id="rId3" Type="http://schemas.openxmlformats.org/officeDocument/2006/relationships/slideLayout" Target="../slideLayouts/slideLayout56.xml"/><Relationship Id="rId4" Type="http://schemas.openxmlformats.org/officeDocument/2006/relationships/slideLayout" Target="../slideLayouts/slideLayout57.xml"/><Relationship Id="rId9" Type="http://schemas.openxmlformats.org/officeDocument/2006/relationships/slideLayout" Target="../slideLayouts/slideLayout62.xml"/><Relationship Id="rId26" Type="http://schemas.openxmlformats.org/officeDocument/2006/relationships/slideLayout" Target="../slideLayouts/slideLayout79.xml"/><Relationship Id="rId25" Type="http://schemas.openxmlformats.org/officeDocument/2006/relationships/slideLayout" Target="../slideLayouts/slideLayout78.xml"/><Relationship Id="rId28" Type="http://schemas.openxmlformats.org/officeDocument/2006/relationships/theme" Target="../theme/theme1.xml"/><Relationship Id="rId27" Type="http://schemas.openxmlformats.org/officeDocument/2006/relationships/slideLayout" Target="../slideLayouts/slideLayout80.xml"/><Relationship Id="rId5" Type="http://schemas.openxmlformats.org/officeDocument/2006/relationships/slideLayout" Target="../slideLayouts/slideLayout58.xml"/><Relationship Id="rId6" Type="http://schemas.openxmlformats.org/officeDocument/2006/relationships/slideLayout" Target="../slideLayouts/slideLayout59.xml"/><Relationship Id="rId7" Type="http://schemas.openxmlformats.org/officeDocument/2006/relationships/slideLayout" Target="../slideLayouts/slideLayout60.xml"/><Relationship Id="rId8" Type="http://schemas.openxmlformats.org/officeDocument/2006/relationships/slideLayout" Target="../slideLayouts/slideLayout61.xml"/><Relationship Id="rId11" Type="http://schemas.openxmlformats.org/officeDocument/2006/relationships/slideLayout" Target="../slideLayouts/slideLayout64.xml"/><Relationship Id="rId10" Type="http://schemas.openxmlformats.org/officeDocument/2006/relationships/slideLayout" Target="../slideLayouts/slideLayout63.xml"/><Relationship Id="rId13" Type="http://schemas.openxmlformats.org/officeDocument/2006/relationships/slideLayout" Target="../slideLayouts/slideLayout66.xml"/><Relationship Id="rId12" Type="http://schemas.openxmlformats.org/officeDocument/2006/relationships/slideLayout" Target="../slideLayouts/slideLayout65.xml"/><Relationship Id="rId15" Type="http://schemas.openxmlformats.org/officeDocument/2006/relationships/slideLayout" Target="../slideLayouts/slideLayout68.xml"/><Relationship Id="rId14" Type="http://schemas.openxmlformats.org/officeDocument/2006/relationships/slideLayout" Target="../slideLayouts/slideLayout67.xml"/><Relationship Id="rId17" Type="http://schemas.openxmlformats.org/officeDocument/2006/relationships/slideLayout" Target="../slideLayouts/slideLayout70.xml"/><Relationship Id="rId16" Type="http://schemas.openxmlformats.org/officeDocument/2006/relationships/slideLayout" Target="../slideLayouts/slideLayout69.xml"/><Relationship Id="rId19" Type="http://schemas.openxmlformats.org/officeDocument/2006/relationships/slideLayout" Target="../slideLayouts/slideLayout72.xml"/><Relationship Id="rId18" Type="http://schemas.openxmlformats.org/officeDocument/2006/relationships/slideLayout" Target="../slideLayouts/slideLayout71.xml"/></Relationships>
</file>

<file path=ppt/slideMasters/_rels/slideMaster5.xml.rels><?xml version="1.0" encoding="UTF-8" standalone="yes"?><Relationships xmlns="http://schemas.openxmlformats.org/package/2006/relationships"><Relationship Id="rId20" Type="http://schemas.openxmlformats.org/officeDocument/2006/relationships/slideLayout" Target="../slideLayouts/slideLayout100.xml"/><Relationship Id="rId22" Type="http://schemas.openxmlformats.org/officeDocument/2006/relationships/slideLayout" Target="../slideLayouts/slideLayout102.xml"/><Relationship Id="rId21" Type="http://schemas.openxmlformats.org/officeDocument/2006/relationships/slideLayout" Target="../slideLayouts/slideLayout101.xml"/><Relationship Id="rId24" Type="http://schemas.openxmlformats.org/officeDocument/2006/relationships/slideLayout" Target="../slideLayouts/slideLayout104.xml"/><Relationship Id="rId23" Type="http://schemas.openxmlformats.org/officeDocument/2006/relationships/slideLayout" Target="../slideLayouts/slideLayout103.xml"/><Relationship Id="rId1" Type="http://schemas.openxmlformats.org/officeDocument/2006/relationships/slideLayout" Target="../slideLayouts/slideLayout81.xml"/><Relationship Id="rId2" Type="http://schemas.openxmlformats.org/officeDocument/2006/relationships/slideLayout" Target="../slideLayouts/slideLayout82.xml"/><Relationship Id="rId3" Type="http://schemas.openxmlformats.org/officeDocument/2006/relationships/slideLayout" Target="../slideLayouts/slideLayout83.xml"/><Relationship Id="rId4" Type="http://schemas.openxmlformats.org/officeDocument/2006/relationships/slideLayout" Target="../slideLayouts/slideLayout84.xml"/><Relationship Id="rId9" Type="http://schemas.openxmlformats.org/officeDocument/2006/relationships/slideLayout" Target="../slideLayouts/slideLayout89.xml"/><Relationship Id="rId26" Type="http://schemas.openxmlformats.org/officeDocument/2006/relationships/slideLayout" Target="../slideLayouts/slideLayout106.xml"/><Relationship Id="rId25" Type="http://schemas.openxmlformats.org/officeDocument/2006/relationships/slideLayout" Target="../slideLayouts/slideLayout105.xml"/><Relationship Id="rId28" Type="http://schemas.openxmlformats.org/officeDocument/2006/relationships/theme" Target="../theme/theme5.xml"/><Relationship Id="rId27" Type="http://schemas.openxmlformats.org/officeDocument/2006/relationships/slideLayout" Target="../slideLayouts/slideLayout107.xml"/><Relationship Id="rId5" Type="http://schemas.openxmlformats.org/officeDocument/2006/relationships/slideLayout" Target="../slideLayouts/slideLayout85.xml"/><Relationship Id="rId6" Type="http://schemas.openxmlformats.org/officeDocument/2006/relationships/slideLayout" Target="../slideLayouts/slideLayout86.xml"/><Relationship Id="rId7" Type="http://schemas.openxmlformats.org/officeDocument/2006/relationships/slideLayout" Target="../slideLayouts/slideLayout87.xml"/><Relationship Id="rId8" Type="http://schemas.openxmlformats.org/officeDocument/2006/relationships/slideLayout" Target="../slideLayouts/slideLayout88.xml"/><Relationship Id="rId11" Type="http://schemas.openxmlformats.org/officeDocument/2006/relationships/slideLayout" Target="../slideLayouts/slideLayout91.xml"/><Relationship Id="rId10" Type="http://schemas.openxmlformats.org/officeDocument/2006/relationships/slideLayout" Target="../slideLayouts/slideLayout90.xml"/><Relationship Id="rId13" Type="http://schemas.openxmlformats.org/officeDocument/2006/relationships/slideLayout" Target="../slideLayouts/slideLayout93.xml"/><Relationship Id="rId12" Type="http://schemas.openxmlformats.org/officeDocument/2006/relationships/slideLayout" Target="../slideLayouts/slideLayout92.xml"/><Relationship Id="rId15" Type="http://schemas.openxmlformats.org/officeDocument/2006/relationships/slideLayout" Target="../slideLayouts/slideLayout95.xml"/><Relationship Id="rId14" Type="http://schemas.openxmlformats.org/officeDocument/2006/relationships/slideLayout" Target="../slideLayouts/slideLayout94.xml"/><Relationship Id="rId17" Type="http://schemas.openxmlformats.org/officeDocument/2006/relationships/slideLayout" Target="../slideLayouts/slideLayout97.xml"/><Relationship Id="rId16" Type="http://schemas.openxmlformats.org/officeDocument/2006/relationships/slideLayout" Target="../slideLayouts/slideLayout96.xml"/><Relationship Id="rId19" Type="http://schemas.openxmlformats.org/officeDocument/2006/relationships/slideLayout" Target="../slideLayouts/slideLayout99.xml"/><Relationship Id="rId18" Type="http://schemas.openxmlformats.org/officeDocument/2006/relationships/slideLayout" Target="../slideLayouts/slideLayout98.xml"/></Relationships>
</file>

<file path=ppt/slideMasters/_rels/slideMaster6.xml.rels><?xml version="1.0" encoding="UTF-8" standalone="yes"?><Relationships xmlns="http://schemas.openxmlformats.org/package/2006/relationships"><Relationship Id="rId20" Type="http://schemas.openxmlformats.org/officeDocument/2006/relationships/slideLayout" Target="../slideLayouts/slideLayout127.xml"/><Relationship Id="rId22" Type="http://schemas.openxmlformats.org/officeDocument/2006/relationships/slideLayout" Target="../slideLayouts/slideLayout129.xml"/><Relationship Id="rId21" Type="http://schemas.openxmlformats.org/officeDocument/2006/relationships/slideLayout" Target="../slideLayouts/slideLayout128.xml"/><Relationship Id="rId24" Type="http://schemas.openxmlformats.org/officeDocument/2006/relationships/slideLayout" Target="../slideLayouts/slideLayout131.xml"/><Relationship Id="rId23" Type="http://schemas.openxmlformats.org/officeDocument/2006/relationships/slideLayout" Target="../slideLayouts/slideLayout130.xml"/><Relationship Id="rId1" Type="http://schemas.openxmlformats.org/officeDocument/2006/relationships/slideLayout" Target="../slideLayouts/slideLayout108.xml"/><Relationship Id="rId2" Type="http://schemas.openxmlformats.org/officeDocument/2006/relationships/slideLayout" Target="../slideLayouts/slideLayout109.xml"/><Relationship Id="rId3" Type="http://schemas.openxmlformats.org/officeDocument/2006/relationships/slideLayout" Target="../slideLayouts/slideLayout110.xml"/><Relationship Id="rId4" Type="http://schemas.openxmlformats.org/officeDocument/2006/relationships/slideLayout" Target="../slideLayouts/slideLayout111.xml"/><Relationship Id="rId9" Type="http://schemas.openxmlformats.org/officeDocument/2006/relationships/slideLayout" Target="../slideLayouts/slideLayout116.xml"/><Relationship Id="rId26" Type="http://schemas.openxmlformats.org/officeDocument/2006/relationships/slideLayout" Target="../slideLayouts/slideLayout133.xml"/><Relationship Id="rId25" Type="http://schemas.openxmlformats.org/officeDocument/2006/relationships/slideLayout" Target="../slideLayouts/slideLayout132.xml"/><Relationship Id="rId28" Type="http://schemas.openxmlformats.org/officeDocument/2006/relationships/theme" Target="../theme/theme2.xml"/><Relationship Id="rId27" Type="http://schemas.openxmlformats.org/officeDocument/2006/relationships/slideLayout" Target="../slideLayouts/slideLayout134.xml"/><Relationship Id="rId5" Type="http://schemas.openxmlformats.org/officeDocument/2006/relationships/slideLayout" Target="../slideLayouts/slideLayout112.xml"/><Relationship Id="rId6" Type="http://schemas.openxmlformats.org/officeDocument/2006/relationships/slideLayout" Target="../slideLayouts/slideLayout113.xml"/><Relationship Id="rId7" Type="http://schemas.openxmlformats.org/officeDocument/2006/relationships/slideLayout" Target="../slideLayouts/slideLayout114.xml"/><Relationship Id="rId8" Type="http://schemas.openxmlformats.org/officeDocument/2006/relationships/slideLayout" Target="../slideLayouts/slideLayout115.xml"/><Relationship Id="rId11" Type="http://schemas.openxmlformats.org/officeDocument/2006/relationships/slideLayout" Target="../slideLayouts/slideLayout118.xml"/><Relationship Id="rId10" Type="http://schemas.openxmlformats.org/officeDocument/2006/relationships/slideLayout" Target="../slideLayouts/slideLayout117.xml"/><Relationship Id="rId13" Type="http://schemas.openxmlformats.org/officeDocument/2006/relationships/slideLayout" Target="../slideLayouts/slideLayout120.xml"/><Relationship Id="rId12" Type="http://schemas.openxmlformats.org/officeDocument/2006/relationships/slideLayout" Target="../slideLayouts/slideLayout119.xml"/><Relationship Id="rId15" Type="http://schemas.openxmlformats.org/officeDocument/2006/relationships/slideLayout" Target="../slideLayouts/slideLayout122.xml"/><Relationship Id="rId14" Type="http://schemas.openxmlformats.org/officeDocument/2006/relationships/slideLayout" Target="../slideLayouts/slideLayout121.xml"/><Relationship Id="rId17" Type="http://schemas.openxmlformats.org/officeDocument/2006/relationships/slideLayout" Target="../slideLayouts/slideLayout124.xml"/><Relationship Id="rId16" Type="http://schemas.openxmlformats.org/officeDocument/2006/relationships/slideLayout" Target="../slideLayouts/slideLayout123.xml"/><Relationship Id="rId19" Type="http://schemas.openxmlformats.org/officeDocument/2006/relationships/slideLayout" Target="../slideLayouts/slideLayout126.xml"/><Relationship Id="rId18" Type="http://schemas.openxmlformats.org/officeDocument/2006/relationships/slideLayout" Target="../slideLayouts/slideLayout125.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2800"/>
              <a:buFont typeface="Poppins"/>
              <a:buNone/>
              <a:defRPr sz="2800">
                <a:solidFill>
                  <a:schemeClr val="dk1"/>
                </a:solidFill>
                <a:latin typeface="Poppins"/>
                <a:ea typeface="Poppins"/>
                <a:cs typeface="Poppins"/>
                <a:sym typeface="Poppins"/>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52" name="Google Shape;52;p1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Font typeface="Poppins"/>
              <a:buChar char="●"/>
              <a:defRPr sz="1800">
                <a:solidFill>
                  <a:schemeClr val="dk2"/>
                </a:solidFill>
                <a:latin typeface="Poppins"/>
                <a:ea typeface="Poppins"/>
                <a:cs typeface="Poppins"/>
                <a:sym typeface="Poppins"/>
              </a:defRPr>
            </a:lvl1pPr>
            <a:lvl2pPr indent="-317500" lvl="1" marL="9144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2pPr>
            <a:lvl3pPr indent="-317500" lvl="2" marL="13716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3pPr>
            <a:lvl4pPr indent="-317500" lvl="3" marL="18288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4pPr>
            <a:lvl5pPr indent="-317500" lvl="4" marL="22860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5pPr>
            <a:lvl6pPr indent="-317500" lvl="5" marL="27432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6pPr>
            <a:lvl7pPr indent="-317500" lvl="6" marL="32004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7pPr>
            <a:lvl8pPr indent="-317500" lvl="7" marL="36576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8pPr>
            <a:lvl9pPr indent="-317500" lvl="8" marL="4114800">
              <a:lnSpc>
                <a:spcPct val="115000"/>
              </a:lnSpc>
              <a:spcBef>
                <a:spcPts val="1600"/>
              </a:spcBef>
              <a:spcAft>
                <a:spcPts val="1600"/>
              </a:spcAft>
              <a:buClr>
                <a:schemeClr val="dk2"/>
              </a:buClr>
              <a:buSzPts val="1400"/>
              <a:buFont typeface="Poppins"/>
              <a:buChar char="■"/>
              <a:defRPr>
                <a:solidFill>
                  <a:schemeClr val="dk2"/>
                </a:solidFill>
                <a:latin typeface="Poppins"/>
                <a:ea typeface="Poppins"/>
                <a:cs typeface="Poppins"/>
                <a:sym typeface="Poppins"/>
              </a:defRPr>
            </a:lvl9pPr>
          </a:lstStyle>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 id="2147483672" r:id="rId14"/>
    <p:sldLayoutId id="2147483673" r:id="rId15"/>
    <p:sldLayoutId id="2147483674" r:id="rId16"/>
    <p:sldLayoutId id="2147483675" r:id="rId17"/>
    <p:sldLayoutId id="2147483676" r:id="rId18"/>
    <p:sldLayoutId id="2147483677" r:id="rId19"/>
    <p:sldLayoutId id="2147483678" r:id="rId20"/>
    <p:sldLayoutId id="2147483679" r:id="rId21"/>
    <p:sldLayoutId id="2147483680" r:id="rId22"/>
    <p:sldLayoutId id="2147483681" r:id="rId23"/>
    <p:sldLayoutId id="2147483682" r:id="rId24"/>
    <p:sldLayoutId id="2147483683" r:id="rId25"/>
    <p:sldLayoutId id="2147483684" r:id="rId26"/>
    <p:sldLayoutId id="2147483685" r:id="rId27"/>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270" name="Shape 270"/>
        <p:cNvGrpSpPr/>
        <p:nvPr/>
      </p:nvGrpSpPr>
      <p:grpSpPr>
        <a:xfrm>
          <a:off x="0" y="0"/>
          <a:ext cx="0" cy="0"/>
          <a:chOff x="0" y="0"/>
          <a:chExt cx="0" cy="0"/>
        </a:xfrm>
      </p:grpSpPr>
      <p:sp>
        <p:nvSpPr>
          <p:cNvPr id="271" name="Google Shape;271;p4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272" name="Google Shape;272;p4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273" name="Google Shape;273;p4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86" r:id="rId1"/>
    <p:sldLayoutId id="2147483687" r:id="rId2"/>
    <p:sldLayoutId id="2147483688" r:id="rId3"/>
    <p:sldLayoutId id="2147483689" r:id="rId4"/>
    <p:sldLayoutId id="2147483690" r:id="rId5"/>
    <p:sldLayoutId id="2147483691" r:id="rId6"/>
    <p:sldLayoutId id="2147483692" r:id="rId7"/>
    <p:sldLayoutId id="2147483693" r:id="rId8"/>
    <p:sldLayoutId id="2147483694" r:id="rId9"/>
    <p:sldLayoutId id="2147483695" r:id="rId10"/>
    <p:sldLayoutId id="2147483696" r:id="rId11"/>
    <p:sldLayoutId id="2147483697" r:id="rId12"/>
    <p:sldLayoutId id="2147483698" r:id="rId13"/>
    <p:sldLayoutId id="2147483699" r:id="rId14"/>
    <p:sldLayoutId id="2147483700" r:id="rId15"/>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344" name="Shape 344"/>
        <p:cNvGrpSpPr/>
        <p:nvPr/>
      </p:nvGrpSpPr>
      <p:grpSpPr>
        <a:xfrm>
          <a:off x="0" y="0"/>
          <a:ext cx="0" cy="0"/>
          <a:chOff x="0" y="0"/>
          <a:chExt cx="0" cy="0"/>
        </a:xfrm>
      </p:grpSpPr>
      <p:sp>
        <p:nvSpPr>
          <p:cNvPr id="345" name="Google Shape;345;p5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2800"/>
              <a:buFont typeface="Poppins"/>
              <a:buNone/>
              <a:defRPr sz="2800">
                <a:solidFill>
                  <a:schemeClr val="dk1"/>
                </a:solidFill>
                <a:latin typeface="Poppins"/>
                <a:ea typeface="Poppins"/>
                <a:cs typeface="Poppins"/>
                <a:sym typeface="Poppins"/>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346" name="Google Shape;346;p57"/>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Font typeface="Poppins"/>
              <a:buChar char="●"/>
              <a:defRPr sz="1800">
                <a:solidFill>
                  <a:schemeClr val="dk2"/>
                </a:solidFill>
                <a:latin typeface="Poppins"/>
                <a:ea typeface="Poppins"/>
                <a:cs typeface="Poppins"/>
                <a:sym typeface="Poppins"/>
              </a:defRPr>
            </a:lvl1pPr>
            <a:lvl2pPr indent="-317500" lvl="1" marL="9144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2pPr>
            <a:lvl3pPr indent="-317500" lvl="2" marL="13716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3pPr>
            <a:lvl4pPr indent="-317500" lvl="3" marL="18288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4pPr>
            <a:lvl5pPr indent="-317500" lvl="4" marL="22860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5pPr>
            <a:lvl6pPr indent="-317500" lvl="5" marL="27432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6pPr>
            <a:lvl7pPr indent="-317500" lvl="6" marL="32004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7pPr>
            <a:lvl8pPr indent="-317500" lvl="7" marL="36576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8pPr>
            <a:lvl9pPr indent="-317500" lvl="8" marL="4114800">
              <a:lnSpc>
                <a:spcPct val="115000"/>
              </a:lnSpc>
              <a:spcBef>
                <a:spcPts val="1600"/>
              </a:spcBef>
              <a:spcAft>
                <a:spcPts val="1600"/>
              </a:spcAft>
              <a:buClr>
                <a:schemeClr val="dk2"/>
              </a:buClr>
              <a:buSzPts val="1400"/>
              <a:buFont typeface="Poppins"/>
              <a:buChar char="■"/>
              <a:defRPr>
                <a:solidFill>
                  <a:schemeClr val="dk2"/>
                </a:solidFill>
                <a:latin typeface="Poppins"/>
                <a:ea typeface="Poppins"/>
                <a:cs typeface="Poppins"/>
                <a:sym typeface="Poppins"/>
              </a:defRPr>
            </a:lvl9pPr>
          </a:lstStyle>
          <a:p/>
        </p:txBody>
      </p:sp>
    </p:spTree>
  </p:cSld>
  <p:clrMap accent1="accent1" accent2="accent2" accent3="accent3" accent4="accent4" accent5="accent5" accent6="accent6" bg1="lt1" bg2="dk2" tx1="dk1" tx2="lt2" folHlink="folHlink" hlink="hlink"/>
  <p:sldLayoutIdLst>
    <p:sldLayoutId id="2147483701" r:id="rId1"/>
    <p:sldLayoutId id="2147483702" r:id="rId2"/>
    <p:sldLayoutId id="2147483703" r:id="rId3"/>
    <p:sldLayoutId id="2147483704" r:id="rId4"/>
    <p:sldLayoutId id="2147483705" r:id="rId5"/>
    <p:sldLayoutId id="2147483706" r:id="rId6"/>
    <p:sldLayoutId id="2147483707" r:id="rId7"/>
    <p:sldLayoutId id="2147483708" r:id="rId8"/>
    <p:sldLayoutId id="2147483709" r:id="rId9"/>
    <p:sldLayoutId id="2147483710" r:id="rId10"/>
    <p:sldLayoutId id="2147483711" r:id="rId11"/>
    <p:sldLayoutId id="2147483712" r:id="rId12"/>
    <p:sldLayoutId id="2147483713" r:id="rId13"/>
    <p:sldLayoutId id="2147483714" r:id="rId14"/>
    <p:sldLayoutId id="2147483715" r:id="rId15"/>
    <p:sldLayoutId id="2147483716" r:id="rId16"/>
    <p:sldLayoutId id="2147483717" r:id="rId17"/>
    <p:sldLayoutId id="2147483718" r:id="rId18"/>
    <p:sldLayoutId id="2147483719" r:id="rId19"/>
    <p:sldLayoutId id="2147483720" r:id="rId20"/>
    <p:sldLayoutId id="2147483721" r:id="rId21"/>
    <p:sldLayoutId id="2147483722" r:id="rId22"/>
    <p:sldLayoutId id="2147483723" r:id="rId23"/>
    <p:sldLayoutId id="2147483724" r:id="rId24"/>
    <p:sldLayoutId id="2147483725" r:id="rId25"/>
    <p:sldLayoutId id="2147483726" r:id="rId26"/>
    <p:sldLayoutId id="2147483727" r:id="rId27"/>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5.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71" name="Shape 571"/>
        <p:cNvGrpSpPr/>
        <p:nvPr/>
      </p:nvGrpSpPr>
      <p:grpSpPr>
        <a:xfrm>
          <a:off x="0" y="0"/>
          <a:ext cx="0" cy="0"/>
          <a:chOff x="0" y="0"/>
          <a:chExt cx="0" cy="0"/>
        </a:xfrm>
      </p:grpSpPr>
      <p:sp>
        <p:nvSpPr>
          <p:cNvPr id="572" name="Google Shape;572;p8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2800"/>
              <a:buFont typeface="Poppins"/>
              <a:buNone/>
              <a:defRPr sz="2800">
                <a:solidFill>
                  <a:schemeClr val="dk1"/>
                </a:solidFill>
                <a:latin typeface="Poppins"/>
                <a:ea typeface="Poppins"/>
                <a:cs typeface="Poppins"/>
                <a:sym typeface="Poppins"/>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573" name="Google Shape;573;p85"/>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Font typeface="Poppins"/>
              <a:buChar char="●"/>
              <a:defRPr sz="1800">
                <a:solidFill>
                  <a:schemeClr val="dk2"/>
                </a:solidFill>
                <a:latin typeface="Poppins"/>
                <a:ea typeface="Poppins"/>
                <a:cs typeface="Poppins"/>
                <a:sym typeface="Poppins"/>
              </a:defRPr>
            </a:lvl1pPr>
            <a:lvl2pPr indent="-317500" lvl="1" marL="9144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2pPr>
            <a:lvl3pPr indent="-317500" lvl="2" marL="13716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3pPr>
            <a:lvl4pPr indent="-317500" lvl="3" marL="18288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4pPr>
            <a:lvl5pPr indent="-317500" lvl="4" marL="22860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5pPr>
            <a:lvl6pPr indent="-317500" lvl="5" marL="27432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6pPr>
            <a:lvl7pPr indent="-317500" lvl="6" marL="32004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7pPr>
            <a:lvl8pPr indent="-317500" lvl="7" marL="36576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8pPr>
            <a:lvl9pPr indent="-317500" lvl="8" marL="4114800">
              <a:lnSpc>
                <a:spcPct val="115000"/>
              </a:lnSpc>
              <a:spcBef>
                <a:spcPts val="1600"/>
              </a:spcBef>
              <a:spcAft>
                <a:spcPts val="1600"/>
              </a:spcAft>
              <a:buClr>
                <a:schemeClr val="dk2"/>
              </a:buClr>
              <a:buSzPts val="1400"/>
              <a:buFont typeface="Poppins"/>
              <a:buChar char="■"/>
              <a:defRPr>
                <a:solidFill>
                  <a:schemeClr val="dk2"/>
                </a:solidFill>
                <a:latin typeface="Poppins"/>
                <a:ea typeface="Poppins"/>
                <a:cs typeface="Poppins"/>
                <a:sym typeface="Poppins"/>
              </a:defRPr>
            </a:lvl9pPr>
          </a:lstStyle>
          <a:p/>
        </p:txBody>
      </p:sp>
    </p:spTree>
  </p:cSld>
  <p:clrMap accent1="accent1" accent2="accent2" accent3="accent3" accent4="accent4" accent5="accent5" accent6="accent6" bg1="lt1" bg2="dk2" tx1="dk1" tx2="lt2" folHlink="folHlink" hlink="hlink"/>
  <p:sldLayoutIdLst>
    <p:sldLayoutId id="2147483728" r:id="rId1"/>
    <p:sldLayoutId id="2147483729" r:id="rId2"/>
    <p:sldLayoutId id="2147483730" r:id="rId3"/>
    <p:sldLayoutId id="2147483731" r:id="rId4"/>
    <p:sldLayoutId id="2147483732" r:id="rId5"/>
    <p:sldLayoutId id="2147483733" r:id="rId6"/>
    <p:sldLayoutId id="2147483734" r:id="rId7"/>
    <p:sldLayoutId id="2147483735" r:id="rId8"/>
    <p:sldLayoutId id="2147483736" r:id="rId9"/>
    <p:sldLayoutId id="2147483737" r:id="rId10"/>
    <p:sldLayoutId id="2147483738" r:id="rId11"/>
    <p:sldLayoutId id="2147483739" r:id="rId12"/>
    <p:sldLayoutId id="2147483740" r:id="rId13"/>
    <p:sldLayoutId id="2147483741" r:id="rId14"/>
    <p:sldLayoutId id="2147483742" r:id="rId15"/>
    <p:sldLayoutId id="2147483743" r:id="rId16"/>
    <p:sldLayoutId id="2147483744" r:id="rId17"/>
    <p:sldLayoutId id="2147483745" r:id="rId18"/>
    <p:sldLayoutId id="2147483746" r:id="rId19"/>
    <p:sldLayoutId id="2147483747" r:id="rId20"/>
    <p:sldLayoutId id="2147483748" r:id="rId21"/>
    <p:sldLayoutId id="2147483749" r:id="rId22"/>
    <p:sldLayoutId id="2147483750" r:id="rId23"/>
    <p:sldLayoutId id="2147483751" r:id="rId24"/>
    <p:sldLayoutId id="2147483752" r:id="rId25"/>
    <p:sldLayoutId id="2147483753" r:id="rId26"/>
    <p:sldLayoutId id="2147483754" r:id="rId27"/>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6.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791" name="Shape 791"/>
        <p:cNvGrpSpPr/>
        <p:nvPr/>
      </p:nvGrpSpPr>
      <p:grpSpPr>
        <a:xfrm>
          <a:off x="0" y="0"/>
          <a:ext cx="0" cy="0"/>
          <a:chOff x="0" y="0"/>
          <a:chExt cx="0" cy="0"/>
        </a:xfrm>
      </p:grpSpPr>
      <p:sp>
        <p:nvSpPr>
          <p:cNvPr id="792" name="Google Shape;792;p11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2800"/>
              <a:buFont typeface="Poppins"/>
              <a:buNone/>
              <a:defRPr sz="2800">
                <a:solidFill>
                  <a:schemeClr val="dk1"/>
                </a:solidFill>
                <a:latin typeface="Poppins"/>
                <a:ea typeface="Poppins"/>
                <a:cs typeface="Poppins"/>
                <a:sym typeface="Poppins"/>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93" name="Google Shape;793;p11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Font typeface="Poppins"/>
              <a:buChar char="●"/>
              <a:defRPr sz="1800">
                <a:solidFill>
                  <a:schemeClr val="dk2"/>
                </a:solidFill>
                <a:latin typeface="Poppins"/>
                <a:ea typeface="Poppins"/>
                <a:cs typeface="Poppins"/>
                <a:sym typeface="Poppins"/>
              </a:defRPr>
            </a:lvl1pPr>
            <a:lvl2pPr indent="-317500" lvl="1" marL="9144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2pPr>
            <a:lvl3pPr indent="-317500" lvl="2" marL="13716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3pPr>
            <a:lvl4pPr indent="-317500" lvl="3" marL="18288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4pPr>
            <a:lvl5pPr indent="-317500" lvl="4" marL="22860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5pPr>
            <a:lvl6pPr indent="-317500" lvl="5" marL="27432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6pPr>
            <a:lvl7pPr indent="-317500" lvl="6" marL="32004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7pPr>
            <a:lvl8pPr indent="-317500" lvl="7" marL="36576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8pPr>
            <a:lvl9pPr indent="-317500" lvl="8" marL="4114800">
              <a:lnSpc>
                <a:spcPct val="115000"/>
              </a:lnSpc>
              <a:spcBef>
                <a:spcPts val="1600"/>
              </a:spcBef>
              <a:spcAft>
                <a:spcPts val="1600"/>
              </a:spcAft>
              <a:buClr>
                <a:schemeClr val="dk2"/>
              </a:buClr>
              <a:buSzPts val="1400"/>
              <a:buFont typeface="Poppins"/>
              <a:buChar char="■"/>
              <a:defRPr>
                <a:solidFill>
                  <a:schemeClr val="dk2"/>
                </a:solidFill>
                <a:latin typeface="Poppins"/>
                <a:ea typeface="Poppins"/>
                <a:cs typeface="Poppins"/>
                <a:sym typeface="Poppins"/>
              </a:defRPr>
            </a:lvl9pPr>
          </a:lstStyle>
          <a:p/>
        </p:txBody>
      </p:sp>
    </p:spTree>
  </p:cSld>
  <p:clrMap accent1="accent1" accent2="accent2" accent3="accent3" accent4="accent4" accent5="accent5" accent6="accent6" bg1="lt1" bg2="dk2" tx1="dk1" tx2="lt2" folHlink="folHlink" hlink="hlink"/>
  <p:sldLayoutIdLst>
    <p:sldLayoutId id="2147483755" r:id="rId1"/>
    <p:sldLayoutId id="2147483756" r:id="rId2"/>
    <p:sldLayoutId id="2147483757" r:id="rId3"/>
    <p:sldLayoutId id="2147483758" r:id="rId4"/>
    <p:sldLayoutId id="2147483759" r:id="rId5"/>
    <p:sldLayoutId id="2147483760" r:id="rId6"/>
    <p:sldLayoutId id="2147483761" r:id="rId7"/>
    <p:sldLayoutId id="2147483762" r:id="rId8"/>
    <p:sldLayoutId id="2147483763" r:id="rId9"/>
    <p:sldLayoutId id="2147483764" r:id="rId10"/>
    <p:sldLayoutId id="2147483765" r:id="rId11"/>
    <p:sldLayoutId id="2147483766" r:id="rId12"/>
    <p:sldLayoutId id="2147483767" r:id="rId13"/>
    <p:sldLayoutId id="2147483768" r:id="rId14"/>
    <p:sldLayoutId id="2147483769" r:id="rId15"/>
    <p:sldLayoutId id="2147483770" r:id="rId16"/>
    <p:sldLayoutId id="2147483771" r:id="rId17"/>
    <p:sldLayoutId id="2147483772" r:id="rId18"/>
    <p:sldLayoutId id="2147483773" r:id="rId19"/>
    <p:sldLayoutId id="2147483774" r:id="rId20"/>
    <p:sldLayoutId id="2147483775" r:id="rId21"/>
    <p:sldLayoutId id="2147483776" r:id="rId22"/>
    <p:sldLayoutId id="2147483777" r:id="rId23"/>
    <p:sldLayoutId id="2147483778" r:id="rId24"/>
    <p:sldLayoutId id="2147483779" r:id="rId25"/>
    <p:sldLayoutId id="2147483780" r:id="rId26"/>
    <p:sldLayoutId id="2147483781" r:id="rId27"/>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56.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0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5.xml"/><Relationship Id="rId2" Type="http://schemas.openxmlformats.org/officeDocument/2006/relationships/notesSlide" Target="../notesSlides/notesSlide4.xml"/><Relationship Id="rId3" Type="http://schemas.openxmlformats.org/officeDocument/2006/relationships/image" Target="../media/image142.png"/><Relationship Id="rId4" Type="http://schemas.openxmlformats.org/officeDocument/2006/relationships/image" Target="../media/image14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9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9.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5.xml"/><Relationship Id="rId2" Type="http://schemas.openxmlformats.org/officeDocument/2006/relationships/notesSlide" Target="../notesSlides/notesSlide7.xml"/><Relationship Id="rId3" Type="http://schemas.openxmlformats.org/officeDocument/2006/relationships/image" Target="../media/image14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5.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8.xml"/><Relationship Id="rId2" Type="http://schemas.openxmlformats.org/officeDocument/2006/relationships/notesSlide" Target="../notesSlides/notesSlide9.xml"/><Relationship Id="rId3" Type="http://schemas.openxmlformats.org/officeDocument/2006/relationships/hyperlink" Target="https://docs.google.com/forms/d/e/1FAIpQLSfCtykxSrH1HZ9fd4kmcyTlaFCK1KI8g2X6IPhEzQbg_8oKtA/viewform?usp=header"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8.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9.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8.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8.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03.xml"/><Relationship Id="rId2" Type="http://schemas.openxmlformats.org/officeDocument/2006/relationships/notesSlide" Target="../notesSlides/notesSlide17.xml"/><Relationship Id="rId3" Type="http://schemas.openxmlformats.org/officeDocument/2006/relationships/hyperlink" Target="http://www.youtube.com/watch?v=Jwd_lkXoLKk" TargetMode="External"/><Relationship Id="rId4" Type="http://schemas.openxmlformats.org/officeDocument/2006/relationships/image" Target="../media/image146.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80.xml"/><Relationship Id="rId2" Type="http://schemas.openxmlformats.org/officeDocument/2006/relationships/notesSlide" Target="../notesSlides/notesSlide21.xml"/><Relationship Id="rId3" Type="http://schemas.openxmlformats.org/officeDocument/2006/relationships/image" Target="../media/image148.png"/><Relationship Id="rId4" Type="http://schemas.openxmlformats.org/officeDocument/2006/relationships/image" Target="../media/image149.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0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96.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0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0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82.xml"/><Relationship Id="rId2" Type="http://schemas.openxmlformats.org/officeDocument/2006/relationships/notesSlide" Target="../notesSlides/notesSlide27.xml"/><Relationship Id="rId3" Type="http://schemas.openxmlformats.org/officeDocument/2006/relationships/image" Target="../media/image150.png"/><Relationship Id="rId4" Type="http://schemas.openxmlformats.org/officeDocument/2006/relationships/hyperlink" Target="http://www.youtube.com/watch?v=BTZMUDKSpSs" TargetMode="External"/><Relationship Id="rId5" Type="http://schemas.openxmlformats.org/officeDocument/2006/relationships/image" Target="../media/image151.jp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12.xml"/><Relationship Id="rId2" Type="http://schemas.openxmlformats.org/officeDocument/2006/relationships/notesSlide" Target="../notesSlides/notesSlide28.xml"/><Relationship Id="rId3" Type="http://schemas.openxmlformats.org/officeDocument/2006/relationships/image" Target="../media/image15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4" name="Shape 1014"/>
        <p:cNvGrpSpPr/>
        <p:nvPr/>
      </p:nvGrpSpPr>
      <p:grpSpPr>
        <a:xfrm>
          <a:off x="0" y="0"/>
          <a:ext cx="0" cy="0"/>
          <a:chOff x="0" y="0"/>
          <a:chExt cx="0" cy="0"/>
        </a:xfrm>
      </p:grpSpPr>
      <p:sp>
        <p:nvSpPr>
          <p:cNvPr id="1015" name="Google Shape;1015;p141"/>
          <p:cNvSpPr txBox="1"/>
          <p:nvPr>
            <p:ph type="title"/>
          </p:nvPr>
        </p:nvSpPr>
        <p:spPr>
          <a:xfrm>
            <a:off x="1628200" y="1807975"/>
            <a:ext cx="5887800" cy="7245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SzPts val="990"/>
              <a:buNone/>
            </a:pPr>
            <a:r>
              <a:rPr lang="en" sz="3600"/>
              <a:t>Mock Interview</a:t>
            </a:r>
            <a:endParaRPr sz="3600"/>
          </a:p>
        </p:txBody>
      </p:sp>
      <p:sp>
        <p:nvSpPr>
          <p:cNvPr id="1016" name="Google Shape;1016;p141"/>
          <p:cNvSpPr txBox="1"/>
          <p:nvPr>
            <p:ph idx="1" type="subTitle"/>
          </p:nvPr>
        </p:nvSpPr>
        <p:spPr>
          <a:xfrm>
            <a:off x="3582450" y="3105825"/>
            <a:ext cx="1979100" cy="3807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TIP101</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0" name="Shape 1020"/>
        <p:cNvGrpSpPr/>
        <p:nvPr/>
      </p:nvGrpSpPr>
      <p:grpSpPr>
        <a:xfrm>
          <a:off x="0" y="0"/>
          <a:ext cx="0" cy="0"/>
          <a:chOff x="0" y="0"/>
          <a:chExt cx="0" cy="0"/>
        </a:xfrm>
      </p:grpSpPr>
      <p:sp>
        <p:nvSpPr>
          <p:cNvPr id="1021" name="Google Shape;1021;p142"/>
          <p:cNvSpPr txBox="1"/>
          <p:nvPr>
            <p:ph idx="12" type="sldNum"/>
          </p:nvPr>
        </p:nvSpPr>
        <p:spPr>
          <a:xfrm>
            <a:off x="8543625" y="4795150"/>
            <a:ext cx="548700" cy="3030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graphicFrame>
        <p:nvGraphicFramePr>
          <p:cNvPr id="1022" name="Google Shape;1022;p142"/>
          <p:cNvGraphicFramePr/>
          <p:nvPr/>
        </p:nvGraphicFramePr>
        <p:xfrm>
          <a:off x="451525" y="1242597"/>
          <a:ext cx="3000000" cy="3000000"/>
        </p:xfrm>
        <a:graphic>
          <a:graphicData uri="http://schemas.openxmlformats.org/drawingml/2006/table">
            <a:tbl>
              <a:tblPr>
                <a:noFill/>
                <a:tableStyleId>{A5FD2C5C-C3D4-4F50-9AC7-C26E261ADC74}</a:tableStyleId>
              </a:tblPr>
              <a:tblGrid>
                <a:gridCol w="411100"/>
                <a:gridCol w="4569375"/>
                <a:gridCol w="1883200"/>
              </a:tblGrid>
              <a:tr h="463250">
                <a:tc>
                  <a:txBody>
                    <a:bodyPr/>
                    <a:lstStyle/>
                    <a:p>
                      <a:pPr indent="0" lvl="0" marL="0" rtl="0" algn="ctr">
                        <a:spcBef>
                          <a:spcPts val="0"/>
                        </a:spcBef>
                        <a:spcAft>
                          <a:spcPts val="0"/>
                        </a:spcAft>
                        <a:buNone/>
                      </a:pPr>
                      <a:r>
                        <a:rPr b="1" lang="en" sz="1800">
                          <a:solidFill>
                            <a:srgbClr val="6EC396"/>
                          </a:solidFill>
                          <a:latin typeface="Space Mono"/>
                          <a:ea typeface="Space Mono"/>
                          <a:cs typeface="Space Mono"/>
                          <a:sym typeface="Space Mono"/>
                        </a:rPr>
                        <a:t>1</a:t>
                      </a:r>
                      <a:endParaRPr b="1" sz="1800">
                        <a:solidFill>
                          <a:srgbClr val="6EC396"/>
                        </a:solidFill>
                        <a:latin typeface="Space Mono"/>
                        <a:ea typeface="Space Mono"/>
                        <a:cs typeface="Space Mono"/>
                        <a:sym typeface="Space Mono"/>
                      </a:endParaRPr>
                    </a:p>
                  </a:txBody>
                  <a:tcPr marT="0" marB="0"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rPr lang="en" sz="1800">
                          <a:latin typeface="Poppins"/>
                          <a:ea typeface="Poppins"/>
                          <a:cs typeface="Poppins"/>
                          <a:sym typeface="Poppins"/>
                        </a:rPr>
                        <a:t>Welcome 👋🏽</a:t>
                      </a:r>
                      <a:endParaRPr sz="1800">
                        <a:latin typeface="Poppins"/>
                        <a:ea typeface="Poppins"/>
                        <a:cs typeface="Poppins"/>
                        <a:sym typeface="Poppins"/>
                      </a:endParaRPr>
                    </a:p>
                  </a:txBody>
                  <a:tcPr marT="0" marB="0" marR="91425" marL="91425" anchor="ctr">
                    <a:lnL cap="flat" cmpd="sng" w="9525">
                      <a:solidFill>
                        <a:srgbClr val="9E9E9E">
                          <a:alpha val="0"/>
                        </a:srgbClr>
                      </a:solidFill>
                      <a:prstDash val="solid"/>
                      <a:round/>
                      <a:headEnd len="sm" w="sm" type="none"/>
                      <a:tailEnd len="sm" w="sm" type="none"/>
                    </a:lnL>
                    <a:lnR cap="flat" cmpd="sng" w="19050">
                      <a:solidFill>
                        <a:srgbClr val="6EC396"/>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Clr>
                          <a:schemeClr val="dk1"/>
                        </a:buClr>
                        <a:buSzPts val="1100"/>
                        <a:buFont typeface="Arial"/>
                        <a:buNone/>
                      </a:pPr>
                      <a:r>
                        <a:rPr lang="en" sz="1800">
                          <a:solidFill>
                            <a:schemeClr val="dk1"/>
                          </a:solidFill>
                          <a:latin typeface="Consolas"/>
                          <a:ea typeface="Consolas"/>
                          <a:cs typeface="Consolas"/>
                          <a:sym typeface="Consolas"/>
                        </a:rPr>
                        <a:t>10 minutes</a:t>
                      </a:r>
                      <a:endParaRPr sz="1800">
                        <a:latin typeface="Consolas"/>
                        <a:ea typeface="Consolas"/>
                        <a:cs typeface="Consolas"/>
                        <a:sym typeface="Consolas"/>
                      </a:endParaRPr>
                    </a:p>
                  </a:txBody>
                  <a:tcPr marT="0" marB="0" marR="91425" marL="91425" anchor="ctr">
                    <a:lnL cap="flat" cmpd="sng" w="19050">
                      <a:solidFill>
                        <a:srgbClr val="6EC396"/>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463250">
                <a:tc>
                  <a:txBody>
                    <a:bodyPr/>
                    <a:lstStyle/>
                    <a:p>
                      <a:pPr indent="0" lvl="0" marL="0" rtl="0" algn="ctr">
                        <a:spcBef>
                          <a:spcPts val="0"/>
                        </a:spcBef>
                        <a:spcAft>
                          <a:spcPts val="0"/>
                        </a:spcAft>
                        <a:buNone/>
                      </a:pPr>
                      <a:r>
                        <a:rPr b="1" lang="en" sz="1800">
                          <a:solidFill>
                            <a:srgbClr val="6EC396"/>
                          </a:solidFill>
                          <a:latin typeface="Space Mono"/>
                          <a:ea typeface="Space Mono"/>
                          <a:cs typeface="Space Mono"/>
                          <a:sym typeface="Space Mono"/>
                        </a:rPr>
                        <a:t>2</a:t>
                      </a:r>
                      <a:endParaRPr b="1" sz="1800">
                        <a:solidFill>
                          <a:srgbClr val="6EC396"/>
                        </a:solidFill>
                        <a:latin typeface="Space Mono"/>
                        <a:ea typeface="Space Mono"/>
                        <a:cs typeface="Space Mono"/>
                        <a:sym typeface="Space Mono"/>
                      </a:endParaRPr>
                    </a:p>
                  </a:txBody>
                  <a:tcPr marT="0" marB="0"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lang="en" sz="1800">
                          <a:solidFill>
                            <a:schemeClr val="dk1"/>
                          </a:solidFill>
                          <a:latin typeface="Poppins"/>
                          <a:ea typeface="Poppins"/>
                          <a:cs typeface="Poppins"/>
                          <a:sym typeface="Poppins"/>
                        </a:rPr>
                        <a:t>Mock Interview</a:t>
                      </a:r>
                      <a:endParaRPr sz="1800">
                        <a:latin typeface="Poppins"/>
                        <a:ea typeface="Poppins"/>
                        <a:cs typeface="Poppins"/>
                        <a:sym typeface="Poppins"/>
                      </a:endParaRPr>
                    </a:p>
                  </a:txBody>
                  <a:tcPr marT="0" marB="0" marR="91425" marL="91425" anchor="ctr">
                    <a:lnL cap="flat" cmpd="sng" w="9525">
                      <a:solidFill>
                        <a:srgbClr val="9E9E9E">
                          <a:alpha val="0"/>
                        </a:srgbClr>
                      </a:solidFill>
                      <a:prstDash val="solid"/>
                      <a:round/>
                      <a:headEnd len="sm" w="sm" type="none"/>
                      <a:tailEnd len="sm" w="sm" type="none"/>
                    </a:lnL>
                    <a:lnR cap="flat" cmpd="sng" w="19050">
                      <a:solidFill>
                        <a:srgbClr val="6EC396"/>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D7FFEE"/>
                    </a:solidFill>
                  </a:tcPr>
                </a:tc>
                <a:tc>
                  <a:txBody>
                    <a:bodyPr/>
                    <a:lstStyle/>
                    <a:p>
                      <a:pPr indent="0" lvl="0" marL="0" rtl="0" algn="r">
                        <a:lnSpc>
                          <a:spcPct val="115000"/>
                        </a:lnSpc>
                        <a:spcBef>
                          <a:spcPts val="0"/>
                        </a:spcBef>
                        <a:spcAft>
                          <a:spcPts val="0"/>
                        </a:spcAft>
                        <a:buClr>
                          <a:schemeClr val="dk1"/>
                        </a:buClr>
                        <a:buSzPts val="1100"/>
                        <a:buFont typeface="Arial"/>
                        <a:buNone/>
                      </a:pPr>
                      <a:r>
                        <a:rPr lang="en" sz="1800">
                          <a:solidFill>
                            <a:schemeClr val="dk1"/>
                          </a:solidFill>
                          <a:latin typeface="Consolas"/>
                          <a:ea typeface="Consolas"/>
                          <a:cs typeface="Consolas"/>
                          <a:sym typeface="Consolas"/>
                        </a:rPr>
                        <a:t>35 minutes</a:t>
                      </a:r>
                      <a:endParaRPr sz="1800">
                        <a:latin typeface="Consolas"/>
                        <a:ea typeface="Consolas"/>
                        <a:cs typeface="Consolas"/>
                        <a:sym typeface="Consolas"/>
                      </a:endParaRPr>
                    </a:p>
                  </a:txBody>
                  <a:tcPr marT="0" marB="0" marR="91425" marL="91425" anchor="ctr">
                    <a:lnL cap="flat" cmpd="sng" w="19050">
                      <a:solidFill>
                        <a:srgbClr val="6EC396"/>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463250">
                <a:tc>
                  <a:txBody>
                    <a:bodyPr/>
                    <a:lstStyle/>
                    <a:p>
                      <a:pPr indent="0" lvl="0" marL="0" rtl="0" algn="ctr">
                        <a:spcBef>
                          <a:spcPts val="0"/>
                        </a:spcBef>
                        <a:spcAft>
                          <a:spcPts val="0"/>
                        </a:spcAft>
                        <a:buNone/>
                      </a:pPr>
                      <a:r>
                        <a:rPr b="1" lang="en" sz="1800">
                          <a:solidFill>
                            <a:srgbClr val="6EC396"/>
                          </a:solidFill>
                          <a:latin typeface="Space Mono"/>
                          <a:ea typeface="Space Mono"/>
                          <a:cs typeface="Space Mono"/>
                          <a:sym typeface="Space Mono"/>
                        </a:rPr>
                        <a:t>3</a:t>
                      </a:r>
                      <a:endParaRPr b="1" sz="1800">
                        <a:solidFill>
                          <a:srgbClr val="6EC396"/>
                        </a:solidFill>
                        <a:latin typeface="Space Mono"/>
                        <a:ea typeface="Space Mono"/>
                        <a:cs typeface="Space Mono"/>
                        <a:sym typeface="Space Mono"/>
                      </a:endParaRPr>
                    </a:p>
                  </a:txBody>
                  <a:tcPr marT="0" marB="0"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b="1" lang="en" sz="1800">
                          <a:solidFill>
                            <a:schemeClr val="dk1"/>
                          </a:solidFill>
                          <a:latin typeface="Poppins"/>
                          <a:ea typeface="Poppins"/>
                          <a:cs typeface="Poppins"/>
                          <a:sym typeface="Poppins"/>
                        </a:rPr>
                        <a:t>BREAK</a:t>
                      </a:r>
                      <a:endParaRPr sz="1800">
                        <a:solidFill>
                          <a:schemeClr val="dk1"/>
                        </a:solidFill>
                        <a:latin typeface="Poppins"/>
                        <a:ea typeface="Poppins"/>
                        <a:cs typeface="Poppins"/>
                        <a:sym typeface="Poppins"/>
                      </a:endParaRPr>
                    </a:p>
                  </a:txBody>
                  <a:tcPr marT="0" marB="0" marR="91425" marL="91425" anchor="ctr">
                    <a:lnL cap="flat" cmpd="sng" w="9525">
                      <a:solidFill>
                        <a:srgbClr val="9E9E9E">
                          <a:alpha val="0"/>
                        </a:srgbClr>
                      </a:solidFill>
                      <a:prstDash val="solid"/>
                      <a:round/>
                      <a:headEnd len="sm" w="sm" type="none"/>
                      <a:tailEnd len="sm" w="sm" type="none"/>
                    </a:lnL>
                    <a:lnR cap="flat" cmpd="sng" w="19050">
                      <a:solidFill>
                        <a:srgbClr val="6EC396"/>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Clr>
                          <a:schemeClr val="dk1"/>
                        </a:buClr>
                        <a:buSzPts val="1100"/>
                        <a:buFont typeface="Arial"/>
                        <a:buNone/>
                      </a:pPr>
                      <a:r>
                        <a:rPr lang="en" sz="1800">
                          <a:solidFill>
                            <a:schemeClr val="dk1"/>
                          </a:solidFill>
                          <a:latin typeface="Consolas"/>
                          <a:ea typeface="Consolas"/>
                          <a:cs typeface="Consolas"/>
                          <a:sym typeface="Consolas"/>
                        </a:rPr>
                        <a:t>5 minutes</a:t>
                      </a:r>
                      <a:endParaRPr sz="1800">
                        <a:solidFill>
                          <a:schemeClr val="dk1"/>
                        </a:solidFill>
                        <a:latin typeface="Consolas"/>
                        <a:ea typeface="Consolas"/>
                        <a:cs typeface="Consolas"/>
                        <a:sym typeface="Consolas"/>
                      </a:endParaRPr>
                    </a:p>
                  </a:txBody>
                  <a:tcPr marT="0" marB="0" marR="91425" marL="91425" anchor="ctr">
                    <a:lnL cap="flat" cmpd="sng" w="19050">
                      <a:solidFill>
                        <a:srgbClr val="6EC396"/>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463250">
                <a:tc>
                  <a:txBody>
                    <a:bodyPr/>
                    <a:lstStyle/>
                    <a:p>
                      <a:pPr indent="0" lvl="0" marL="0" rtl="0" algn="ctr">
                        <a:spcBef>
                          <a:spcPts val="0"/>
                        </a:spcBef>
                        <a:spcAft>
                          <a:spcPts val="0"/>
                        </a:spcAft>
                        <a:buNone/>
                      </a:pPr>
                      <a:r>
                        <a:rPr b="1" lang="en" sz="1800">
                          <a:solidFill>
                            <a:srgbClr val="6EC396"/>
                          </a:solidFill>
                          <a:latin typeface="Space Mono"/>
                          <a:ea typeface="Space Mono"/>
                          <a:cs typeface="Space Mono"/>
                          <a:sym typeface="Space Mono"/>
                        </a:rPr>
                        <a:t>4</a:t>
                      </a:r>
                      <a:endParaRPr b="1" sz="1800">
                        <a:solidFill>
                          <a:srgbClr val="6EC396"/>
                        </a:solidFill>
                        <a:latin typeface="Space Mono"/>
                        <a:ea typeface="Space Mono"/>
                        <a:cs typeface="Space Mono"/>
                        <a:sym typeface="Space Mono"/>
                      </a:endParaRPr>
                    </a:p>
                  </a:txBody>
                  <a:tcPr marT="0" marB="0"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rPr lang="en" sz="1800">
                          <a:solidFill>
                            <a:schemeClr val="dk1"/>
                          </a:solidFill>
                          <a:latin typeface="Poppins"/>
                          <a:ea typeface="Poppins"/>
                          <a:cs typeface="Poppins"/>
                          <a:sym typeface="Poppins"/>
                        </a:rPr>
                        <a:t>AI Checkpoint #2</a:t>
                      </a:r>
                      <a:endParaRPr sz="1800">
                        <a:solidFill>
                          <a:schemeClr val="dk1"/>
                        </a:solidFill>
                        <a:latin typeface="Poppins"/>
                        <a:ea typeface="Poppins"/>
                        <a:cs typeface="Poppins"/>
                        <a:sym typeface="Poppins"/>
                      </a:endParaRPr>
                    </a:p>
                  </a:txBody>
                  <a:tcPr marT="0" marB="0" marR="91425" marL="91425" anchor="ctr">
                    <a:lnL cap="flat" cmpd="sng" w="9525">
                      <a:solidFill>
                        <a:srgbClr val="9E9E9E">
                          <a:alpha val="0"/>
                        </a:srgbClr>
                      </a:solidFill>
                      <a:prstDash val="solid"/>
                      <a:round/>
                      <a:headEnd len="sm" w="sm" type="none"/>
                      <a:tailEnd len="sm" w="sm" type="none"/>
                    </a:lnL>
                    <a:lnR cap="flat" cmpd="sng" w="19050">
                      <a:solidFill>
                        <a:srgbClr val="6EC396"/>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D7FFEE"/>
                    </a:solidFill>
                  </a:tcPr>
                </a:tc>
                <a:tc>
                  <a:txBody>
                    <a:bodyPr/>
                    <a:lstStyle/>
                    <a:p>
                      <a:pPr indent="0" lvl="0" marL="0" rtl="0" algn="r">
                        <a:lnSpc>
                          <a:spcPct val="115000"/>
                        </a:lnSpc>
                        <a:spcBef>
                          <a:spcPts val="0"/>
                        </a:spcBef>
                        <a:spcAft>
                          <a:spcPts val="0"/>
                        </a:spcAft>
                        <a:buNone/>
                      </a:pPr>
                      <a:r>
                        <a:rPr lang="en" sz="1800">
                          <a:solidFill>
                            <a:schemeClr val="dk1"/>
                          </a:solidFill>
                          <a:latin typeface="Consolas"/>
                          <a:ea typeface="Consolas"/>
                          <a:cs typeface="Consolas"/>
                          <a:sym typeface="Consolas"/>
                        </a:rPr>
                        <a:t>10 minutes</a:t>
                      </a:r>
                      <a:endParaRPr sz="1800">
                        <a:solidFill>
                          <a:schemeClr val="dk1"/>
                        </a:solidFill>
                        <a:latin typeface="Consolas"/>
                        <a:ea typeface="Consolas"/>
                        <a:cs typeface="Consolas"/>
                        <a:sym typeface="Consolas"/>
                      </a:endParaRPr>
                    </a:p>
                  </a:txBody>
                  <a:tcPr marT="0" marB="0" marR="91425" marL="91425" anchor="ctr">
                    <a:lnL cap="flat" cmpd="sng" w="19050">
                      <a:solidFill>
                        <a:srgbClr val="6EC396"/>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463250">
                <a:tc>
                  <a:txBody>
                    <a:bodyPr/>
                    <a:lstStyle/>
                    <a:p>
                      <a:pPr indent="0" lvl="0" marL="0" rtl="0" algn="ctr">
                        <a:spcBef>
                          <a:spcPts val="0"/>
                        </a:spcBef>
                        <a:spcAft>
                          <a:spcPts val="0"/>
                        </a:spcAft>
                        <a:buNone/>
                      </a:pPr>
                      <a:r>
                        <a:rPr b="1" lang="en" sz="1800">
                          <a:solidFill>
                            <a:srgbClr val="6EC396"/>
                          </a:solidFill>
                          <a:latin typeface="Space Mono"/>
                          <a:ea typeface="Space Mono"/>
                          <a:cs typeface="Space Mono"/>
                          <a:sym typeface="Space Mono"/>
                        </a:rPr>
                        <a:t>5</a:t>
                      </a:r>
                      <a:endParaRPr b="1" sz="1800">
                        <a:solidFill>
                          <a:srgbClr val="6EC396"/>
                        </a:solidFill>
                        <a:latin typeface="Space Mono"/>
                        <a:ea typeface="Space Mono"/>
                        <a:cs typeface="Space Mono"/>
                        <a:sym typeface="Space Mono"/>
                      </a:endParaRPr>
                    </a:p>
                  </a:txBody>
                  <a:tcPr marT="0" marB="0"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lang="en" sz="1800">
                          <a:solidFill>
                            <a:schemeClr val="dk1"/>
                          </a:solidFill>
                          <a:latin typeface="Poppins"/>
                          <a:ea typeface="Poppins"/>
                          <a:cs typeface="Poppins"/>
                          <a:sym typeface="Poppins"/>
                        </a:rPr>
                        <a:t>Collaborative Problem Solving</a:t>
                      </a:r>
                      <a:endParaRPr b="1" sz="1800">
                        <a:latin typeface="Poppins"/>
                        <a:ea typeface="Poppins"/>
                        <a:cs typeface="Poppins"/>
                        <a:sym typeface="Poppins"/>
                      </a:endParaRPr>
                    </a:p>
                  </a:txBody>
                  <a:tcPr marT="0" marB="0" marR="91425" marL="91425" anchor="ctr">
                    <a:lnL cap="flat" cmpd="sng" w="9525">
                      <a:solidFill>
                        <a:srgbClr val="9E9E9E">
                          <a:alpha val="0"/>
                        </a:srgbClr>
                      </a:solidFill>
                      <a:prstDash val="solid"/>
                      <a:round/>
                      <a:headEnd len="sm" w="sm" type="none"/>
                      <a:tailEnd len="sm" w="sm" type="none"/>
                    </a:lnL>
                    <a:lnR cap="flat" cmpd="sng" w="19050">
                      <a:solidFill>
                        <a:srgbClr val="6EC396"/>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lt1"/>
                    </a:solidFill>
                  </a:tcPr>
                </a:tc>
                <a:tc>
                  <a:txBody>
                    <a:bodyPr/>
                    <a:lstStyle/>
                    <a:p>
                      <a:pPr indent="0" lvl="0" marL="0" rtl="0" algn="r">
                        <a:lnSpc>
                          <a:spcPct val="115000"/>
                        </a:lnSpc>
                        <a:spcBef>
                          <a:spcPts val="0"/>
                        </a:spcBef>
                        <a:spcAft>
                          <a:spcPts val="0"/>
                        </a:spcAft>
                        <a:buClr>
                          <a:schemeClr val="dk1"/>
                        </a:buClr>
                        <a:buSzPts val="1100"/>
                        <a:buFont typeface="Arial"/>
                        <a:buNone/>
                      </a:pPr>
                      <a:r>
                        <a:rPr lang="en" sz="1800">
                          <a:solidFill>
                            <a:schemeClr val="dk1"/>
                          </a:solidFill>
                          <a:latin typeface="Consolas"/>
                          <a:ea typeface="Consolas"/>
                          <a:cs typeface="Consolas"/>
                          <a:sym typeface="Consolas"/>
                        </a:rPr>
                        <a:t>50 minutes</a:t>
                      </a:r>
                      <a:endParaRPr sz="1800">
                        <a:latin typeface="Consolas"/>
                        <a:ea typeface="Consolas"/>
                        <a:cs typeface="Consolas"/>
                        <a:sym typeface="Consolas"/>
                      </a:endParaRPr>
                    </a:p>
                  </a:txBody>
                  <a:tcPr marT="0" marB="0" marR="91425" marL="91425" anchor="ctr">
                    <a:lnL cap="flat" cmpd="sng" w="19050">
                      <a:solidFill>
                        <a:srgbClr val="6EC396"/>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463250">
                <a:tc>
                  <a:txBody>
                    <a:bodyPr/>
                    <a:lstStyle/>
                    <a:p>
                      <a:pPr indent="0" lvl="0" marL="0" rtl="0" algn="ctr">
                        <a:spcBef>
                          <a:spcPts val="0"/>
                        </a:spcBef>
                        <a:spcAft>
                          <a:spcPts val="0"/>
                        </a:spcAft>
                        <a:buNone/>
                      </a:pPr>
                      <a:r>
                        <a:rPr b="1" lang="en" sz="1800">
                          <a:solidFill>
                            <a:srgbClr val="6EC396"/>
                          </a:solidFill>
                          <a:latin typeface="Space Mono"/>
                          <a:ea typeface="Space Mono"/>
                          <a:cs typeface="Space Mono"/>
                          <a:sym typeface="Space Mono"/>
                        </a:rPr>
                        <a:t>6</a:t>
                      </a:r>
                      <a:endParaRPr b="1" sz="1800">
                        <a:solidFill>
                          <a:srgbClr val="6EC396"/>
                        </a:solidFill>
                        <a:latin typeface="Space Mono"/>
                        <a:ea typeface="Space Mono"/>
                        <a:cs typeface="Space Mono"/>
                        <a:sym typeface="Space Mono"/>
                      </a:endParaRPr>
                    </a:p>
                  </a:txBody>
                  <a:tcPr marT="0" marB="0"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lang="en" sz="1800">
                          <a:solidFill>
                            <a:schemeClr val="dk1"/>
                          </a:solidFill>
                          <a:latin typeface="Poppins"/>
                          <a:ea typeface="Poppins"/>
                          <a:cs typeface="Poppins"/>
                          <a:sym typeface="Poppins"/>
                        </a:rPr>
                        <a:t>Wrap Up</a:t>
                      </a:r>
                      <a:endParaRPr sz="1800">
                        <a:latin typeface="Poppins"/>
                        <a:ea typeface="Poppins"/>
                        <a:cs typeface="Poppins"/>
                        <a:sym typeface="Poppins"/>
                      </a:endParaRPr>
                    </a:p>
                  </a:txBody>
                  <a:tcPr marT="0" marB="0" marR="91425" marL="91425" anchor="ctr">
                    <a:lnL cap="flat" cmpd="sng" w="9525">
                      <a:solidFill>
                        <a:srgbClr val="9E9E9E">
                          <a:alpha val="0"/>
                        </a:srgbClr>
                      </a:solidFill>
                      <a:prstDash val="solid"/>
                      <a:round/>
                      <a:headEnd len="sm" w="sm" type="none"/>
                      <a:tailEnd len="sm" w="sm" type="none"/>
                    </a:lnL>
                    <a:lnR cap="flat" cmpd="sng" w="19050">
                      <a:solidFill>
                        <a:srgbClr val="6EC396"/>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D7FFEE"/>
                    </a:solidFill>
                  </a:tcPr>
                </a:tc>
                <a:tc>
                  <a:txBody>
                    <a:bodyPr/>
                    <a:lstStyle/>
                    <a:p>
                      <a:pPr indent="0" lvl="0" marL="0" rtl="0" algn="r">
                        <a:lnSpc>
                          <a:spcPct val="115000"/>
                        </a:lnSpc>
                        <a:spcBef>
                          <a:spcPts val="0"/>
                        </a:spcBef>
                        <a:spcAft>
                          <a:spcPts val="0"/>
                        </a:spcAft>
                        <a:buClr>
                          <a:schemeClr val="dk1"/>
                        </a:buClr>
                        <a:buSzPts val="1100"/>
                        <a:buFont typeface="Arial"/>
                        <a:buNone/>
                      </a:pPr>
                      <a:r>
                        <a:rPr lang="en" sz="1800">
                          <a:solidFill>
                            <a:schemeClr val="dk1"/>
                          </a:solidFill>
                          <a:latin typeface="Consolas"/>
                          <a:ea typeface="Consolas"/>
                          <a:cs typeface="Consolas"/>
                          <a:sym typeface="Consolas"/>
                        </a:rPr>
                        <a:t>10 minutes</a:t>
                      </a:r>
                      <a:endParaRPr sz="1800">
                        <a:latin typeface="Consolas"/>
                        <a:ea typeface="Consolas"/>
                        <a:cs typeface="Consolas"/>
                        <a:sym typeface="Consolas"/>
                      </a:endParaRPr>
                    </a:p>
                  </a:txBody>
                  <a:tcPr marT="0" marB="0" marR="91425" marL="91425" anchor="ctr">
                    <a:lnL cap="flat" cmpd="sng" w="19050">
                      <a:solidFill>
                        <a:srgbClr val="6EC396"/>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6" name="Shape 1026"/>
        <p:cNvGrpSpPr/>
        <p:nvPr/>
      </p:nvGrpSpPr>
      <p:grpSpPr>
        <a:xfrm>
          <a:off x="0" y="0"/>
          <a:ext cx="0" cy="0"/>
          <a:chOff x="0" y="0"/>
          <a:chExt cx="0" cy="0"/>
        </a:xfrm>
      </p:grpSpPr>
      <p:sp>
        <p:nvSpPr>
          <p:cNvPr id="1027" name="Google Shape;1027;p143"/>
          <p:cNvSpPr txBox="1"/>
          <p:nvPr>
            <p:ph type="title"/>
          </p:nvPr>
        </p:nvSpPr>
        <p:spPr>
          <a:xfrm>
            <a:off x="884825" y="2317200"/>
            <a:ext cx="3495300" cy="509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Welcome! 👋🏽</a:t>
            </a:r>
            <a:endParaRPr/>
          </a:p>
        </p:txBody>
      </p:sp>
      <p:sp>
        <p:nvSpPr>
          <p:cNvPr id="1028" name="Google Shape;1028;p143"/>
          <p:cNvSpPr txBox="1"/>
          <p:nvPr>
            <p:ph idx="1" type="subTitle"/>
          </p:nvPr>
        </p:nvSpPr>
        <p:spPr>
          <a:xfrm>
            <a:off x="785650" y="1770100"/>
            <a:ext cx="4127100" cy="388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10 minutes</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2" name="Shape 1032"/>
        <p:cNvGrpSpPr/>
        <p:nvPr/>
      </p:nvGrpSpPr>
      <p:grpSpPr>
        <a:xfrm>
          <a:off x="0" y="0"/>
          <a:ext cx="0" cy="0"/>
          <a:chOff x="0" y="0"/>
          <a:chExt cx="0" cy="0"/>
        </a:xfrm>
      </p:grpSpPr>
      <p:sp>
        <p:nvSpPr>
          <p:cNvPr id="1033" name="Google Shape;1033;p144"/>
          <p:cNvSpPr txBox="1"/>
          <p:nvPr>
            <p:ph idx="12" type="sldNum"/>
          </p:nvPr>
        </p:nvSpPr>
        <p:spPr>
          <a:xfrm>
            <a:off x="8543625" y="4795150"/>
            <a:ext cx="548700" cy="3030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1034" name="Google Shape;1034;p144"/>
          <p:cNvPicPr preferRelativeResize="0"/>
          <p:nvPr/>
        </p:nvPicPr>
        <p:blipFill>
          <a:blip r:embed="rId3">
            <a:alphaModFix/>
          </a:blip>
          <a:stretch>
            <a:fillRect/>
          </a:stretch>
        </p:blipFill>
        <p:spPr>
          <a:xfrm>
            <a:off x="1045500" y="424463"/>
            <a:ext cx="3066374" cy="3066374"/>
          </a:xfrm>
          <a:prstGeom prst="rect">
            <a:avLst/>
          </a:prstGeom>
          <a:noFill/>
          <a:ln>
            <a:noFill/>
          </a:ln>
        </p:spPr>
      </p:pic>
      <p:sp>
        <p:nvSpPr>
          <p:cNvPr id="1035" name="Google Shape;1035;p144"/>
          <p:cNvSpPr txBox="1"/>
          <p:nvPr>
            <p:ph type="title"/>
          </p:nvPr>
        </p:nvSpPr>
        <p:spPr>
          <a:xfrm>
            <a:off x="1364138" y="3490838"/>
            <a:ext cx="2429100" cy="9234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Turn on your cameras</a:t>
            </a:r>
            <a:endParaRPr/>
          </a:p>
        </p:txBody>
      </p:sp>
      <p:pic>
        <p:nvPicPr>
          <p:cNvPr id="1036" name="Google Shape;1036;p144"/>
          <p:cNvPicPr preferRelativeResize="0"/>
          <p:nvPr/>
        </p:nvPicPr>
        <p:blipFill>
          <a:blip r:embed="rId4">
            <a:alphaModFix/>
          </a:blip>
          <a:stretch>
            <a:fillRect/>
          </a:stretch>
        </p:blipFill>
        <p:spPr>
          <a:xfrm>
            <a:off x="5032137" y="424475"/>
            <a:ext cx="3066350" cy="3066350"/>
          </a:xfrm>
          <a:prstGeom prst="rect">
            <a:avLst/>
          </a:prstGeom>
          <a:noFill/>
          <a:ln>
            <a:noFill/>
          </a:ln>
        </p:spPr>
      </p:pic>
      <p:sp>
        <p:nvSpPr>
          <p:cNvPr id="1037" name="Google Shape;1037;p144"/>
          <p:cNvSpPr txBox="1"/>
          <p:nvPr>
            <p:ph type="title"/>
          </p:nvPr>
        </p:nvSpPr>
        <p:spPr>
          <a:xfrm>
            <a:off x="5195963" y="3490838"/>
            <a:ext cx="2738700" cy="9234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Fill out the entry ticket</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1" name="Shape 1041"/>
        <p:cNvGrpSpPr/>
        <p:nvPr/>
      </p:nvGrpSpPr>
      <p:grpSpPr>
        <a:xfrm>
          <a:off x="0" y="0"/>
          <a:ext cx="0" cy="0"/>
          <a:chOff x="0" y="0"/>
          <a:chExt cx="0" cy="0"/>
        </a:xfrm>
      </p:grpSpPr>
      <p:sp>
        <p:nvSpPr>
          <p:cNvPr id="1042" name="Google Shape;1042;p145"/>
          <p:cNvSpPr txBox="1"/>
          <p:nvPr>
            <p:ph idx="1" type="subTitle"/>
          </p:nvPr>
        </p:nvSpPr>
        <p:spPr>
          <a:xfrm>
            <a:off x="7103500" y="551600"/>
            <a:ext cx="1617300" cy="431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5 minutes</a:t>
            </a:r>
            <a:endParaRPr/>
          </a:p>
        </p:txBody>
      </p:sp>
      <p:sp>
        <p:nvSpPr>
          <p:cNvPr id="1043" name="Google Shape;1043;p145"/>
          <p:cNvSpPr txBox="1"/>
          <p:nvPr>
            <p:ph idx="12" type="sldNum"/>
          </p:nvPr>
        </p:nvSpPr>
        <p:spPr>
          <a:xfrm>
            <a:off x="8543625" y="4795150"/>
            <a:ext cx="548700" cy="3030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044" name="Google Shape;1044;p145"/>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t>🤨Question:</a:t>
            </a:r>
            <a:endParaRPr b="1"/>
          </a:p>
          <a:p>
            <a:pPr indent="0" lvl="0" marL="0" rtl="0" algn="l">
              <a:spcBef>
                <a:spcPts val="1000"/>
              </a:spcBef>
              <a:spcAft>
                <a:spcPts val="0"/>
              </a:spcAft>
              <a:buNone/>
            </a:pPr>
            <a:r>
              <a:rPr lang="en"/>
              <a:t>In the chat, describe your favorite movie or show with 3 words. Let’s see who can guess it first!</a:t>
            </a:r>
            <a:endParaRPr/>
          </a:p>
          <a:p>
            <a:pPr indent="0" lvl="0" marL="0" rtl="0" algn="l">
              <a:spcBef>
                <a:spcPts val="1000"/>
              </a:spcBef>
              <a:spcAft>
                <a:spcPts val="0"/>
              </a:spcAft>
              <a:buNone/>
            </a:pPr>
            <a:r>
              <a:t/>
            </a:r>
            <a:endParaRPr/>
          </a:p>
          <a:p>
            <a:pPr indent="0" lvl="0" marL="0" rtl="0" algn="l">
              <a:spcBef>
                <a:spcPts val="1000"/>
              </a:spcBef>
              <a:spcAft>
                <a:spcPts val="0"/>
              </a:spcAft>
              <a:buNone/>
            </a:pPr>
            <a:r>
              <a:rPr b="1" lang="en"/>
              <a:t>💬Answer: </a:t>
            </a:r>
            <a:endParaRPr b="1"/>
          </a:p>
          <a:p>
            <a:pPr indent="0" lvl="0" marL="0" rtl="0" algn="l">
              <a:spcBef>
                <a:spcPts val="1000"/>
              </a:spcBef>
              <a:spcAft>
                <a:spcPts val="1000"/>
              </a:spcAft>
              <a:buNone/>
            </a:pPr>
            <a:r>
              <a:rPr lang="en"/>
              <a:t>Share your answer in the Zoom chat below. What kinds of pets do you have if any? If you don’t have any, share what type you would like to have, if any.</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8" name="Shape 1048"/>
        <p:cNvGrpSpPr/>
        <p:nvPr/>
      </p:nvGrpSpPr>
      <p:grpSpPr>
        <a:xfrm>
          <a:off x="0" y="0"/>
          <a:ext cx="0" cy="0"/>
          <a:chOff x="0" y="0"/>
          <a:chExt cx="0" cy="0"/>
        </a:xfrm>
      </p:grpSpPr>
      <p:sp>
        <p:nvSpPr>
          <p:cNvPr id="1049" name="Google Shape;1049;p146"/>
          <p:cNvSpPr txBox="1"/>
          <p:nvPr>
            <p:ph idx="1" type="subTitle"/>
          </p:nvPr>
        </p:nvSpPr>
        <p:spPr>
          <a:xfrm>
            <a:off x="1182525" y="2247950"/>
            <a:ext cx="2967300" cy="2189700"/>
          </a:xfrm>
          <a:prstGeom prst="rect">
            <a:avLst/>
          </a:prstGeom>
        </p:spPr>
        <p:txBody>
          <a:bodyPr anchorCtr="0" anchor="t" bIns="91425" lIns="91425" spcFirstLastPara="1" rIns="91425" wrap="square" tIns="91425">
            <a:noAutofit/>
          </a:bodyPr>
          <a:lstStyle/>
          <a:p>
            <a:pPr indent="-336550" lvl="0" marL="457200" rtl="0" algn="l">
              <a:spcBef>
                <a:spcPts val="0"/>
              </a:spcBef>
              <a:spcAft>
                <a:spcPts val="0"/>
              </a:spcAft>
              <a:buSzPts val="1700"/>
              <a:buChar char="+"/>
            </a:pPr>
            <a:r>
              <a:rPr lang="en" sz="1700"/>
              <a:t>Felt good about initial linked list lecture!</a:t>
            </a:r>
            <a:endParaRPr sz="1700"/>
          </a:p>
          <a:p>
            <a:pPr indent="-336550" lvl="0" marL="457200" rtl="0" algn="l">
              <a:spcBef>
                <a:spcPts val="0"/>
              </a:spcBef>
              <a:spcAft>
                <a:spcPts val="0"/>
              </a:spcAft>
              <a:buSzPts val="1700"/>
              <a:buChar char="+"/>
            </a:pPr>
            <a:r>
              <a:rPr lang="en" sz="1700"/>
              <a:t>Buddy system going well!</a:t>
            </a:r>
            <a:endParaRPr sz="1700"/>
          </a:p>
          <a:p>
            <a:pPr indent="-336550" lvl="0" marL="457200" rtl="0" algn="l">
              <a:spcBef>
                <a:spcPts val="0"/>
              </a:spcBef>
              <a:spcAft>
                <a:spcPts val="0"/>
              </a:spcAft>
              <a:buSzPts val="1700"/>
              <a:buChar char="+"/>
            </a:pPr>
            <a:r>
              <a:rPr lang="en" sz="1700"/>
              <a:t>Students enjoyed themed practice sets</a:t>
            </a:r>
            <a:endParaRPr sz="1700"/>
          </a:p>
        </p:txBody>
      </p:sp>
      <p:sp>
        <p:nvSpPr>
          <p:cNvPr id="1050" name="Google Shape;1050;p146"/>
          <p:cNvSpPr txBox="1"/>
          <p:nvPr>
            <p:ph idx="12" type="sldNum"/>
          </p:nvPr>
        </p:nvSpPr>
        <p:spPr>
          <a:xfrm>
            <a:off x="8543625" y="4795150"/>
            <a:ext cx="548700" cy="3030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051" name="Google Shape;1051;p146"/>
          <p:cNvSpPr txBox="1"/>
          <p:nvPr>
            <p:ph idx="2" type="subTitle"/>
          </p:nvPr>
        </p:nvSpPr>
        <p:spPr>
          <a:xfrm>
            <a:off x="4991175" y="2247950"/>
            <a:ext cx="2967300" cy="2189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700"/>
              <a:t>- Breakout rooms of size 2 might feel unbalanced.</a:t>
            </a:r>
            <a:endParaRPr sz="1700"/>
          </a:p>
          <a:p>
            <a:pPr indent="0" lvl="0" marL="0" rtl="0" algn="l">
              <a:spcBef>
                <a:spcPts val="1600"/>
              </a:spcBef>
              <a:spcAft>
                <a:spcPts val="1600"/>
              </a:spcAft>
              <a:buNone/>
            </a:pPr>
            <a:r>
              <a:rPr lang="en" sz="1700"/>
              <a:t>- Students asked about having test cases provided for the problem sets.</a:t>
            </a:r>
            <a:endParaRPr sz="17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5" name="Shape 1055"/>
        <p:cNvGrpSpPr/>
        <p:nvPr/>
      </p:nvGrpSpPr>
      <p:grpSpPr>
        <a:xfrm>
          <a:off x="0" y="0"/>
          <a:ext cx="0" cy="0"/>
          <a:chOff x="0" y="0"/>
          <a:chExt cx="0" cy="0"/>
        </a:xfrm>
      </p:grpSpPr>
      <p:sp>
        <p:nvSpPr>
          <p:cNvPr id="1056" name="Google Shape;1056;p147"/>
          <p:cNvSpPr txBox="1"/>
          <p:nvPr>
            <p:ph type="title"/>
          </p:nvPr>
        </p:nvSpPr>
        <p:spPr>
          <a:xfrm>
            <a:off x="1132000" y="481275"/>
            <a:ext cx="7559400" cy="572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Announcements &amp; Reminders</a:t>
            </a:r>
            <a:endParaRPr/>
          </a:p>
        </p:txBody>
      </p:sp>
      <p:sp>
        <p:nvSpPr>
          <p:cNvPr id="1057" name="Google Shape;1057;p147"/>
          <p:cNvSpPr txBox="1"/>
          <p:nvPr>
            <p:ph idx="1" type="body"/>
          </p:nvPr>
        </p:nvSpPr>
        <p:spPr>
          <a:xfrm>
            <a:off x="452400" y="1132825"/>
            <a:ext cx="8239200" cy="34881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First mock interview today (time to take volunteers)</a:t>
            </a:r>
            <a:endParaRPr/>
          </a:p>
          <a:p>
            <a:pPr indent="-342900" lvl="1" marL="914400" rtl="0" algn="l">
              <a:spcBef>
                <a:spcPts val="0"/>
              </a:spcBef>
              <a:spcAft>
                <a:spcPts val="0"/>
              </a:spcAft>
              <a:buSzPts val="1800"/>
              <a:buChar char="●"/>
            </a:pPr>
            <a:r>
              <a:rPr lang="en"/>
              <a:t>If no volunteers: Special Link 🤐</a:t>
            </a:r>
            <a:endParaRPr/>
          </a:p>
          <a:p>
            <a:pPr indent="-342900" lvl="0" marL="457200" rtl="0" algn="l">
              <a:spcBef>
                <a:spcPts val="0"/>
              </a:spcBef>
              <a:spcAft>
                <a:spcPts val="0"/>
              </a:spcAft>
              <a:buSzPts val="1800"/>
              <a:buChar char="✱"/>
            </a:pPr>
            <a:r>
              <a:rPr lang="en"/>
              <a:t>We will cover more info on the Mock Interview in a few slides, the topic will be Linked Lists!</a:t>
            </a:r>
            <a:endParaRPr/>
          </a:p>
          <a:p>
            <a:pPr indent="-342900" lvl="1" marL="914400" rtl="0" algn="l">
              <a:spcBef>
                <a:spcPts val="0"/>
              </a:spcBef>
              <a:spcAft>
                <a:spcPts val="0"/>
              </a:spcAft>
              <a:buSzPts val="1800"/>
              <a:buChar char="●"/>
            </a:pPr>
            <a:r>
              <a:rPr lang="en"/>
              <a:t>There will be many opportunities, but today we will only ask for one student!</a:t>
            </a:r>
            <a:endParaRPr/>
          </a:p>
          <a:p>
            <a:pPr indent="-342900" lvl="1" marL="914400" rtl="0" algn="l">
              <a:spcBef>
                <a:spcPts val="0"/>
              </a:spcBef>
              <a:spcAft>
                <a:spcPts val="0"/>
              </a:spcAft>
              <a:buSzPts val="1800"/>
              <a:buChar char="●"/>
            </a:pPr>
            <a:r>
              <a:rPr lang="en"/>
              <a:t>Focus is on implementing </a:t>
            </a:r>
            <a:r>
              <a:rPr b="1" lang="en"/>
              <a:t>UPI</a:t>
            </a:r>
            <a:r>
              <a:rPr lang="en"/>
              <a:t> (try to get a good </a:t>
            </a:r>
            <a:r>
              <a:rPr b="1" lang="en"/>
              <a:t>plan</a:t>
            </a:r>
            <a:r>
              <a:rPr lang="en"/>
              <a:t>, you can ask myself or the class for help if you get stuck)</a:t>
            </a:r>
            <a:endParaRPr/>
          </a:p>
          <a:p>
            <a:pPr indent="-342900" lvl="1" marL="914400" rtl="0" algn="l">
              <a:spcBef>
                <a:spcPts val="0"/>
              </a:spcBef>
              <a:spcAft>
                <a:spcPts val="0"/>
              </a:spcAft>
              <a:buSzPts val="1800"/>
              <a:buChar char="●"/>
            </a:pPr>
            <a:r>
              <a:rPr lang="en"/>
              <a:t>Non-volunteers will fill out an </a:t>
            </a:r>
            <a:r>
              <a:rPr lang="en"/>
              <a:t>observation</a:t>
            </a:r>
            <a:r>
              <a:rPr lang="en"/>
              <a:t> form.</a:t>
            </a:r>
            <a:endParaRPr/>
          </a:p>
        </p:txBody>
      </p:sp>
      <p:sp>
        <p:nvSpPr>
          <p:cNvPr id="1058" name="Google Shape;1058;p147"/>
          <p:cNvSpPr txBox="1"/>
          <p:nvPr>
            <p:ph idx="12" type="sldNum"/>
          </p:nvPr>
        </p:nvSpPr>
        <p:spPr>
          <a:xfrm>
            <a:off x="8543625" y="4795150"/>
            <a:ext cx="548700" cy="3030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1059" name="Google Shape;1059;p147"/>
          <p:cNvPicPr preferRelativeResize="0"/>
          <p:nvPr/>
        </p:nvPicPr>
        <p:blipFill>
          <a:blip r:embed="rId3">
            <a:alphaModFix/>
          </a:blip>
          <a:stretch>
            <a:fillRect/>
          </a:stretch>
        </p:blipFill>
        <p:spPr>
          <a:xfrm>
            <a:off x="452400" y="350275"/>
            <a:ext cx="679601" cy="679601"/>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3" name="Shape 1063"/>
        <p:cNvGrpSpPr/>
        <p:nvPr/>
      </p:nvGrpSpPr>
      <p:grpSpPr>
        <a:xfrm>
          <a:off x="0" y="0"/>
          <a:ext cx="0" cy="0"/>
          <a:chOff x="0" y="0"/>
          <a:chExt cx="0" cy="0"/>
        </a:xfrm>
      </p:grpSpPr>
      <p:sp>
        <p:nvSpPr>
          <p:cNvPr id="1064" name="Google Shape;1064;p148"/>
          <p:cNvSpPr txBox="1"/>
          <p:nvPr>
            <p:ph type="title"/>
          </p:nvPr>
        </p:nvSpPr>
        <p:spPr>
          <a:xfrm>
            <a:off x="884825" y="2317200"/>
            <a:ext cx="3687300" cy="509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Mock Interview</a:t>
            </a:r>
            <a:endParaRPr/>
          </a:p>
        </p:txBody>
      </p:sp>
      <p:sp>
        <p:nvSpPr>
          <p:cNvPr id="1065" name="Google Shape;1065;p148"/>
          <p:cNvSpPr txBox="1"/>
          <p:nvPr>
            <p:ph idx="1" type="subTitle"/>
          </p:nvPr>
        </p:nvSpPr>
        <p:spPr>
          <a:xfrm>
            <a:off x="785650" y="1770100"/>
            <a:ext cx="4127100" cy="388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35 minutes</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9" name="Shape 1069"/>
        <p:cNvGrpSpPr/>
        <p:nvPr/>
      </p:nvGrpSpPr>
      <p:grpSpPr>
        <a:xfrm>
          <a:off x="0" y="0"/>
          <a:ext cx="0" cy="0"/>
          <a:chOff x="0" y="0"/>
          <a:chExt cx="0" cy="0"/>
        </a:xfrm>
      </p:grpSpPr>
      <p:sp>
        <p:nvSpPr>
          <p:cNvPr id="1070" name="Google Shape;1070;p149"/>
          <p:cNvSpPr txBox="1"/>
          <p:nvPr>
            <p:ph type="title"/>
          </p:nvPr>
        </p:nvSpPr>
        <p:spPr>
          <a:xfrm>
            <a:off x="452400" y="481263"/>
            <a:ext cx="8239200" cy="572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Today's Mock Interview</a:t>
            </a:r>
            <a:endParaRPr/>
          </a:p>
        </p:txBody>
      </p:sp>
      <p:sp>
        <p:nvSpPr>
          <p:cNvPr id="1071" name="Google Shape;1071;p149"/>
          <p:cNvSpPr txBox="1"/>
          <p:nvPr>
            <p:ph idx="1" type="body"/>
          </p:nvPr>
        </p:nvSpPr>
        <p:spPr>
          <a:xfrm>
            <a:off x="452400" y="1132825"/>
            <a:ext cx="8239200" cy="34881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I will be the interviewer.</a:t>
            </a:r>
            <a:endParaRPr/>
          </a:p>
          <a:p>
            <a:pPr indent="-342900" lvl="1" marL="914400" rtl="0" algn="l">
              <a:spcBef>
                <a:spcPts val="1000"/>
              </a:spcBef>
              <a:spcAft>
                <a:spcPts val="0"/>
              </a:spcAft>
              <a:buSzPts val="1800"/>
              <a:buChar char="●"/>
            </a:pPr>
            <a:r>
              <a:rPr lang="en"/>
              <a:t>As the interviewer, I will simulate a realistic technical interview by asking probing questions and providing minimal hints when necessary.</a:t>
            </a:r>
            <a:endParaRPr/>
          </a:p>
          <a:p>
            <a:pPr indent="-342900" lvl="0" marL="457200" rtl="0" algn="l">
              <a:spcBef>
                <a:spcPts val="1000"/>
              </a:spcBef>
              <a:spcAft>
                <a:spcPts val="0"/>
              </a:spcAft>
              <a:buSzPts val="1800"/>
              <a:buChar char="✱"/>
            </a:pPr>
            <a:r>
              <a:rPr lang="en"/>
              <a:t>A volunteer student will be the interviewee.</a:t>
            </a:r>
            <a:endParaRPr/>
          </a:p>
          <a:p>
            <a:pPr indent="-342900" lvl="1" marL="914400" rtl="0" algn="l">
              <a:spcBef>
                <a:spcPts val="1000"/>
              </a:spcBef>
              <a:spcAft>
                <a:spcPts val="0"/>
              </a:spcAft>
              <a:buSzPts val="1800"/>
              <a:buChar char="●"/>
            </a:pPr>
            <a:r>
              <a:rPr lang="en"/>
              <a:t>As the interviewee, you will think aloud while solving the problem, applying UMPIRE.</a:t>
            </a:r>
            <a:endParaRPr/>
          </a:p>
          <a:p>
            <a:pPr indent="-342900" lvl="0" marL="457200" rtl="0" algn="l">
              <a:spcBef>
                <a:spcPts val="1000"/>
              </a:spcBef>
              <a:spcAft>
                <a:spcPts val="0"/>
              </a:spcAft>
              <a:buSzPts val="1800"/>
              <a:buChar char="✱"/>
            </a:pPr>
            <a:r>
              <a:rPr lang="en"/>
              <a:t>The rest of the class will observe.</a:t>
            </a:r>
            <a:endParaRPr/>
          </a:p>
          <a:p>
            <a:pPr indent="-342900" lvl="1" marL="914400" rtl="0" algn="l">
              <a:spcBef>
                <a:spcPts val="1000"/>
              </a:spcBef>
              <a:spcAft>
                <a:spcPts val="1000"/>
              </a:spcAft>
              <a:buSzPts val="1800"/>
              <a:buChar char="●"/>
            </a:pPr>
            <a:r>
              <a:rPr lang="en" u="sng">
                <a:solidFill>
                  <a:schemeClr val="accent5"/>
                </a:solidFill>
                <a:hlinkClick r:id="rId3">
                  <a:extLst>
                    <a:ext uri="{A12FA001-AC4F-418D-AE19-62706E023703}">
                      <ahyp:hlinkClr val="tx"/>
                    </a:ext>
                  </a:extLst>
                </a:hlinkClick>
              </a:rPr>
              <a:t>Fill out this form</a:t>
            </a:r>
            <a:r>
              <a:rPr lang="en"/>
              <a:t> to take notes and provide feedback</a:t>
            </a:r>
            <a:endParaRPr/>
          </a:p>
        </p:txBody>
      </p:sp>
      <p:sp>
        <p:nvSpPr>
          <p:cNvPr id="1072" name="Google Shape;1072;p149"/>
          <p:cNvSpPr txBox="1"/>
          <p:nvPr>
            <p:ph idx="12" type="sldNum"/>
          </p:nvPr>
        </p:nvSpPr>
        <p:spPr>
          <a:xfrm>
            <a:off x="8543625" y="4795150"/>
            <a:ext cx="548700" cy="3030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6" name="Shape 1076"/>
        <p:cNvGrpSpPr/>
        <p:nvPr/>
      </p:nvGrpSpPr>
      <p:grpSpPr>
        <a:xfrm>
          <a:off x="0" y="0"/>
          <a:ext cx="0" cy="0"/>
          <a:chOff x="0" y="0"/>
          <a:chExt cx="0" cy="0"/>
        </a:xfrm>
      </p:grpSpPr>
      <p:sp>
        <p:nvSpPr>
          <p:cNvPr id="1077" name="Google Shape;1077;p150"/>
          <p:cNvSpPr txBox="1"/>
          <p:nvPr>
            <p:ph type="title"/>
          </p:nvPr>
        </p:nvSpPr>
        <p:spPr>
          <a:xfrm>
            <a:off x="452400" y="481263"/>
            <a:ext cx="8239200" cy="572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Mock Interview Process</a:t>
            </a:r>
            <a:endParaRPr/>
          </a:p>
        </p:txBody>
      </p:sp>
      <p:sp>
        <p:nvSpPr>
          <p:cNvPr id="1078" name="Google Shape;1078;p150"/>
          <p:cNvSpPr txBox="1"/>
          <p:nvPr>
            <p:ph idx="1" type="body"/>
          </p:nvPr>
        </p:nvSpPr>
        <p:spPr>
          <a:xfrm>
            <a:off x="452400" y="1132825"/>
            <a:ext cx="8239200" cy="34881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AutoNum type="arabicPeriod"/>
            </a:pPr>
            <a:r>
              <a:rPr b="1" lang="en"/>
              <a:t>Quick intro</a:t>
            </a:r>
            <a:r>
              <a:rPr lang="en"/>
              <a:t> (name, school, major)</a:t>
            </a:r>
            <a:endParaRPr/>
          </a:p>
          <a:p>
            <a:pPr indent="-342900" lvl="0" marL="457200" rtl="0" algn="l">
              <a:spcBef>
                <a:spcPts val="1000"/>
              </a:spcBef>
              <a:spcAft>
                <a:spcPts val="0"/>
              </a:spcAft>
              <a:buSzPts val="1800"/>
              <a:buAutoNum type="arabicPeriod"/>
            </a:pPr>
            <a:r>
              <a:rPr lang="en"/>
              <a:t>Interviewer </a:t>
            </a:r>
            <a:r>
              <a:rPr b="1" lang="en"/>
              <a:t>introduces the problem</a:t>
            </a:r>
            <a:endParaRPr b="1"/>
          </a:p>
          <a:p>
            <a:pPr indent="-342900" lvl="0" marL="457200" rtl="0" algn="l">
              <a:spcBef>
                <a:spcPts val="1000"/>
              </a:spcBef>
              <a:spcAft>
                <a:spcPts val="0"/>
              </a:spcAft>
              <a:buSzPts val="1800"/>
              <a:buAutoNum type="arabicPeriod"/>
            </a:pPr>
            <a:r>
              <a:rPr lang="en"/>
              <a:t>Candidate </a:t>
            </a:r>
            <a:r>
              <a:rPr b="1" lang="en"/>
              <a:t>opens link</a:t>
            </a:r>
            <a:r>
              <a:rPr lang="en"/>
              <a:t> to problem and </a:t>
            </a:r>
            <a:r>
              <a:rPr b="1" lang="en"/>
              <a:t>shares screen</a:t>
            </a:r>
            <a:endParaRPr b="1"/>
          </a:p>
          <a:p>
            <a:pPr indent="-342900" lvl="0" marL="457200" rtl="0" algn="l">
              <a:spcBef>
                <a:spcPts val="1000"/>
              </a:spcBef>
              <a:spcAft>
                <a:spcPts val="0"/>
              </a:spcAft>
              <a:buSzPts val="1800"/>
              <a:buAutoNum type="arabicPeriod"/>
            </a:pPr>
            <a:r>
              <a:rPr lang="en"/>
              <a:t>Candidate works through the </a:t>
            </a:r>
            <a:r>
              <a:rPr b="1" lang="en"/>
              <a:t>UPI steps</a:t>
            </a:r>
            <a:r>
              <a:rPr lang="en"/>
              <a:t> with interviewer</a:t>
            </a:r>
            <a:endParaRPr/>
          </a:p>
          <a:p>
            <a:pPr indent="-342900" lvl="1" marL="914400" rtl="0" algn="l">
              <a:spcBef>
                <a:spcPts val="1000"/>
              </a:spcBef>
              <a:spcAft>
                <a:spcPts val="0"/>
              </a:spcAft>
              <a:buSzPts val="1800"/>
              <a:buChar char="●"/>
            </a:pPr>
            <a:r>
              <a:rPr lang="en"/>
              <a:t>If you need to look something up, it's ok to Google it.</a:t>
            </a:r>
            <a:endParaRPr/>
          </a:p>
          <a:p>
            <a:pPr indent="-342900" lvl="1" marL="914400" rtl="0" algn="l">
              <a:spcBef>
                <a:spcPts val="1000"/>
              </a:spcBef>
              <a:spcAft>
                <a:spcPts val="0"/>
              </a:spcAft>
              <a:buSzPts val="1800"/>
              <a:buChar char="●"/>
            </a:pPr>
            <a:r>
              <a:rPr lang="en"/>
              <a:t>Say what you're thinking, what you're doing, and why.</a:t>
            </a:r>
            <a:endParaRPr/>
          </a:p>
          <a:p>
            <a:pPr indent="-342900" lvl="1" marL="914400" rtl="0" algn="l">
              <a:spcBef>
                <a:spcPts val="1000"/>
              </a:spcBef>
              <a:spcAft>
                <a:spcPts val="0"/>
              </a:spcAft>
              <a:buSzPts val="1800"/>
              <a:buChar char="●"/>
            </a:pPr>
            <a:r>
              <a:rPr lang="en"/>
              <a:t>Pay attention to feedback and hints from interviewer.</a:t>
            </a:r>
            <a:endParaRPr/>
          </a:p>
          <a:p>
            <a:pPr indent="-342900" lvl="0" marL="457200" rtl="0" algn="l">
              <a:spcBef>
                <a:spcPts val="1000"/>
              </a:spcBef>
              <a:spcAft>
                <a:spcPts val="1000"/>
              </a:spcAft>
              <a:buSzPts val="1800"/>
              <a:buAutoNum type="arabicPeriod"/>
            </a:pPr>
            <a:r>
              <a:rPr lang="en"/>
              <a:t>After: </a:t>
            </a:r>
            <a:r>
              <a:rPr b="1" lang="en"/>
              <a:t>Celebrate and recap</a:t>
            </a:r>
            <a:r>
              <a:rPr lang="en"/>
              <a:t> what went well!</a:t>
            </a:r>
            <a:endParaRPr/>
          </a:p>
        </p:txBody>
      </p:sp>
      <p:sp>
        <p:nvSpPr>
          <p:cNvPr id="1079" name="Google Shape;1079;p150"/>
          <p:cNvSpPr txBox="1"/>
          <p:nvPr>
            <p:ph idx="12" type="sldNum"/>
          </p:nvPr>
        </p:nvSpPr>
        <p:spPr>
          <a:xfrm>
            <a:off x="8543625" y="4795150"/>
            <a:ext cx="548700" cy="3030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3" name="Shape 1083"/>
        <p:cNvGrpSpPr/>
        <p:nvPr/>
      </p:nvGrpSpPr>
      <p:grpSpPr>
        <a:xfrm>
          <a:off x="0" y="0"/>
          <a:ext cx="0" cy="0"/>
          <a:chOff x="0" y="0"/>
          <a:chExt cx="0" cy="0"/>
        </a:xfrm>
      </p:grpSpPr>
      <p:sp>
        <p:nvSpPr>
          <p:cNvPr id="1084" name="Google Shape;1084;p151"/>
          <p:cNvSpPr txBox="1"/>
          <p:nvPr>
            <p:ph type="title"/>
          </p:nvPr>
        </p:nvSpPr>
        <p:spPr>
          <a:xfrm>
            <a:off x="452400" y="481263"/>
            <a:ext cx="8239200" cy="572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If you are not the candidate. . .</a:t>
            </a:r>
            <a:endParaRPr/>
          </a:p>
        </p:txBody>
      </p:sp>
      <p:sp>
        <p:nvSpPr>
          <p:cNvPr id="1085" name="Google Shape;1085;p151"/>
          <p:cNvSpPr txBox="1"/>
          <p:nvPr>
            <p:ph idx="1" type="body"/>
          </p:nvPr>
        </p:nvSpPr>
        <p:spPr>
          <a:xfrm>
            <a:off x="452400" y="1132825"/>
            <a:ext cx="8239200" cy="34881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Hold all comments (on mic or in chat) until the end</a:t>
            </a:r>
            <a:endParaRPr/>
          </a:p>
          <a:p>
            <a:pPr indent="-342900" lvl="0" marL="457200" rtl="0" algn="l">
              <a:spcBef>
                <a:spcPts val="1000"/>
              </a:spcBef>
              <a:spcAft>
                <a:spcPts val="0"/>
              </a:spcAft>
              <a:buSzPts val="1800"/>
              <a:buChar char="✱"/>
            </a:pPr>
            <a:r>
              <a:rPr lang="en"/>
              <a:t>Imagine what you would do in the candidate's shoes</a:t>
            </a:r>
            <a:endParaRPr/>
          </a:p>
          <a:p>
            <a:pPr indent="-342900" lvl="0" marL="457200" rtl="0" algn="l">
              <a:spcBef>
                <a:spcPts val="1000"/>
              </a:spcBef>
              <a:spcAft>
                <a:spcPts val="0"/>
              </a:spcAft>
              <a:buSzPts val="1800"/>
              <a:buChar char="✱"/>
            </a:pPr>
            <a:r>
              <a:rPr lang="en"/>
              <a:t>Write down and be ready to share:</a:t>
            </a:r>
            <a:endParaRPr/>
          </a:p>
          <a:p>
            <a:pPr indent="-342900" lvl="1" marL="914400" rtl="0" algn="l">
              <a:spcBef>
                <a:spcPts val="1000"/>
              </a:spcBef>
              <a:spcAft>
                <a:spcPts val="0"/>
              </a:spcAft>
              <a:buSzPts val="1800"/>
              <a:buChar char="●"/>
            </a:pPr>
            <a:r>
              <a:rPr lang="en"/>
              <a:t>1 thing the candidate did that you will start doing too!</a:t>
            </a:r>
            <a:endParaRPr/>
          </a:p>
          <a:p>
            <a:pPr indent="-342900" lvl="1" marL="914400" rtl="0" algn="l">
              <a:spcBef>
                <a:spcPts val="1000"/>
              </a:spcBef>
              <a:spcAft>
                <a:spcPts val="1000"/>
              </a:spcAft>
              <a:buSzPts val="1800"/>
              <a:buChar char="●"/>
            </a:pPr>
            <a:r>
              <a:rPr lang="en"/>
              <a:t>1 thing you'll do differently now that you've seen this interview.</a:t>
            </a:r>
            <a:endParaRPr/>
          </a:p>
        </p:txBody>
      </p:sp>
      <p:sp>
        <p:nvSpPr>
          <p:cNvPr id="1086" name="Google Shape;1086;p151"/>
          <p:cNvSpPr txBox="1"/>
          <p:nvPr>
            <p:ph idx="12" type="sldNum"/>
          </p:nvPr>
        </p:nvSpPr>
        <p:spPr>
          <a:xfrm>
            <a:off x="8543625" y="4795150"/>
            <a:ext cx="548700" cy="3030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0" name="Shape 1090"/>
        <p:cNvGrpSpPr/>
        <p:nvPr/>
      </p:nvGrpSpPr>
      <p:grpSpPr>
        <a:xfrm>
          <a:off x="0" y="0"/>
          <a:ext cx="0" cy="0"/>
          <a:chOff x="0" y="0"/>
          <a:chExt cx="0" cy="0"/>
        </a:xfrm>
      </p:grpSpPr>
      <p:sp>
        <p:nvSpPr>
          <p:cNvPr id="1091" name="Google Shape;1091;p152"/>
          <p:cNvSpPr txBox="1"/>
          <p:nvPr>
            <p:ph type="title"/>
          </p:nvPr>
        </p:nvSpPr>
        <p:spPr>
          <a:xfrm>
            <a:off x="452400" y="481263"/>
            <a:ext cx="8239200" cy="572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Evaluation Criteria</a:t>
            </a:r>
            <a:endParaRPr/>
          </a:p>
        </p:txBody>
      </p:sp>
      <p:sp>
        <p:nvSpPr>
          <p:cNvPr id="1092" name="Google Shape;1092;p152"/>
          <p:cNvSpPr txBox="1"/>
          <p:nvPr>
            <p:ph idx="1" type="body"/>
          </p:nvPr>
        </p:nvSpPr>
        <p:spPr>
          <a:xfrm>
            <a:off x="452400" y="1132825"/>
            <a:ext cx="8239200" cy="3488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t>🎯 Key Areas of Focus</a:t>
            </a:r>
            <a:endParaRPr b="1"/>
          </a:p>
          <a:p>
            <a:pPr indent="-342900" lvl="0" marL="457200" rtl="0" algn="l">
              <a:spcBef>
                <a:spcPts val="1000"/>
              </a:spcBef>
              <a:spcAft>
                <a:spcPts val="0"/>
              </a:spcAft>
              <a:buSzPts val="1800"/>
              <a:buChar char="✱"/>
            </a:pPr>
            <a:r>
              <a:rPr lang="en"/>
              <a:t>Clarity</a:t>
            </a:r>
            <a:endParaRPr/>
          </a:p>
          <a:p>
            <a:pPr indent="-342900" lvl="0" marL="457200" rtl="0" algn="l">
              <a:spcBef>
                <a:spcPts val="1000"/>
              </a:spcBef>
              <a:spcAft>
                <a:spcPts val="0"/>
              </a:spcAft>
              <a:buSzPts val="1800"/>
              <a:buChar char="✱"/>
            </a:pPr>
            <a:r>
              <a:rPr lang="en"/>
              <a:t>Problem-solving process</a:t>
            </a:r>
            <a:endParaRPr/>
          </a:p>
          <a:p>
            <a:pPr indent="-342900" lvl="0" marL="457200" rtl="0" algn="l">
              <a:spcBef>
                <a:spcPts val="1000"/>
              </a:spcBef>
              <a:spcAft>
                <a:spcPts val="0"/>
              </a:spcAft>
              <a:buSzPts val="1800"/>
              <a:buChar char="✱"/>
            </a:pPr>
            <a:r>
              <a:rPr lang="en"/>
              <a:t>Use of the UMPIRE framework</a:t>
            </a:r>
            <a:endParaRPr/>
          </a:p>
          <a:p>
            <a:pPr indent="0" lvl="0" marL="0" rtl="0" algn="l">
              <a:spcBef>
                <a:spcPts val="1000"/>
              </a:spcBef>
              <a:spcAft>
                <a:spcPts val="0"/>
              </a:spcAft>
              <a:buNone/>
            </a:pPr>
            <a:r>
              <a:rPr lang="en"/>
              <a:t>🎗️ </a:t>
            </a:r>
            <a:r>
              <a:rPr b="1" lang="en"/>
              <a:t>Reminders</a:t>
            </a:r>
            <a:endParaRPr b="1"/>
          </a:p>
          <a:p>
            <a:pPr indent="-342900" lvl="0" marL="457200" rtl="0" algn="l">
              <a:spcBef>
                <a:spcPts val="1000"/>
              </a:spcBef>
              <a:spcAft>
                <a:spcPts val="0"/>
              </a:spcAft>
              <a:buSzPts val="1800"/>
              <a:buChar char="✱"/>
            </a:pPr>
            <a:r>
              <a:rPr lang="en"/>
              <a:t>Prioritize readability and logical flow over rushing to a solution.</a:t>
            </a:r>
            <a:endParaRPr/>
          </a:p>
          <a:p>
            <a:pPr indent="-342900" lvl="0" marL="457200" rtl="0" algn="l">
              <a:spcBef>
                <a:spcPts val="1000"/>
              </a:spcBef>
              <a:spcAft>
                <a:spcPts val="1000"/>
              </a:spcAft>
              <a:buSzPts val="1800"/>
              <a:buChar char="✱"/>
            </a:pPr>
            <a:r>
              <a:rPr lang="en"/>
              <a:t>Communicate effectively throughout to simulate a real-world technical interview scenario.</a:t>
            </a:r>
            <a:endParaRPr/>
          </a:p>
        </p:txBody>
      </p:sp>
      <p:sp>
        <p:nvSpPr>
          <p:cNvPr id="1093" name="Google Shape;1093;p152"/>
          <p:cNvSpPr txBox="1"/>
          <p:nvPr>
            <p:ph idx="12" type="sldNum"/>
          </p:nvPr>
        </p:nvSpPr>
        <p:spPr>
          <a:xfrm>
            <a:off x="8543625" y="4795150"/>
            <a:ext cx="548700" cy="3030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7" name="Shape 1097"/>
        <p:cNvGrpSpPr/>
        <p:nvPr/>
      </p:nvGrpSpPr>
      <p:grpSpPr>
        <a:xfrm>
          <a:off x="0" y="0"/>
          <a:ext cx="0" cy="0"/>
          <a:chOff x="0" y="0"/>
          <a:chExt cx="0" cy="0"/>
        </a:xfrm>
      </p:grpSpPr>
      <p:sp>
        <p:nvSpPr>
          <p:cNvPr id="1098" name="Google Shape;1098;p153"/>
          <p:cNvSpPr txBox="1"/>
          <p:nvPr>
            <p:ph type="title"/>
          </p:nvPr>
        </p:nvSpPr>
        <p:spPr>
          <a:xfrm>
            <a:off x="452400" y="481263"/>
            <a:ext cx="8239200" cy="572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UMPIRE</a:t>
            </a:r>
            <a:endParaRPr/>
          </a:p>
        </p:txBody>
      </p:sp>
      <p:sp>
        <p:nvSpPr>
          <p:cNvPr id="1099" name="Google Shape;1099;p153"/>
          <p:cNvSpPr txBox="1"/>
          <p:nvPr>
            <p:ph idx="12" type="sldNum"/>
          </p:nvPr>
        </p:nvSpPr>
        <p:spPr>
          <a:xfrm>
            <a:off x="8543625" y="4795150"/>
            <a:ext cx="548700" cy="3030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100" name="Google Shape;1100;p153"/>
          <p:cNvSpPr/>
          <p:nvPr/>
        </p:nvSpPr>
        <p:spPr>
          <a:xfrm>
            <a:off x="577725" y="1329000"/>
            <a:ext cx="2331300" cy="868800"/>
          </a:xfrm>
          <a:prstGeom prst="roundRect">
            <a:avLst>
              <a:gd fmla="val 34507" name="adj"/>
            </a:avLst>
          </a:prstGeom>
          <a:solidFill>
            <a:srgbClr val="D7FFEE"/>
          </a:solidFill>
          <a:ln cap="flat" cmpd="sng" w="28575">
            <a:solidFill>
              <a:srgbClr val="6EC39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latin typeface="Poppins"/>
                <a:ea typeface="Poppins"/>
                <a:cs typeface="Poppins"/>
                <a:sym typeface="Poppins"/>
              </a:rPr>
              <a:t>UNDERSTAND</a:t>
            </a:r>
            <a:endParaRPr b="1" sz="1800">
              <a:latin typeface="Poppins"/>
              <a:ea typeface="Poppins"/>
              <a:cs typeface="Poppins"/>
              <a:sym typeface="Poppins"/>
            </a:endParaRPr>
          </a:p>
        </p:txBody>
      </p:sp>
      <p:sp>
        <p:nvSpPr>
          <p:cNvPr id="1101" name="Google Shape;1101;p153"/>
          <p:cNvSpPr/>
          <p:nvPr/>
        </p:nvSpPr>
        <p:spPr>
          <a:xfrm>
            <a:off x="577725" y="2829575"/>
            <a:ext cx="2331300" cy="868800"/>
          </a:xfrm>
          <a:prstGeom prst="roundRect">
            <a:avLst>
              <a:gd fmla="val 34507" name="adj"/>
            </a:avLst>
          </a:prstGeom>
          <a:solidFill>
            <a:srgbClr val="D7FFEE"/>
          </a:solidFill>
          <a:ln cap="flat" cmpd="sng" w="28575">
            <a:solidFill>
              <a:srgbClr val="6EC39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latin typeface="Poppins"/>
                <a:ea typeface="Poppins"/>
                <a:cs typeface="Poppins"/>
                <a:sym typeface="Poppins"/>
              </a:rPr>
              <a:t>MATCH</a:t>
            </a:r>
            <a:endParaRPr b="1" sz="1800">
              <a:latin typeface="Poppins"/>
              <a:ea typeface="Poppins"/>
              <a:cs typeface="Poppins"/>
              <a:sym typeface="Poppins"/>
            </a:endParaRPr>
          </a:p>
        </p:txBody>
      </p:sp>
      <p:sp>
        <p:nvSpPr>
          <p:cNvPr id="1102" name="Google Shape;1102;p153"/>
          <p:cNvSpPr/>
          <p:nvPr/>
        </p:nvSpPr>
        <p:spPr>
          <a:xfrm>
            <a:off x="3406350" y="2829575"/>
            <a:ext cx="2331300" cy="868800"/>
          </a:xfrm>
          <a:prstGeom prst="roundRect">
            <a:avLst>
              <a:gd fmla="val 34507" name="adj"/>
            </a:avLst>
          </a:prstGeom>
          <a:solidFill>
            <a:srgbClr val="D7FFEE"/>
          </a:solidFill>
          <a:ln cap="flat" cmpd="sng" w="28575">
            <a:solidFill>
              <a:srgbClr val="6EC39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latin typeface="Poppins"/>
                <a:ea typeface="Poppins"/>
                <a:cs typeface="Poppins"/>
                <a:sym typeface="Poppins"/>
              </a:rPr>
              <a:t>PLAN</a:t>
            </a:r>
            <a:endParaRPr b="1" sz="1800">
              <a:latin typeface="Poppins"/>
              <a:ea typeface="Poppins"/>
              <a:cs typeface="Poppins"/>
              <a:sym typeface="Poppins"/>
            </a:endParaRPr>
          </a:p>
        </p:txBody>
      </p:sp>
      <p:sp>
        <p:nvSpPr>
          <p:cNvPr id="1103" name="Google Shape;1103;p153"/>
          <p:cNvSpPr/>
          <p:nvPr/>
        </p:nvSpPr>
        <p:spPr>
          <a:xfrm>
            <a:off x="3406350" y="1329000"/>
            <a:ext cx="2331300" cy="868800"/>
          </a:xfrm>
          <a:prstGeom prst="roundRect">
            <a:avLst>
              <a:gd fmla="val 34507" name="adj"/>
            </a:avLst>
          </a:prstGeom>
          <a:solidFill>
            <a:srgbClr val="D7FFEE"/>
          </a:solidFill>
          <a:ln cap="flat" cmpd="sng" w="28575">
            <a:solidFill>
              <a:srgbClr val="6EC39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latin typeface="Poppins"/>
                <a:ea typeface="Poppins"/>
                <a:cs typeface="Poppins"/>
                <a:sym typeface="Poppins"/>
              </a:rPr>
              <a:t>IMPLEMENT</a:t>
            </a:r>
            <a:endParaRPr b="1" sz="1800">
              <a:latin typeface="Poppins"/>
              <a:ea typeface="Poppins"/>
              <a:cs typeface="Poppins"/>
              <a:sym typeface="Poppins"/>
            </a:endParaRPr>
          </a:p>
        </p:txBody>
      </p:sp>
      <p:sp>
        <p:nvSpPr>
          <p:cNvPr id="1104" name="Google Shape;1104;p153"/>
          <p:cNvSpPr/>
          <p:nvPr/>
        </p:nvSpPr>
        <p:spPr>
          <a:xfrm>
            <a:off x="6234975" y="1329000"/>
            <a:ext cx="2331300" cy="868800"/>
          </a:xfrm>
          <a:prstGeom prst="roundRect">
            <a:avLst>
              <a:gd fmla="val 34507" name="adj"/>
            </a:avLst>
          </a:prstGeom>
          <a:solidFill>
            <a:srgbClr val="D7FFEE"/>
          </a:solidFill>
          <a:ln cap="flat" cmpd="sng" w="28575">
            <a:solidFill>
              <a:srgbClr val="6EC39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latin typeface="Poppins"/>
                <a:ea typeface="Poppins"/>
                <a:cs typeface="Poppins"/>
                <a:sym typeface="Poppins"/>
              </a:rPr>
              <a:t>REVIEW</a:t>
            </a:r>
            <a:endParaRPr b="1" sz="1800">
              <a:latin typeface="Poppins"/>
              <a:ea typeface="Poppins"/>
              <a:cs typeface="Poppins"/>
              <a:sym typeface="Poppins"/>
            </a:endParaRPr>
          </a:p>
        </p:txBody>
      </p:sp>
      <p:sp>
        <p:nvSpPr>
          <p:cNvPr id="1105" name="Google Shape;1105;p153"/>
          <p:cNvSpPr/>
          <p:nvPr/>
        </p:nvSpPr>
        <p:spPr>
          <a:xfrm>
            <a:off x="6234975" y="2829575"/>
            <a:ext cx="2331300" cy="868800"/>
          </a:xfrm>
          <a:prstGeom prst="roundRect">
            <a:avLst>
              <a:gd fmla="val 34507" name="adj"/>
            </a:avLst>
          </a:prstGeom>
          <a:solidFill>
            <a:srgbClr val="D7FFEE"/>
          </a:solidFill>
          <a:ln cap="flat" cmpd="sng" w="28575">
            <a:solidFill>
              <a:srgbClr val="6EC39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latin typeface="Poppins"/>
                <a:ea typeface="Poppins"/>
                <a:cs typeface="Poppins"/>
                <a:sym typeface="Poppins"/>
              </a:rPr>
              <a:t>EVALUATE</a:t>
            </a:r>
            <a:endParaRPr b="1" sz="1800">
              <a:latin typeface="Poppins"/>
              <a:ea typeface="Poppins"/>
              <a:cs typeface="Poppins"/>
              <a:sym typeface="Poppins"/>
            </a:endParaRPr>
          </a:p>
        </p:txBody>
      </p:sp>
      <p:cxnSp>
        <p:nvCxnSpPr>
          <p:cNvPr id="1106" name="Google Shape;1106;p153"/>
          <p:cNvCxnSpPr>
            <a:stCxn id="1100" idx="2"/>
            <a:endCxn id="1101" idx="0"/>
          </p:cNvCxnSpPr>
          <p:nvPr/>
        </p:nvCxnSpPr>
        <p:spPr>
          <a:xfrm>
            <a:off x="1743375" y="2197800"/>
            <a:ext cx="0" cy="631800"/>
          </a:xfrm>
          <a:prstGeom prst="straightConnector1">
            <a:avLst/>
          </a:prstGeom>
          <a:noFill/>
          <a:ln cap="flat" cmpd="sng" w="19050">
            <a:solidFill>
              <a:schemeClr val="dk1"/>
            </a:solidFill>
            <a:prstDash val="solid"/>
            <a:round/>
            <a:headEnd len="med" w="med" type="none"/>
            <a:tailEnd len="med" w="med" type="triangle"/>
          </a:ln>
        </p:spPr>
      </p:cxnSp>
      <p:cxnSp>
        <p:nvCxnSpPr>
          <p:cNvPr id="1107" name="Google Shape;1107;p153"/>
          <p:cNvCxnSpPr>
            <a:stCxn id="1101" idx="3"/>
            <a:endCxn id="1102" idx="1"/>
          </p:cNvCxnSpPr>
          <p:nvPr/>
        </p:nvCxnSpPr>
        <p:spPr>
          <a:xfrm>
            <a:off x="2909025" y="3263975"/>
            <a:ext cx="497400" cy="0"/>
          </a:xfrm>
          <a:prstGeom prst="straightConnector1">
            <a:avLst/>
          </a:prstGeom>
          <a:noFill/>
          <a:ln cap="flat" cmpd="sng" w="19050">
            <a:solidFill>
              <a:schemeClr val="dk1"/>
            </a:solidFill>
            <a:prstDash val="solid"/>
            <a:round/>
            <a:headEnd len="med" w="med" type="none"/>
            <a:tailEnd len="med" w="med" type="triangle"/>
          </a:ln>
        </p:spPr>
      </p:cxnSp>
      <p:cxnSp>
        <p:nvCxnSpPr>
          <p:cNvPr id="1108" name="Google Shape;1108;p153"/>
          <p:cNvCxnSpPr>
            <a:stCxn id="1102" idx="0"/>
            <a:endCxn id="1103" idx="2"/>
          </p:cNvCxnSpPr>
          <p:nvPr/>
        </p:nvCxnSpPr>
        <p:spPr>
          <a:xfrm rot="10800000">
            <a:off x="4572000" y="2197775"/>
            <a:ext cx="0" cy="631800"/>
          </a:xfrm>
          <a:prstGeom prst="straightConnector1">
            <a:avLst/>
          </a:prstGeom>
          <a:noFill/>
          <a:ln cap="flat" cmpd="sng" w="19050">
            <a:solidFill>
              <a:schemeClr val="dk1"/>
            </a:solidFill>
            <a:prstDash val="solid"/>
            <a:round/>
            <a:headEnd len="med" w="med" type="none"/>
            <a:tailEnd len="med" w="med" type="triangle"/>
          </a:ln>
        </p:spPr>
      </p:cxnSp>
      <p:cxnSp>
        <p:nvCxnSpPr>
          <p:cNvPr id="1109" name="Google Shape;1109;p153"/>
          <p:cNvCxnSpPr>
            <a:stCxn id="1103" idx="3"/>
            <a:endCxn id="1104" idx="1"/>
          </p:cNvCxnSpPr>
          <p:nvPr/>
        </p:nvCxnSpPr>
        <p:spPr>
          <a:xfrm>
            <a:off x="5737650" y="1763400"/>
            <a:ext cx="497400" cy="0"/>
          </a:xfrm>
          <a:prstGeom prst="straightConnector1">
            <a:avLst/>
          </a:prstGeom>
          <a:noFill/>
          <a:ln cap="flat" cmpd="sng" w="19050">
            <a:solidFill>
              <a:schemeClr val="dk1"/>
            </a:solidFill>
            <a:prstDash val="solid"/>
            <a:round/>
            <a:headEnd len="med" w="med" type="none"/>
            <a:tailEnd len="med" w="med" type="triangle"/>
          </a:ln>
        </p:spPr>
      </p:cxnSp>
      <p:cxnSp>
        <p:nvCxnSpPr>
          <p:cNvPr id="1110" name="Google Shape;1110;p153"/>
          <p:cNvCxnSpPr>
            <a:stCxn id="1104" idx="2"/>
            <a:endCxn id="1105" idx="0"/>
          </p:cNvCxnSpPr>
          <p:nvPr/>
        </p:nvCxnSpPr>
        <p:spPr>
          <a:xfrm>
            <a:off x="7400625" y="2197800"/>
            <a:ext cx="0" cy="631800"/>
          </a:xfrm>
          <a:prstGeom prst="straightConnector1">
            <a:avLst/>
          </a:prstGeom>
          <a:noFill/>
          <a:ln cap="flat" cmpd="sng" w="19050">
            <a:solidFill>
              <a:schemeClr val="dk1"/>
            </a:solidFill>
            <a:prstDash val="solid"/>
            <a:round/>
            <a:headEnd len="med" w="med" type="none"/>
            <a:tailEnd len="med" w="med" type="triangle"/>
          </a:ln>
        </p:spPr>
      </p:cxn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4" name="Shape 1114"/>
        <p:cNvGrpSpPr/>
        <p:nvPr/>
      </p:nvGrpSpPr>
      <p:grpSpPr>
        <a:xfrm>
          <a:off x="0" y="0"/>
          <a:ext cx="0" cy="0"/>
          <a:chOff x="0" y="0"/>
          <a:chExt cx="0" cy="0"/>
        </a:xfrm>
      </p:grpSpPr>
      <p:sp>
        <p:nvSpPr>
          <p:cNvPr id="1115" name="Google Shape;1115;p154"/>
          <p:cNvSpPr txBox="1"/>
          <p:nvPr>
            <p:ph type="title"/>
          </p:nvPr>
        </p:nvSpPr>
        <p:spPr>
          <a:xfrm>
            <a:off x="452400" y="481263"/>
            <a:ext cx="8239200" cy="572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Problem </a:t>
            </a:r>
            <a:endParaRPr/>
          </a:p>
        </p:txBody>
      </p:sp>
      <p:sp>
        <p:nvSpPr>
          <p:cNvPr id="1116" name="Google Shape;1116;p154"/>
          <p:cNvSpPr txBox="1"/>
          <p:nvPr>
            <p:ph idx="1" type="body"/>
          </p:nvPr>
        </p:nvSpPr>
        <p:spPr>
          <a:xfrm>
            <a:off x="452400" y="1132825"/>
            <a:ext cx="8239200" cy="3488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Write a function to remove all duplicate values from a sorted linked list. After removing duplicates, each element in the list should appear only once.</a:t>
            </a:r>
            <a:endParaRPr/>
          </a:p>
          <a:p>
            <a:pPr indent="0" lvl="0" marL="0" rtl="0" algn="l">
              <a:spcBef>
                <a:spcPts val="1000"/>
              </a:spcBef>
              <a:spcAft>
                <a:spcPts val="0"/>
              </a:spcAft>
              <a:buClr>
                <a:schemeClr val="dk1"/>
              </a:buClr>
              <a:buSzPts val="1100"/>
              <a:buFont typeface="Arial"/>
              <a:buNone/>
            </a:pPr>
            <a:r>
              <a:rPr b="1" lang="en"/>
              <a:t>Examples:</a:t>
            </a:r>
            <a:endParaRPr b="1"/>
          </a:p>
          <a:p>
            <a:pPr indent="-342900" lvl="0" marL="457200" rtl="0" algn="l">
              <a:lnSpc>
                <a:spcPct val="100000"/>
              </a:lnSpc>
              <a:spcBef>
                <a:spcPts val="1000"/>
              </a:spcBef>
              <a:spcAft>
                <a:spcPts val="0"/>
              </a:spcAft>
              <a:buSzPts val="1800"/>
              <a:buChar char="✱"/>
            </a:pPr>
            <a:r>
              <a:rPr b="1" lang="en"/>
              <a:t>Input:</a:t>
            </a:r>
            <a:r>
              <a:rPr lang="en"/>
              <a:t> </a:t>
            </a:r>
            <a:r>
              <a:rPr lang="en">
                <a:latin typeface="Consolas"/>
                <a:ea typeface="Consolas"/>
                <a:cs typeface="Consolas"/>
                <a:sym typeface="Consolas"/>
              </a:rPr>
              <a:t>head = [1 -&gt; 1 -&gt; 2]</a:t>
            </a:r>
            <a:br>
              <a:rPr lang="en"/>
            </a:br>
            <a:r>
              <a:rPr b="1" lang="en"/>
              <a:t>Output:</a:t>
            </a:r>
            <a:r>
              <a:rPr lang="en"/>
              <a:t> </a:t>
            </a:r>
            <a:r>
              <a:rPr lang="en">
                <a:latin typeface="Consolas"/>
                <a:ea typeface="Consolas"/>
                <a:cs typeface="Consolas"/>
                <a:sym typeface="Consolas"/>
              </a:rPr>
              <a:t>[1 -&gt; 2]</a:t>
            </a:r>
            <a:endParaRPr>
              <a:latin typeface="Consolas"/>
              <a:ea typeface="Consolas"/>
              <a:cs typeface="Consolas"/>
              <a:sym typeface="Consolas"/>
            </a:endParaRPr>
          </a:p>
          <a:p>
            <a:pPr indent="-342900" lvl="0" marL="457200" rtl="0" algn="l">
              <a:lnSpc>
                <a:spcPct val="100000"/>
              </a:lnSpc>
              <a:spcBef>
                <a:spcPts val="1000"/>
              </a:spcBef>
              <a:spcAft>
                <a:spcPts val="0"/>
              </a:spcAft>
              <a:buSzPts val="1800"/>
              <a:buChar char="✱"/>
            </a:pPr>
            <a:r>
              <a:rPr b="1" lang="en"/>
              <a:t>Input:</a:t>
            </a:r>
            <a:r>
              <a:rPr lang="en"/>
              <a:t> </a:t>
            </a:r>
            <a:r>
              <a:rPr lang="en">
                <a:latin typeface="Consolas"/>
                <a:ea typeface="Consolas"/>
                <a:cs typeface="Consolas"/>
                <a:sym typeface="Consolas"/>
              </a:rPr>
              <a:t>head = [1 -&gt; 1 -&gt; 2 -&gt; 3 -&gt; 3]</a:t>
            </a:r>
            <a:br>
              <a:rPr lang="en"/>
            </a:br>
            <a:r>
              <a:rPr b="1" lang="en"/>
              <a:t>Output:</a:t>
            </a:r>
            <a:r>
              <a:rPr lang="en"/>
              <a:t> </a:t>
            </a:r>
            <a:r>
              <a:rPr lang="en">
                <a:latin typeface="Consolas"/>
                <a:ea typeface="Consolas"/>
                <a:cs typeface="Consolas"/>
                <a:sym typeface="Consolas"/>
              </a:rPr>
              <a:t>[1 -&gt; 2 -&gt; 3]</a:t>
            </a:r>
            <a:endParaRPr>
              <a:latin typeface="Consolas"/>
              <a:ea typeface="Consolas"/>
              <a:cs typeface="Consolas"/>
              <a:sym typeface="Consolas"/>
            </a:endParaRPr>
          </a:p>
          <a:p>
            <a:pPr indent="-342900" lvl="0" marL="457200" rtl="0" algn="l">
              <a:lnSpc>
                <a:spcPct val="100000"/>
              </a:lnSpc>
              <a:spcBef>
                <a:spcPts val="1000"/>
              </a:spcBef>
              <a:spcAft>
                <a:spcPts val="1000"/>
              </a:spcAft>
              <a:buSzPts val="1800"/>
              <a:buChar char="✱"/>
            </a:pPr>
            <a:r>
              <a:rPr b="1" lang="en"/>
              <a:t>Input:</a:t>
            </a:r>
            <a:r>
              <a:rPr lang="en"/>
              <a:t> </a:t>
            </a:r>
            <a:r>
              <a:rPr lang="en">
                <a:latin typeface="Consolas"/>
                <a:ea typeface="Consolas"/>
                <a:cs typeface="Consolas"/>
                <a:sym typeface="Consolas"/>
              </a:rPr>
              <a:t>head = []</a:t>
            </a:r>
            <a:br>
              <a:rPr lang="en"/>
            </a:br>
            <a:r>
              <a:rPr b="1" lang="en"/>
              <a:t>Output:</a:t>
            </a:r>
            <a:r>
              <a:rPr lang="en"/>
              <a:t> </a:t>
            </a:r>
            <a:r>
              <a:rPr lang="en">
                <a:latin typeface="Consolas"/>
                <a:ea typeface="Consolas"/>
                <a:cs typeface="Consolas"/>
                <a:sym typeface="Consolas"/>
              </a:rPr>
              <a:t>[]</a:t>
            </a:r>
            <a:endParaRPr/>
          </a:p>
        </p:txBody>
      </p:sp>
      <p:sp>
        <p:nvSpPr>
          <p:cNvPr id="1117" name="Google Shape;1117;p154"/>
          <p:cNvSpPr txBox="1"/>
          <p:nvPr>
            <p:ph idx="12" type="sldNum"/>
          </p:nvPr>
        </p:nvSpPr>
        <p:spPr>
          <a:xfrm>
            <a:off x="8543625" y="4795150"/>
            <a:ext cx="548700" cy="3030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121" name="Shape 1121"/>
        <p:cNvGrpSpPr/>
        <p:nvPr/>
      </p:nvGrpSpPr>
      <p:grpSpPr>
        <a:xfrm>
          <a:off x="0" y="0"/>
          <a:ext cx="0" cy="0"/>
          <a:chOff x="0" y="0"/>
          <a:chExt cx="0" cy="0"/>
        </a:xfrm>
      </p:grpSpPr>
      <p:sp>
        <p:nvSpPr>
          <p:cNvPr id="1122" name="Google Shape;1122;p155"/>
          <p:cNvSpPr txBox="1"/>
          <p:nvPr>
            <p:ph type="title"/>
          </p:nvPr>
        </p:nvSpPr>
        <p:spPr>
          <a:xfrm>
            <a:off x="452400" y="481263"/>
            <a:ext cx="8239200" cy="572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Add’l Practice Problem </a:t>
            </a:r>
            <a:endParaRPr/>
          </a:p>
        </p:txBody>
      </p:sp>
      <p:sp>
        <p:nvSpPr>
          <p:cNvPr id="1123" name="Google Shape;1123;p155"/>
          <p:cNvSpPr txBox="1"/>
          <p:nvPr>
            <p:ph idx="1" type="body"/>
          </p:nvPr>
        </p:nvSpPr>
        <p:spPr>
          <a:xfrm>
            <a:off x="452400" y="1132825"/>
            <a:ext cx="8239200" cy="3488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Write a function to reverse a singly linked list. The function should take the head of a linked list as input and return the new head of the reversed linked list.</a:t>
            </a:r>
            <a:endParaRPr/>
          </a:p>
          <a:p>
            <a:pPr indent="0" lvl="0" marL="0" rtl="0" algn="l">
              <a:spcBef>
                <a:spcPts val="1000"/>
              </a:spcBef>
              <a:spcAft>
                <a:spcPts val="0"/>
              </a:spcAft>
              <a:buClr>
                <a:schemeClr val="dk1"/>
              </a:buClr>
              <a:buSzPts val="1100"/>
              <a:buFont typeface="Arial"/>
              <a:buNone/>
            </a:pPr>
            <a:r>
              <a:rPr b="1" lang="en"/>
              <a:t>Examples:</a:t>
            </a:r>
            <a:endParaRPr b="1"/>
          </a:p>
          <a:p>
            <a:pPr indent="-342900" lvl="0" marL="457200" rtl="0" algn="l">
              <a:lnSpc>
                <a:spcPct val="100000"/>
              </a:lnSpc>
              <a:spcBef>
                <a:spcPts val="1000"/>
              </a:spcBef>
              <a:spcAft>
                <a:spcPts val="0"/>
              </a:spcAft>
              <a:buSzPts val="1800"/>
              <a:buChar char="✱"/>
            </a:pPr>
            <a:r>
              <a:rPr b="1" lang="en"/>
              <a:t>Input:</a:t>
            </a:r>
            <a:r>
              <a:rPr lang="en"/>
              <a:t> </a:t>
            </a:r>
            <a:r>
              <a:rPr lang="en">
                <a:latin typeface="Consolas"/>
                <a:ea typeface="Consolas"/>
                <a:cs typeface="Consolas"/>
                <a:sym typeface="Consolas"/>
              </a:rPr>
              <a:t>head = [1 -&gt; 2 -&gt; 3 -&gt; 4 -&gt; 5]</a:t>
            </a:r>
            <a:br>
              <a:rPr lang="en"/>
            </a:br>
            <a:r>
              <a:rPr b="1" lang="en"/>
              <a:t>Output:</a:t>
            </a:r>
            <a:r>
              <a:rPr lang="en"/>
              <a:t> </a:t>
            </a:r>
            <a:r>
              <a:rPr lang="en">
                <a:latin typeface="Consolas"/>
                <a:ea typeface="Consolas"/>
                <a:cs typeface="Consolas"/>
                <a:sym typeface="Consolas"/>
              </a:rPr>
              <a:t>[5 -&gt; 4 -&gt; 3 -&gt; 2 -&gt; 1]</a:t>
            </a:r>
            <a:endParaRPr>
              <a:latin typeface="Consolas"/>
              <a:ea typeface="Consolas"/>
              <a:cs typeface="Consolas"/>
              <a:sym typeface="Consolas"/>
            </a:endParaRPr>
          </a:p>
          <a:p>
            <a:pPr indent="-342900" lvl="0" marL="457200" rtl="0" algn="l">
              <a:lnSpc>
                <a:spcPct val="100000"/>
              </a:lnSpc>
              <a:spcBef>
                <a:spcPts val="1000"/>
              </a:spcBef>
              <a:spcAft>
                <a:spcPts val="0"/>
              </a:spcAft>
              <a:buSzPts val="1800"/>
              <a:buChar char="✱"/>
            </a:pPr>
            <a:r>
              <a:rPr b="1" lang="en"/>
              <a:t>Input:</a:t>
            </a:r>
            <a:r>
              <a:rPr lang="en"/>
              <a:t> </a:t>
            </a:r>
            <a:r>
              <a:rPr lang="en">
                <a:latin typeface="Consolas"/>
                <a:ea typeface="Consolas"/>
                <a:cs typeface="Consolas"/>
                <a:sym typeface="Consolas"/>
              </a:rPr>
              <a:t>head = [1]</a:t>
            </a:r>
            <a:br>
              <a:rPr lang="en"/>
            </a:br>
            <a:r>
              <a:rPr b="1" lang="en"/>
              <a:t>Output:</a:t>
            </a:r>
            <a:r>
              <a:rPr lang="en"/>
              <a:t> </a:t>
            </a:r>
            <a:r>
              <a:rPr lang="en">
                <a:latin typeface="Consolas"/>
                <a:ea typeface="Consolas"/>
                <a:cs typeface="Consolas"/>
                <a:sym typeface="Consolas"/>
              </a:rPr>
              <a:t>[1]</a:t>
            </a:r>
            <a:endParaRPr>
              <a:latin typeface="Consolas"/>
              <a:ea typeface="Consolas"/>
              <a:cs typeface="Consolas"/>
              <a:sym typeface="Consolas"/>
            </a:endParaRPr>
          </a:p>
          <a:p>
            <a:pPr indent="-342900" lvl="0" marL="457200" rtl="0" algn="l">
              <a:lnSpc>
                <a:spcPct val="100000"/>
              </a:lnSpc>
              <a:spcBef>
                <a:spcPts val="1000"/>
              </a:spcBef>
              <a:spcAft>
                <a:spcPts val="1000"/>
              </a:spcAft>
              <a:buSzPts val="1800"/>
              <a:buChar char="✱"/>
            </a:pPr>
            <a:r>
              <a:rPr b="1" lang="en"/>
              <a:t>Input:</a:t>
            </a:r>
            <a:r>
              <a:rPr lang="en"/>
              <a:t> </a:t>
            </a:r>
            <a:r>
              <a:rPr lang="en">
                <a:latin typeface="Consolas"/>
                <a:ea typeface="Consolas"/>
                <a:cs typeface="Consolas"/>
                <a:sym typeface="Consolas"/>
              </a:rPr>
              <a:t>head = None</a:t>
            </a:r>
            <a:br>
              <a:rPr lang="en"/>
            </a:br>
            <a:r>
              <a:rPr b="1" lang="en"/>
              <a:t>Output:</a:t>
            </a:r>
            <a:r>
              <a:rPr lang="en"/>
              <a:t> </a:t>
            </a:r>
            <a:r>
              <a:rPr lang="en">
                <a:latin typeface="Consolas"/>
                <a:ea typeface="Consolas"/>
                <a:cs typeface="Consolas"/>
                <a:sym typeface="Consolas"/>
              </a:rPr>
              <a:t>None</a:t>
            </a:r>
            <a:endParaRPr/>
          </a:p>
        </p:txBody>
      </p:sp>
      <p:sp>
        <p:nvSpPr>
          <p:cNvPr id="1124" name="Google Shape;1124;p155"/>
          <p:cNvSpPr txBox="1"/>
          <p:nvPr>
            <p:ph idx="12" type="sldNum"/>
          </p:nvPr>
        </p:nvSpPr>
        <p:spPr>
          <a:xfrm>
            <a:off x="8543625" y="4795150"/>
            <a:ext cx="548700" cy="3030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8" name="Shape 1128"/>
        <p:cNvGrpSpPr/>
        <p:nvPr/>
      </p:nvGrpSpPr>
      <p:grpSpPr>
        <a:xfrm>
          <a:off x="0" y="0"/>
          <a:ext cx="0" cy="0"/>
          <a:chOff x="0" y="0"/>
          <a:chExt cx="0" cy="0"/>
        </a:xfrm>
      </p:grpSpPr>
      <p:sp>
        <p:nvSpPr>
          <p:cNvPr id="1129" name="Google Shape;1129;p156"/>
          <p:cNvSpPr txBox="1"/>
          <p:nvPr>
            <p:ph idx="1" type="subTitle"/>
          </p:nvPr>
        </p:nvSpPr>
        <p:spPr>
          <a:xfrm>
            <a:off x="7103500" y="551600"/>
            <a:ext cx="1617300" cy="431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3 minutes</a:t>
            </a:r>
            <a:endParaRPr/>
          </a:p>
        </p:txBody>
      </p:sp>
      <p:sp>
        <p:nvSpPr>
          <p:cNvPr id="1130" name="Google Shape;1130;p156"/>
          <p:cNvSpPr txBox="1"/>
          <p:nvPr>
            <p:ph idx="12" type="sldNum"/>
          </p:nvPr>
        </p:nvSpPr>
        <p:spPr>
          <a:xfrm>
            <a:off x="8543625" y="4795150"/>
            <a:ext cx="548700" cy="3030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131" name="Google Shape;1131;p156"/>
          <p:cNvSpPr txBox="1"/>
          <p:nvPr>
            <p:ph idx="2" type="body"/>
          </p:nvPr>
        </p:nvSpPr>
        <p:spPr>
          <a:xfrm>
            <a:off x="604800" y="1412888"/>
            <a:ext cx="8239200" cy="3360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2400"/>
              <a:t>In the chat . . .</a:t>
            </a:r>
            <a:endParaRPr b="1" sz="2400"/>
          </a:p>
          <a:p>
            <a:pPr indent="0" lvl="0" marL="0" rtl="0" algn="ctr">
              <a:spcBef>
                <a:spcPts val="1000"/>
              </a:spcBef>
              <a:spcAft>
                <a:spcPts val="0"/>
              </a:spcAft>
              <a:buNone/>
            </a:pPr>
            <a:r>
              <a:rPr lang="en" sz="2400"/>
              <a:t>What was one thing the candidate did</a:t>
            </a:r>
            <a:br>
              <a:rPr lang="en" sz="2400"/>
            </a:br>
            <a:r>
              <a:rPr lang="en" sz="2400"/>
              <a:t>that you will start doing too?</a:t>
            </a:r>
            <a:endParaRPr sz="2400"/>
          </a:p>
          <a:p>
            <a:pPr indent="0" lvl="0" marL="0" rtl="0" algn="ctr">
              <a:spcBef>
                <a:spcPts val="1000"/>
              </a:spcBef>
              <a:spcAft>
                <a:spcPts val="1000"/>
              </a:spcAft>
              <a:buNone/>
            </a:pPr>
            <a:r>
              <a:rPr lang="en" sz="2400"/>
              <a:t>What is one thing you'll do differently now</a:t>
            </a:r>
            <a:br>
              <a:rPr lang="en" sz="2400"/>
            </a:br>
            <a:r>
              <a:rPr lang="en" sz="2400"/>
              <a:t>that you've seen this interview?</a:t>
            </a:r>
            <a:endParaRPr sz="2400"/>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5" name="Shape 1135"/>
        <p:cNvGrpSpPr/>
        <p:nvPr/>
      </p:nvGrpSpPr>
      <p:grpSpPr>
        <a:xfrm>
          <a:off x="0" y="0"/>
          <a:ext cx="0" cy="0"/>
          <a:chOff x="0" y="0"/>
          <a:chExt cx="0" cy="0"/>
        </a:xfrm>
      </p:grpSpPr>
      <p:sp>
        <p:nvSpPr>
          <p:cNvPr id="1136" name="Google Shape;1136;p157"/>
          <p:cNvSpPr txBox="1"/>
          <p:nvPr>
            <p:ph type="title"/>
          </p:nvPr>
        </p:nvSpPr>
        <p:spPr>
          <a:xfrm>
            <a:off x="1071950" y="892850"/>
            <a:ext cx="5283900" cy="2820300"/>
          </a:xfrm>
          <a:prstGeom prst="rect">
            <a:avLst/>
          </a:prstGeom>
        </p:spPr>
        <p:txBody>
          <a:bodyPr anchorCtr="0" anchor="ctr" bIns="91425" lIns="274300" spcFirstLastPara="1" rIns="274300" wrap="square" tIns="91425">
            <a:noAutofit/>
          </a:bodyPr>
          <a:lstStyle/>
          <a:p>
            <a:pPr indent="0" lvl="0" marL="0" rtl="0" algn="ctr">
              <a:spcBef>
                <a:spcPts val="0"/>
              </a:spcBef>
              <a:spcAft>
                <a:spcPts val="0"/>
              </a:spcAft>
              <a:buClr>
                <a:schemeClr val="dk1"/>
              </a:buClr>
              <a:buSzPts val="1100"/>
              <a:buFont typeface="Arial"/>
              <a:buNone/>
            </a:pPr>
            <a:r>
              <a:rPr b="1" lang="en" sz="2300"/>
              <a:t>Break Time!</a:t>
            </a:r>
            <a:endParaRPr b="1" sz="2300"/>
          </a:p>
          <a:p>
            <a:pPr indent="0" lvl="0" marL="0" rtl="0" algn="ctr">
              <a:spcBef>
                <a:spcPts val="1000"/>
              </a:spcBef>
              <a:spcAft>
                <a:spcPts val="0"/>
              </a:spcAft>
              <a:buClr>
                <a:schemeClr val="dk1"/>
              </a:buClr>
              <a:buSzPts val="1100"/>
              <a:buFont typeface="Arial"/>
              <a:buNone/>
            </a:pPr>
            <a:r>
              <a:rPr lang="en" sz="1900"/>
              <a:t>Take 5 mins to step away from the computer. Feel free to turn off your camera and return promptly after 5 mins.</a:t>
            </a:r>
            <a:endParaRPr/>
          </a:p>
        </p:txBody>
      </p:sp>
      <p:pic>
        <p:nvPicPr>
          <p:cNvPr descr="5 minutes timer with relaxing music#5minutetimer #timer #relaxingmusic #relaxation" id="1137" name="Google Shape;1137;p157" title="5 Minutes Timer With Relaxing Music">
            <a:hlinkClick r:id="rId3"/>
          </p:cNvPr>
          <p:cNvPicPr preferRelativeResize="0"/>
          <p:nvPr/>
        </p:nvPicPr>
        <p:blipFill>
          <a:blip r:embed="rId4">
            <a:alphaModFix/>
          </a:blip>
          <a:stretch>
            <a:fillRect/>
          </a:stretch>
        </p:blipFill>
        <p:spPr>
          <a:xfrm>
            <a:off x="6355850" y="1739175"/>
            <a:ext cx="2198300" cy="1236550"/>
          </a:xfrm>
          <a:prstGeom prst="rect">
            <a:avLst/>
          </a:prstGeom>
          <a:noFill/>
          <a:ln cap="flat" cmpd="sng" w="76200">
            <a:solidFill>
              <a:srgbClr val="1B1C57"/>
            </a:solidFill>
            <a:prstDash val="solid"/>
            <a:round/>
            <a:headEnd len="sm" w="sm" type="none"/>
            <a:tailEnd len="sm" w="sm" type="none"/>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1" name="Shape 1141"/>
        <p:cNvGrpSpPr/>
        <p:nvPr/>
      </p:nvGrpSpPr>
      <p:grpSpPr>
        <a:xfrm>
          <a:off x="0" y="0"/>
          <a:ext cx="0" cy="0"/>
          <a:chOff x="0" y="0"/>
          <a:chExt cx="0" cy="0"/>
        </a:xfrm>
      </p:grpSpPr>
      <p:sp>
        <p:nvSpPr>
          <p:cNvPr id="1142" name="Google Shape;1142;p158"/>
          <p:cNvSpPr txBox="1"/>
          <p:nvPr>
            <p:ph type="title"/>
          </p:nvPr>
        </p:nvSpPr>
        <p:spPr>
          <a:xfrm>
            <a:off x="884825" y="2317200"/>
            <a:ext cx="4086900" cy="509100"/>
          </a:xfrm>
          <a:prstGeom prst="rect">
            <a:avLst/>
          </a:prstGeom>
        </p:spPr>
        <p:txBody>
          <a:bodyPr anchorCtr="0" anchor="ctr" bIns="91425" lIns="91425" spcFirstLastPara="1" rIns="91425" wrap="square" tIns="91425">
            <a:normAutofit fontScale="90000"/>
          </a:bodyPr>
          <a:lstStyle/>
          <a:p>
            <a:pPr indent="0" lvl="0" marL="0" rtl="0" algn="l">
              <a:spcBef>
                <a:spcPts val="0"/>
              </a:spcBef>
              <a:spcAft>
                <a:spcPts val="0"/>
              </a:spcAft>
              <a:buNone/>
            </a:pPr>
            <a:r>
              <a:rPr lang="en"/>
              <a:t>AI Checkpoint #2</a:t>
            </a:r>
            <a:endParaRPr/>
          </a:p>
        </p:txBody>
      </p:sp>
      <p:sp>
        <p:nvSpPr>
          <p:cNvPr id="1143" name="Google Shape;1143;p158"/>
          <p:cNvSpPr txBox="1"/>
          <p:nvPr>
            <p:ph idx="1" type="subTitle"/>
          </p:nvPr>
        </p:nvSpPr>
        <p:spPr>
          <a:xfrm>
            <a:off x="785650" y="1770100"/>
            <a:ext cx="4127100" cy="388200"/>
          </a:xfrm>
          <a:prstGeom prst="rect">
            <a:avLst/>
          </a:prstGeom>
        </p:spPr>
        <p:txBody>
          <a:bodyPr anchorCtr="0" anchor="t" bIns="91425" lIns="91425" spcFirstLastPara="1" rIns="91425" wrap="square" tIns="91425">
            <a:normAutofit fontScale="77500" lnSpcReduction="20000"/>
          </a:bodyPr>
          <a:lstStyle/>
          <a:p>
            <a:pPr indent="0" lvl="0" marL="0" rtl="0" algn="l">
              <a:spcBef>
                <a:spcPts val="0"/>
              </a:spcBef>
              <a:spcAft>
                <a:spcPts val="0"/>
              </a:spcAft>
              <a:buNone/>
            </a:pPr>
            <a:r>
              <a:rPr lang="en"/>
              <a:t>10 minutes</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7" name="Shape 1147"/>
        <p:cNvGrpSpPr/>
        <p:nvPr/>
      </p:nvGrpSpPr>
      <p:grpSpPr>
        <a:xfrm>
          <a:off x="0" y="0"/>
          <a:ext cx="0" cy="0"/>
          <a:chOff x="0" y="0"/>
          <a:chExt cx="0" cy="0"/>
        </a:xfrm>
      </p:grpSpPr>
      <p:sp>
        <p:nvSpPr>
          <p:cNvPr id="1148" name="Google Shape;1148;p159"/>
          <p:cNvSpPr txBox="1"/>
          <p:nvPr>
            <p:ph idx="2" type="body"/>
          </p:nvPr>
        </p:nvSpPr>
        <p:spPr>
          <a:xfrm>
            <a:off x="1050900" y="2082300"/>
            <a:ext cx="7042200" cy="978900"/>
          </a:xfrm>
          <a:prstGeom prst="rect">
            <a:avLst/>
          </a:prstGeom>
        </p:spPr>
        <p:txBody>
          <a:bodyPr anchorCtr="0" anchor="t" bIns="91425" lIns="91425" spcFirstLastPara="1" rIns="91425" wrap="square" tIns="91425">
            <a:spAutoFit/>
          </a:bodyPr>
          <a:lstStyle/>
          <a:p>
            <a:pPr indent="0" lvl="0" marL="0" rtl="0" algn="ctr">
              <a:spcBef>
                <a:spcPts val="0"/>
              </a:spcBef>
              <a:spcAft>
                <a:spcPts val="1000"/>
              </a:spcAft>
              <a:buNone/>
            </a:pPr>
            <a:r>
              <a:rPr lang="en" sz="2400"/>
              <a:t>Share an instance in which AI provided </a:t>
            </a:r>
            <a:br>
              <a:rPr lang="en" sz="2400"/>
            </a:br>
            <a:r>
              <a:rPr lang="en" sz="2400"/>
              <a:t>a </a:t>
            </a:r>
            <a:r>
              <a:rPr b="1" lang="en" sz="2400"/>
              <a:t>wrong answer</a:t>
            </a:r>
            <a:r>
              <a:rPr lang="en" sz="2400"/>
              <a:t> 🐞 </a:t>
            </a:r>
            <a:endParaRPr b="1" sz="2400"/>
          </a:p>
        </p:txBody>
      </p:sp>
      <p:sp>
        <p:nvSpPr>
          <p:cNvPr id="1149" name="Google Shape;1149;p159"/>
          <p:cNvSpPr txBox="1"/>
          <p:nvPr>
            <p:ph idx="12" type="sldNum"/>
          </p:nvPr>
        </p:nvSpPr>
        <p:spPr>
          <a:xfrm>
            <a:off x="8543625" y="4795150"/>
            <a:ext cx="548700" cy="303000"/>
          </a:xfrm>
          <a:prstGeom prst="rect">
            <a:avLst/>
          </a:prstGeom>
        </p:spPr>
        <p:txBody>
          <a:bodyPr anchorCtr="0" anchor="ctr" bIns="91425" lIns="91425" spcFirstLastPara="1" rIns="91425" wrap="square" tIns="91425">
            <a:normAutofit fontScale="92500" lnSpcReduction="20000"/>
          </a:bodyPr>
          <a:lstStyle/>
          <a:p>
            <a:pPr indent="0" lvl="0" marL="0" rtl="0" algn="r">
              <a:spcBef>
                <a:spcPts val="0"/>
              </a:spcBef>
              <a:spcAft>
                <a:spcPts val="0"/>
              </a:spcAft>
              <a:buNone/>
            </a:pPr>
            <a:fld id="{00000000-1234-1234-1234-123412341234}" type="slidenum">
              <a:rPr lang="en"/>
              <a:t>‹#›</a:t>
            </a:fld>
            <a:endParaRPr/>
          </a:p>
        </p:txBody>
      </p:sp>
      <p:sp>
        <p:nvSpPr>
          <p:cNvPr id="1150" name="Google Shape;1150;p159"/>
          <p:cNvSpPr txBox="1"/>
          <p:nvPr>
            <p:ph idx="1" type="subTitle"/>
          </p:nvPr>
        </p:nvSpPr>
        <p:spPr>
          <a:xfrm>
            <a:off x="7103500" y="551600"/>
            <a:ext cx="1617300" cy="431700"/>
          </a:xfrm>
          <a:prstGeom prst="rect">
            <a:avLst/>
          </a:prstGeom>
        </p:spPr>
        <p:txBody>
          <a:bodyPr anchorCtr="0" anchor="t" bIns="91425" lIns="91425" spcFirstLastPara="1" rIns="91425" wrap="square" tIns="91425">
            <a:normAutofit fontScale="92500" lnSpcReduction="20000"/>
          </a:bodyPr>
          <a:lstStyle/>
          <a:p>
            <a:pPr indent="0" lvl="0" marL="0" rtl="0" algn="ctr">
              <a:spcBef>
                <a:spcPts val="0"/>
              </a:spcBef>
              <a:spcAft>
                <a:spcPts val="0"/>
              </a:spcAft>
              <a:buNone/>
            </a:pPr>
            <a:r>
              <a:rPr lang="en"/>
              <a:t>1-2 minutes</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4" name="Shape 1154"/>
        <p:cNvGrpSpPr/>
        <p:nvPr/>
      </p:nvGrpSpPr>
      <p:grpSpPr>
        <a:xfrm>
          <a:off x="0" y="0"/>
          <a:ext cx="0" cy="0"/>
          <a:chOff x="0" y="0"/>
          <a:chExt cx="0" cy="0"/>
        </a:xfrm>
      </p:grpSpPr>
      <p:sp>
        <p:nvSpPr>
          <p:cNvPr id="1155" name="Google Shape;1155;p160"/>
          <p:cNvSpPr txBox="1"/>
          <p:nvPr>
            <p:ph idx="1" type="body"/>
          </p:nvPr>
        </p:nvSpPr>
        <p:spPr>
          <a:xfrm>
            <a:off x="452400" y="1132825"/>
            <a:ext cx="8239200" cy="34881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b="1" lang="en"/>
              <a:t>Topic</a:t>
            </a:r>
            <a:r>
              <a:rPr lang="en"/>
              <a:t> </a:t>
            </a:r>
            <a:r>
              <a:rPr b="1" lang="en"/>
              <a:t>complexity is</a:t>
            </a:r>
            <a:r>
              <a:rPr lang="en"/>
              <a:t> </a:t>
            </a:r>
            <a:r>
              <a:rPr b="1" lang="en"/>
              <a:t>increasing</a:t>
            </a:r>
            <a:r>
              <a:rPr lang="en"/>
              <a:t> </a:t>
            </a:r>
            <a:endParaRPr/>
          </a:p>
          <a:p>
            <a:pPr indent="-317500" lvl="1" marL="914400" rtl="0" algn="l">
              <a:spcBef>
                <a:spcPts val="1000"/>
              </a:spcBef>
              <a:spcAft>
                <a:spcPts val="0"/>
              </a:spcAft>
              <a:buSzPts val="1400"/>
              <a:buChar char="○"/>
            </a:pPr>
            <a:r>
              <a:rPr lang="en" sz="1400"/>
              <a:t>As we get further into the course, the topics stack and become more difficult–requiring mastery of previous units</a:t>
            </a:r>
            <a:endParaRPr sz="1400"/>
          </a:p>
          <a:p>
            <a:pPr indent="-342900" lvl="0" marL="457200" rtl="0" algn="l">
              <a:spcBef>
                <a:spcPts val="1000"/>
              </a:spcBef>
              <a:spcAft>
                <a:spcPts val="0"/>
              </a:spcAft>
              <a:buSzPts val="1800"/>
              <a:buChar char="✱"/>
            </a:pPr>
            <a:r>
              <a:rPr b="1" lang="en"/>
              <a:t>We need to ask better questions </a:t>
            </a:r>
            <a:endParaRPr b="1"/>
          </a:p>
          <a:p>
            <a:pPr indent="-317500" lvl="1" marL="914400" rtl="0" algn="l">
              <a:spcBef>
                <a:spcPts val="1000"/>
              </a:spcBef>
              <a:spcAft>
                <a:spcPts val="1000"/>
              </a:spcAft>
              <a:buSzPts val="1400"/>
              <a:buChar char="○"/>
            </a:pPr>
            <a:r>
              <a:rPr lang="en" sz="1400"/>
              <a:t>AI will not always understand nuance or vague instructions!</a:t>
            </a:r>
            <a:endParaRPr i="1"/>
          </a:p>
        </p:txBody>
      </p:sp>
      <p:sp>
        <p:nvSpPr>
          <p:cNvPr id="1156" name="Google Shape;1156;p160"/>
          <p:cNvSpPr txBox="1"/>
          <p:nvPr>
            <p:ph idx="12" type="sldNum"/>
          </p:nvPr>
        </p:nvSpPr>
        <p:spPr>
          <a:xfrm>
            <a:off x="8543625" y="4795150"/>
            <a:ext cx="548700" cy="303000"/>
          </a:xfrm>
          <a:prstGeom prst="rect">
            <a:avLst/>
          </a:prstGeom>
        </p:spPr>
        <p:txBody>
          <a:bodyPr anchorCtr="0" anchor="ctr" bIns="91425" lIns="91425" spcFirstLastPara="1" rIns="91425" wrap="square" tIns="91425">
            <a:normAutofit fontScale="92500" lnSpcReduction="20000"/>
          </a:bodyPr>
          <a:lstStyle/>
          <a:p>
            <a:pPr indent="0" lvl="0" marL="0" rtl="0" algn="r">
              <a:spcBef>
                <a:spcPts val="0"/>
              </a:spcBef>
              <a:spcAft>
                <a:spcPts val="0"/>
              </a:spcAft>
              <a:buNone/>
            </a:pPr>
            <a:fld id="{00000000-1234-1234-1234-123412341234}" type="slidenum">
              <a:rPr lang="en"/>
              <a:t>‹#›</a:t>
            </a:fld>
            <a:endParaRPr/>
          </a:p>
        </p:txBody>
      </p:sp>
      <p:sp>
        <p:nvSpPr>
          <p:cNvPr id="1157" name="Google Shape;1157;p160"/>
          <p:cNvSpPr txBox="1"/>
          <p:nvPr>
            <p:ph type="title"/>
          </p:nvPr>
        </p:nvSpPr>
        <p:spPr>
          <a:xfrm>
            <a:off x="452400" y="481263"/>
            <a:ext cx="8239200" cy="572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latin typeface="Poppins"/>
                <a:ea typeface="Poppins"/>
                <a:cs typeface="Poppins"/>
                <a:sym typeface="Poppins"/>
              </a:rPr>
              <a:t>Why are we discussing this?</a:t>
            </a:r>
            <a:endParaRPr>
              <a:latin typeface="Poppins"/>
              <a:ea typeface="Poppins"/>
              <a:cs typeface="Poppins"/>
              <a:sym typeface="Poppins"/>
            </a:endParaRPr>
          </a:p>
        </p:txBody>
      </p:sp>
      <p:sp>
        <p:nvSpPr>
          <p:cNvPr id="1158" name="Google Shape;1158;p160"/>
          <p:cNvSpPr txBox="1"/>
          <p:nvPr>
            <p:ph idx="1" type="body"/>
          </p:nvPr>
        </p:nvSpPr>
        <p:spPr>
          <a:xfrm>
            <a:off x="1014950" y="3425775"/>
            <a:ext cx="7042200" cy="912600"/>
          </a:xfrm>
          <a:prstGeom prst="rect">
            <a:avLst/>
          </a:prstGeom>
          <a:solidFill>
            <a:srgbClr val="D7FFEE"/>
          </a:solidFill>
          <a:ln cap="flat" cmpd="sng" w="152400">
            <a:solidFill>
              <a:srgbClr val="D7FFEE"/>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1000"/>
              </a:spcAft>
              <a:buNone/>
            </a:pPr>
            <a:r>
              <a:rPr lang="en" sz="2200"/>
              <a:t>✨ Building our AI prompting skills will make us more successful learners and developers.</a:t>
            </a:r>
            <a:endParaRPr sz="2200"/>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2" name="Shape 1162"/>
        <p:cNvGrpSpPr/>
        <p:nvPr/>
      </p:nvGrpSpPr>
      <p:grpSpPr>
        <a:xfrm>
          <a:off x="0" y="0"/>
          <a:ext cx="0" cy="0"/>
          <a:chOff x="0" y="0"/>
          <a:chExt cx="0" cy="0"/>
        </a:xfrm>
      </p:grpSpPr>
      <p:sp>
        <p:nvSpPr>
          <p:cNvPr id="1163" name="Google Shape;1163;p161"/>
          <p:cNvSpPr txBox="1"/>
          <p:nvPr>
            <p:ph idx="1" type="subTitle"/>
          </p:nvPr>
        </p:nvSpPr>
        <p:spPr>
          <a:xfrm>
            <a:off x="1031750" y="2247950"/>
            <a:ext cx="3272400" cy="2189700"/>
          </a:xfrm>
          <a:prstGeom prst="rect">
            <a:avLst/>
          </a:prstGeom>
        </p:spPr>
        <p:txBody>
          <a:bodyPr anchorCtr="0" anchor="t" bIns="91425" lIns="91425" spcFirstLastPara="1" rIns="91425" wrap="square" tIns="91425">
            <a:noAutofit/>
          </a:bodyPr>
          <a:lstStyle/>
          <a:p>
            <a:pPr indent="-330200" lvl="0" marL="457200" rtl="0" algn="l">
              <a:spcBef>
                <a:spcPts val="0"/>
              </a:spcBef>
              <a:spcAft>
                <a:spcPts val="0"/>
              </a:spcAft>
              <a:buSzPts val="1600"/>
              <a:buChar char="+"/>
            </a:pPr>
            <a:r>
              <a:rPr lang="en" sz="1600"/>
              <a:t>Explain the context of your question</a:t>
            </a:r>
            <a:endParaRPr sz="1600"/>
          </a:p>
          <a:p>
            <a:pPr indent="-330200" lvl="0" marL="457200" rtl="0" algn="l">
              <a:spcBef>
                <a:spcPts val="1000"/>
              </a:spcBef>
              <a:spcAft>
                <a:spcPts val="0"/>
              </a:spcAft>
              <a:buSzPts val="1600"/>
              <a:buChar char="+"/>
            </a:pPr>
            <a:r>
              <a:rPr lang="en" sz="1600"/>
              <a:t>Clearly state the desired response format</a:t>
            </a:r>
            <a:endParaRPr sz="1600"/>
          </a:p>
          <a:p>
            <a:pPr indent="-330200" lvl="0" marL="457200" rtl="0" algn="l">
              <a:spcBef>
                <a:spcPts val="1000"/>
              </a:spcBef>
              <a:spcAft>
                <a:spcPts val="1000"/>
              </a:spcAft>
              <a:buSzPts val="1600"/>
              <a:buChar char="+"/>
            </a:pPr>
            <a:r>
              <a:rPr lang="en" sz="1600"/>
              <a:t>Help you make design decisions yourself</a:t>
            </a:r>
            <a:endParaRPr sz="1600"/>
          </a:p>
        </p:txBody>
      </p:sp>
      <p:sp>
        <p:nvSpPr>
          <p:cNvPr id="1164" name="Google Shape;1164;p161"/>
          <p:cNvSpPr txBox="1"/>
          <p:nvPr>
            <p:ph idx="12" type="sldNum"/>
          </p:nvPr>
        </p:nvSpPr>
        <p:spPr>
          <a:xfrm>
            <a:off x="8543625" y="4795150"/>
            <a:ext cx="548700" cy="3030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165" name="Google Shape;1165;p161"/>
          <p:cNvSpPr txBox="1"/>
          <p:nvPr>
            <p:ph idx="4294967295" type="body"/>
          </p:nvPr>
        </p:nvSpPr>
        <p:spPr>
          <a:xfrm>
            <a:off x="408527" y="302675"/>
            <a:ext cx="4677600" cy="554100"/>
          </a:xfrm>
          <a:prstGeom prst="rect">
            <a:avLst/>
          </a:prstGeom>
        </p:spPr>
        <p:txBody>
          <a:bodyPr anchorCtr="0" anchor="t" bIns="91425" lIns="91425" spcFirstLastPara="1" rIns="91425" wrap="square" tIns="91425">
            <a:spAutoFit/>
          </a:bodyPr>
          <a:lstStyle/>
          <a:p>
            <a:pPr indent="0" lvl="0" marL="0" rtl="0" algn="l">
              <a:spcBef>
                <a:spcPts val="0"/>
              </a:spcBef>
              <a:spcAft>
                <a:spcPts val="1600"/>
              </a:spcAft>
              <a:buNone/>
            </a:pPr>
            <a:r>
              <a:rPr b="1" lang="en" sz="2400">
                <a:solidFill>
                  <a:schemeClr val="dk1"/>
                </a:solidFill>
              </a:rPr>
              <a:t>AI Prompting Tips</a:t>
            </a:r>
            <a:endParaRPr b="1" sz="2400">
              <a:solidFill>
                <a:schemeClr val="dk1"/>
              </a:solidFill>
            </a:endParaRPr>
          </a:p>
        </p:txBody>
      </p:sp>
      <p:sp>
        <p:nvSpPr>
          <p:cNvPr id="1166" name="Google Shape;1166;p161"/>
          <p:cNvSpPr txBox="1"/>
          <p:nvPr>
            <p:ph idx="4294967295" type="body"/>
          </p:nvPr>
        </p:nvSpPr>
        <p:spPr>
          <a:xfrm>
            <a:off x="1515825" y="1531325"/>
            <a:ext cx="2300700" cy="461700"/>
          </a:xfrm>
          <a:prstGeom prst="rect">
            <a:avLst/>
          </a:prstGeom>
        </p:spPr>
        <p:txBody>
          <a:bodyPr anchorCtr="0" anchor="t" bIns="91425" lIns="91425" spcFirstLastPara="1" rIns="91425" wrap="square" tIns="91425">
            <a:spAutoFit/>
          </a:bodyPr>
          <a:lstStyle/>
          <a:p>
            <a:pPr indent="0" lvl="0" marL="0" rtl="0" algn="ctr">
              <a:spcBef>
                <a:spcPts val="0"/>
              </a:spcBef>
              <a:spcAft>
                <a:spcPts val="1600"/>
              </a:spcAft>
              <a:buNone/>
            </a:pPr>
            <a:r>
              <a:rPr b="1" lang="en">
                <a:solidFill>
                  <a:schemeClr val="dk1"/>
                </a:solidFill>
              </a:rPr>
              <a:t>Green Flags</a:t>
            </a:r>
            <a:endParaRPr b="1">
              <a:solidFill>
                <a:schemeClr val="dk1"/>
              </a:solidFill>
            </a:endParaRPr>
          </a:p>
        </p:txBody>
      </p:sp>
      <p:sp>
        <p:nvSpPr>
          <p:cNvPr id="1167" name="Google Shape;1167;p161"/>
          <p:cNvSpPr/>
          <p:nvPr/>
        </p:nvSpPr>
        <p:spPr>
          <a:xfrm>
            <a:off x="814300" y="1229950"/>
            <a:ext cx="912000" cy="894900"/>
          </a:xfrm>
          <a:prstGeom prst="ellipse">
            <a:avLst/>
          </a:prstGeom>
          <a:solidFill>
            <a:schemeClr val="lt1"/>
          </a:solidFill>
          <a:ln cap="flat" cmpd="sng" w="38100">
            <a:solidFill>
              <a:srgbClr val="D7FFEE"/>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oppins"/>
              <a:ea typeface="Poppins"/>
              <a:cs typeface="Poppins"/>
              <a:sym typeface="Poppins"/>
            </a:endParaRPr>
          </a:p>
        </p:txBody>
      </p:sp>
      <p:pic>
        <p:nvPicPr>
          <p:cNvPr id="1168" name="Google Shape;1168;p161" title="flag.png"/>
          <p:cNvPicPr preferRelativeResize="0"/>
          <p:nvPr/>
        </p:nvPicPr>
        <p:blipFill>
          <a:blip r:embed="rId3">
            <a:alphaModFix/>
          </a:blip>
          <a:stretch>
            <a:fillRect/>
          </a:stretch>
        </p:blipFill>
        <p:spPr>
          <a:xfrm>
            <a:off x="1031750" y="1372225"/>
            <a:ext cx="620800" cy="620800"/>
          </a:xfrm>
          <a:prstGeom prst="rect">
            <a:avLst/>
          </a:prstGeom>
          <a:noFill/>
          <a:ln>
            <a:noFill/>
          </a:ln>
        </p:spPr>
      </p:pic>
      <p:sp>
        <p:nvSpPr>
          <p:cNvPr id="1169" name="Google Shape;1169;p161"/>
          <p:cNvSpPr txBox="1"/>
          <p:nvPr>
            <p:ph idx="4294967295" type="body"/>
          </p:nvPr>
        </p:nvSpPr>
        <p:spPr>
          <a:xfrm>
            <a:off x="5324475" y="1531325"/>
            <a:ext cx="2300700" cy="461700"/>
          </a:xfrm>
          <a:prstGeom prst="rect">
            <a:avLst/>
          </a:prstGeom>
        </p:spPr>
        <p:txBody>
          <a:bodyPr anchorCtr="0" anchor="t" bIns="91425" lIns="91425" spcFirstLastPara="1" rIns="91425" wrap="square" tIns="91425">
            <a:spAutoFit/>
          </a:bodyPr>
          <a:lstStyle/>
          <a:p>
            <a:pPr indent="0" lvl="0" marL="0" rtl="0" algn="ctr">
              <a:spcBef>
                <a:spcPts val="0"/>
              </a:spcBef>
              <a:spcAft>
                <a:spcPts val="1600"/>
              </a:spcAft>
              <a:buNone/>
            </a:pPr>
            <a:r>
              <a:rPr b="1" lang="en">
                <a:solidFill>
                  <a:schemeClr val="dk1"/>
                </a:solidFill>
              </a:rPr>
              <a:t>Red Flags</a:t>
            </a:r>
            <a:endParaRPr b="1">
              <a:solidFill>
                <a:schemeClr val="dk1"/>
              </a:solidFill>
            </a:endParaRPr>
          </a:p>
        </p:txBody>
      </p:sp>
      <p:sp>
        <p:nvSpPr>
          <p:cNvPr id="1170" name="Google Shape;1170;p161"/>
          <p:cNvSpPr/>
          <p:nvPr/>
        </p:nvSpPr>
        <p:spPr>
          <a:xfrm>
            <a:off x="4659900" y="1229950"/>
            <a:ext cx="912000" cy="894900"/>
          </a:xfrm>
          <a:prstGeom prst="ellipse">
            <a:avLst/>
          </a:prstGeom>
          <a:solidFill>
            <a:schemeClr val="lt1"/>
          </a:solidFill>
          <a:ln cap="flat" cmpd="sng" w="38100">
            <a:solidFill>
              <a:srgbClr val="FFEDF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oppins"/>
              <a:ea typeface="Poppins"/>
              <a:cs typeface="Poppins"/>
              <a:sym typeface="Poppins"/>
            </a:endParaRPr>
          </a:p>
        </p:txBody>
      </p:sp>
      <p:pic>
        <p:nvPicPr>
          <p:cNvPr id="1171" name="Google Shape;1171;p161" title="flag (1).png"/>
          <p:cNvPicPr preferRelativeResize="0"/>
          <p:nvPr/>
        </p:nvPicPr>
        <p:blipFill>
          <a:blip r:embed="rId4">
            <a:alphaModFix/>
          </a:blip>
          <a:stretch>
            <a:fillRect/>
          </a:stretch>
        </p:blipFill>
        <p:spPr>
          <a:xfrm>
            <a:off x="4805500" y="1367000"/>
            <a:ext cx="620800" cy="620800"/>
          </a:xfrm>
          <a:prstGeom prst="rect">
            <a:avLst/>
          </a:prstGeom>
          <a:noFill/>
          <a:ln>
            <a:noFill/>
          </a:ln>
        </p:spPr>
      </p:pic>
      <p:sp>
        <p:nvSpPr>
          <p:cNvPr id="1172" name="Google Shape;1172;p161"/>
          <p:cNvSpPr txBox="1"/>
          <p:nvPr>
            <p:ph idx="4294967295" type="body"/>
          </p:nvPr>
        </p:nvSpPr>
        <p:spPr>
          <a:xfrm>
            <a:off x="1515825" y="1832450"/>
            <a:ext cx="2300700" cy="415500"/>
          </a:xfrm>
          <a:prstGeom prst="rect">
            <a:avLst/>
          </a:prstGeom>
        </p:spPr>
        <p:txBody>
          <a:bodyPr anchorCtr="0" anchor="t" bIns="91425" lIns="91425" spcFirstLastPara="1" rIns="91425" wrap="square" tIns="91425">
            <a:spAutoFit/>
          </a:bodyPr>
          <a:lstStyle/>
          <a:p>
            <a:pPr indent="0" lvl="0" marL="0" rtl="0" algn="ctr">
              <a:spcBef>
                <a:spcPts val="0"/>
              </a:spcBef>
              <a:spcAft>
                <a:spcPts val="1600"/>
              </a:spcAft>
              <a:buNone/>
            </a:pPr>
            <a:r>
              <a:rPr i="1" lang="en" sz="1500">
                <a:solidFill>
                  <a:schemeClr val="dk1"/>
                </a:solidFill>
              </a:rPr>
              <a:t>Your prompts should…</a:t>
            </a:r>
            <a:endParaRPr i="1" sz="1500">
              <a:solidFill>
                <a:schemeClr val="dk1"/>
              </a:solidFill>
            </a:endParaRPr>
          </a:p>
        </p:txBody>
      </p:sp>
      <p:sp>
        <p:nvSpPr>
          <p:cNvPr id="1173" name="Google Shape;1173;p161"/>
          <p:cNvSpPr txBox="1"/>
          <p:nvPr>
            <p:ph idx="4294967295" type="body"/>
          </p:nvPr>
        </p:nvSpPr>
        <p:spPr>
          <a:xfrm>
            <a:off x="5324475" y="1832450"/>
            <a:ext cx="2300700" cy="415500"/>
          </a:xfrm>
          <a:prstGeom prst="rect">
            <a:avLst/>
          </a:prstGeom>
        </p:spPr>
        <p:txBody>
          <a:bodyPr anchorCtr="0" anchor="t" bIns="91425" lIns="91425" spcFirstLastPara="1" rIns="91425" wrap="square" tIns="91425">
            <a:spAutoFit/>
          </a:bodyPr>
          <a:lstStyle/>
          <a:p>
            <a:pPr indent="0" lvl="0" marL="0" rtl="0" algn="ctr">
              <a:spcBef>
                <a:spcPts val="0"/>
              </a:spcBef>
              <a:spcAft>
                <a:spcPts val="1600"/>
              </a:spcAft>
              <a:buNone/>
            </a:pPr>
            <a:r>
              <a:rPr i="1" lang="en" sz="1500">
                <a:solidFill>
                  <a:schemeClr val="dk1"/>
                </a:solidFill>
              </a:rPr>
              <a:t>Avoid prompts that…</a:t>
            </a:r>
            <a:endParaRPr i="1" sz="1500">
              <a:solidFill>
                <a:schemeClr val="dk1"/>
              </a:solidFill>
            </a:endParaRPr>
          </a:p>
        </p:txBody>
      </p:sp>
      <p:sp>
        <p:nvSpPr>
          <p:cNvPr id="1174" name="Google Shape;1174;p161"/>
          <p:cNvSpPr txBox="1"/>
          <p:nvPr>
            <p:ph idx="1" type="subTitle"/>
          </p:nvPr>
        </p:nvSpPr>
        <p:spPr>
          <a:xfrm>
            <a:off x="4838625" y="2247950"/>
            <a:ext cx="3272400" cy="2189700"/>
          </a:xfrm>
          <a:prstGeom prst="rect">
            <a:avLst/>
          </a:prstGeom>
        </p:spPr>
        <p:txBody>
          <a:bodyPr anchorCtr="0" anchor="t" bIns="91425" lIns="91425" spcFirstLastPara="1" rIns="91425" wrap="square" tIns="91425">
            <a:noAutofit/>
          </a:bodyPr>
          <a:lstStyle/>
          <a:p>
            <a:pPr indent="-330200" lvl="0" marL="457200" rtl="0" algn="l">
              <a:spcBef>
                <a:spcPts val="0"/>
              </a:spcBef>
              <a:spcAft>
                <a:spcPts val="0"/>
              </a:spcAft>
              <a:buSzPts val="1600"/>
              <a:buChar char="+"/>
            </a:pPr>
            <a:r>
              <a:rPr lang="en" sz="1600"/>
              <a:t>Paste out-of-context code</a:t>
            </a:r>
            <a:endParaRPr sz="1600"/>
          </a:p>
          <a:p>
            <a:pPr indent="-330200" lvl="0" marL="457200" rtl="0" algn="l">
              <a:spcBef>
                <a:spcPts val="1000"/>
              </a:spcBef>
              <a:spcAft>
                <a:spcPts val="0"/>
              </a:spcAft>
              <a:buSzPts val="1600"/>
              <a:buChar char="+"/>
            </a:pPr>
            <a:r>
              <a:rPr lang="en" sz="1600"/>
              <a:t>Make assumptions without stating them</a:t>
            </a:r>
            <a:endParaRPr sz="1600"/>
          </a:p>
          <a:p>
            <a:pPr indent="-330200" lvl="0" marL="457200" rtl="0" algn="l">
              <a:spcBef>
                <a:spcPts val="1000"/>
              </a:spcBef>
              <a:spcAft>
                <a:spcPts val="1000"/>
              </a:spcAft>
              <a:buSzPts val="1600"/>
              <a:buChar char="+"/>
            </a:pPr>
            <a:r>
              <a:rPr lang="en" sz="1600"/>
              <a:t>Ask the AI to make decisions for you</a:t>
            </a:r>
            <a:endParaRPr sz="1600"/>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8" name="Shape 1178"/>
        <p:cNvGrpSpPr/>
        <p:nvPr/>
      </p:nvGrpSpPr>
      <p:grpSpPr>
        <a:xfrm>
          <a:off x="0" y="0"/>
          <a:ext cx="0" cy="0"/>
          <a:chOff x="0" y="0"/>
          <a:chExt cx="0" cy="0"/>
        </a:xfrm>
      </p:grpSpPr>
      <p:sp>
        <p:nvSpPr>
          <p:cNvPr id="1179" name="Google Shape;1179;p162"/>
          <p:cNvSpPr txBox="1"/>
          <p:nvPr>
            <p:ph idx="12" type="sldNum"/>
          </p:nvPr>
        </p:nvSpPr>
        <p:spPr>
          <a:xfrm>
            <a:off x="8543625" y="4795150"/>
            <a:ext cx="548700" cy="303000"/>
          </a:xfrm>
          <a:prstGeom prst="rect">
            <a:avLst/>
          </a:prstGeom>
        </p:spPr>
        <p:txBody>
          <a:bodyPr anchorCtr="0" anchor="ctr" bIns="91425" lIns="91425" spcFirstLastPara="1" rIns="91425" wrap="square" tIns="91425">
            <a:normAutofit fontScale="92500" lnSpcReduction="20000"/>
          </a:bodyPr>
          <a:lstStyle/>
          <a:p>
            <a:pPr indent="0" lvl="0" marL="0" rtl="0" algn="r">
              <a:spcBef>
                <a:spcPts val="0"/>
              </a:spcBef>
              <a:spcAft>
                <a:spcPts val="0"/>
              </a:spcAft>
              <a:buNone/>
            </a:pPr>
            <a:fld id="{00000000-1234-1234-1234-123412341234}" type="slidenum">
              <a:rPr lang="en"/>
              <a:t>‹#›</a:t>
            </a:fld>
            <a:endParaRPr/>
          </a:p>
        </p:txBody>
      </p:sp>
      <p:sp>
        <p:nvSpPr>
          <p:cNvPr id="1180" name="Google Shape;1180;p162"/>
          <p:cNvSpPr txBox="1"/>
          <p:nvPr>
            <p:ph idx="1" type="subTitle"/>
          </p:nvPr>
        </p:nvSpPr>
        <p:spPr>
          <a:xfrm>
            <a:off x="7103500" y="551600"/>
            <a:ext cx="1617300" cy="431700"/>
          </a:xfrm>
          <a:prstGeom prst="rect">
            <a:avLst/>
          </a:prstGeom>
        </p:spPr>
        <p:txBody>
          <a:bodyPr anchorCtr="0" anchor="t" bIns="91425" lIns="91425" spcFirstLastPara="1" rIns="91425" wrap="square" tIns="91425">
            <a:normAutofit fontScale="92500" lnSpcReduction="20000"/>
          </a:bodyPr>
          <a:lstStyle/>
          <a:p>
            <a:pPr indent="0" lvl="0" marL="0" rtl="0" algn="ctr">
              <a:spcBef>
                <a:spcPts val="0"/>
              </a:spcBef>
              <a:spcAft>
                <a:spcPts val="0"/>
              </a:spcAft>
              <a:buNone/>
            </a:pPr>
            <a:r>
              <a:rPr lang="en"/>
              <a:t>2-3 minutes</a:t>
            </a:r>
            <a:endParaRPr/>
          </a:p>
        </p:txBody>
      </p:sp>
      <p:sp>
        <p:nvSpPr>
          <p:cNvPr id="1181" name="Google Shape;1181;p162"/>
          <p:cNvSpPr txBox="1"/>
          <p:nvPr>
            <p:ph idx="2" type="body"/>
          </p:nvPr>
        </p:nvSpPr>
        <p:spPr>
          <a:xfrm>
            <a:off x="517268" y="1869892"/>
            <a:ext cx="3741300" cy="1403700"/>
          </a:xfrm>
          <a:prstGeom prst="rect">
            <a:avLst/>
          </a:prstGeom>
        </p:spPr>
        <p:txBody>
          <a:bodyPr anchorCtr="0" anchor="t" bIns="91425" lIns="91425" spcFirstLastPara="1" rIns="91425" wrap="square" tIns="91425">
            <a:spAutoFit/>
          </a:bodyPr>
          <a:lstStyle/>
          <a:p>
            <a:pPr indent="0" lvl="0" marL="0" rtl="0" algn="l">
              <a:spcBef>
                <a:spcPts val="0"/>
              </a:spcBef>
              <a:spcAft>
                <a:spcPts val="1000"/>
              </a:spcAft>
              <a:buNone/>
            </a:pPr>
            <a:r>
              <a:rPr lang="en" sz="2400"/>
              <a:t>How will you write </a:t>
            </a:r>
            <a:r>
              <a:rPr b="1" lang="en" sz="2400"/>
              <a:t>stronger prompts</a:t>
            </a:r>
            <a:r>
              <a:rPr lang="en" sz="2400"/>
              <a:t> in the future?</a:t>
            </a:r>
            <a:endParaRPr sz="2400"/>
          </a:p>
        </p:txBody>
      </p:sp>
      <p:sp>
        <p:nvSpPr>
          <p:cNvPr id="1182" name="Google Shape;1182;p162"/>
          <p:cNvSpPr txBox="1"/>
          <p:nvPr>
            <p:ph idx="2" type="body"/>
          </p:nvPr>
        </p:nvSpPr>
        <p:spPr>
          <a:xfrm>
            <a:off x="4710968" y="1869893"/>
            <a:ext cx="3741300" cy="1403700"/>
          </a:xfrm>
          <a:prstGeom prst="rect">
            <a:avLst/>
          </a:prstGeom>
        </p:spPr>
        <p:txBody>
          <a:bodyPr anchorCtr="0" anchor="t" bIns="91425" lIns="91425" spcFirstLastPara="1" rIns="91425" wrap="square" tIns="91425">
            <a:spAutoFit/>
          </a:bodyPr>
          <a:lstStyle/>
          <a:p>
            <a:pPr indent="0" lvl="0" marL="0" rtl="0" algn="l">
              <a:spcBef>
                <a:spcPts val="0"/>
              </a:spcBef>
              <a:spcAft>
                <a:spcPts val="1000"/>
              </a:spcAft>
              <a:buNone/>
            </a:pPr>
            <a:r>
              <a:rPr lang="en" sz="2400"/>
              <a:t>What </a:t>
            </a:r>
            <a:r>
              <a:rPr b="1" lang="en" sz="2400"/>
              <a:t>prompt pitfalls</a:t>
            </a:r>
            <a:r>
              <a:rPr lang="en" sz="2400"/>
              <a:t> will you focus on avoiding?</a:t>
            </a:r>
            <a:endParaRPr sz="2400"/>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6" name="Shape 1186"/>
        <p:cNvGrpSpPr/>
        <p:nvPr/>
      </p:nvGrpSpPr>
      <p:grpSpPr>
        <a:xfrm>
          <a:off x="0" y="0"/>
          <a:ext cx="0" cy="0"/>
          <a:chOff x="0" y="0"/>
          <a:chExt cx="0" cy="0"/>
        </a:xfrm>
      </p:grpSpPr>
      <p:sp>
        <p:nvSpPr>
          <p:cNvPr id="1187" name="Google Shape;1187;p163"/>
          <p:cNvSpPr txBox="1"/>
          <p:nvPr>
            <p:ph type="title"/>
          </p:nvPr>
        </p:nvSpPr>
        <p:spPr>
          <a:xfrm>
            <a:off x="884825" y="2317200"/>
            <a:ext cx="7432800" cy="509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Collaborative Problem Solving</a:t>
            </a:r>
            <a:endParaRPr/>
          </a:p>
        </p:txBody>
      </p:sp>
      <p:sp>
        <p:nvSpPr>
          <p:cNvPr id="1188" name="Google Shape;1188;p163"/>
          <p:cNvSpPr txBox="1"/>
          <p:nvPr>
            <p:ph idx="1" type="subTitle"/>
          </p:nvPr>
        </p:nvSpPr>
        <p:spPr>
          <a:xfrm>
            <a:off x="785650" y="1770100"/>
            <a:ext cx="4127100" cy="388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50 minutes</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2" name="Shape 1192"/>
        <p:cNvGrpSpPr/>
        <p:nvPr/>
      </p:nvGrpSpPr>
      <p:grpSpPr>
        <a:xfrm>
          <a:off x="0" y="0"/>
          <a:ext cx="0" cy="0"/>
          <a:chOff x="0" y="0"/>
          <a:chExt cx="0" cy="0"/>
        </a:xfrm>
      </p:grpSpPr>
      <p:sp>
        <p:nvSpPr>
          <p:cNvPr id="1193" name="Google Shape;1193;p164"/>
          <p:cNvSpPr txBox="1"/>
          <p:nvPr>
            <p:ph idx="1" type="subTitle"/>
          </p:nvPr>
        </p:nvSpPr>
        <p:spPr>
          <a:xfrm>
            <a:off x="7103500" y="551600"/>
            <a:ext cx="1617300" cy="431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50 minutes</a:t>
            </a:r>
            <a:endParaRPr/>
          </a:p>
        </p:txBody>
      </p:sp>
      <p:sp>
        <p:nvSpPr>
          <p:cNvPr id="1194" name="Google Shape;1194;p164"/>
          <p:cNvSpPr txBox="1"/>
          <p:nvPr>
            <p:ph idx="12" type="sldNum"/>
          </p:nvPr>
        </p:nvSpPr>
        <p:spPr>
          <a:xfrm>
            <a:off x="8543625" y="4795150"/>
            <a:ext cx="548700" cy="3030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195" name="Google Shape;1195;p164"/>
          <p:cNvSpPr txBox="1"/>
          <p:nvPr/>
        </p:nvSpPr>
        <p:spPr>
          <a:xfrm>
            <a:off x="452400" y="1260500"/>
            <a:ext cx="7685700" cy="1558800"/>
          </a:xfrm>
          <a:prstGeom prst="rect">
            <a:avLst/>
          </a:prstGeom>
          <a:noFill/>
          <a:ln>
            <a:noFill/>
          </a:ln>
        </p:spPr>
        <p:txBody>
          <a:bodyPr anchorCtr="0" anchor="t" bIns="91425" lIns="91425" spcFirstLastPara="1" rIns="91425" wrap="square" tIns="91425">
            <a:spAutoFit/>
          </a:bodyPr>
          <a:lstStyle/>
          <a:p>
            <a:pPr indent="-368300" lvl="0" marL="457200" rtl="0" algn="l">
              <a:lnSpc>
                <a:spcPct val="115000"/>
              </a:lnSpc>
              <a:spcBef>
                <a:spcPts val="0"/>
              </a:spcBef>
              <a:spcAft>
                <a:spcPts val="0"/>
              </a:spcAft>
              <a:buClr>
                <a:srgbClr val="6EC396"/>
              </a:buClr>
              <a:buSzPts val="2200"/>
              <a:buFont typeface="Poppins"/>
              <a:buAutoNum type="arabicPeriod"/>
            </a:pPr>
            <a:r>
              <a:rPr lang="en" sz="2200">
                <a:solidFill>
                  <a:srgbClr val="000000"/>
                </a:solidFill>
                <a:latin typeface="Poppins"/>
                <a:ea typeface="Poppins"/>
                <a:cs typeface="Poppins"/>
                <a:sym typeface="Poppins"/>
              </a:rPr>
              <a:t>🏃🏽 Navigate to your breakout room.</a:t>
            </a:r>
            <a:endParaRPr sz="2200">
              <a:solidFill>
                <a:srgbClr val="000000"/>
              </a:solidFill>
              <a:latin typeface="Poppins"/>
              <a:ea typeface="Poppins"/>
              <a:cs typeface="Poppins"/>
              <a:sym typeface="Poppins"/>
            </a:endParaRPr>
          </a:p>
          <a:p>
            <a:pPr indent="-368300" lvl="0" marL="457200" rtl="0" algn="l">
              <a:lnSpc>
                <a:spcPct val="115000"/>
              </a:lnSpc>
              <a:spcBef>
                <a:spcPts val="1000"/>
              </a:spcBef>
              <a:spcAft>
                <a:spcPts val="0"/>
              </a:spcAft>
              <a:buClr>
                <a:srgbClr val="6EC396"/>
              </a:buClr>
              <a:buSzPts val="2200"/>
              <a:buFont typeface="Poppins"/>
              <a:buAutoNum type="arabicPeriod"/>
            </a:pPr>
            <a:r>
              <a:rPr lang="en" sz="2200">
                <a:solidFill>
                  <a:srgbClr val="000000"/>
                </a:solidFill>
                <a:latin typeface="Poppins"/>
                <a:ea typeface="Poppins"/>
                <a:cs typeface="Poppins"/>
                <a:sym typeface="Poppins"/>
              </a:rPr>
              <a:t>👋🏽 Introduce yourselves!</a:t>
            </a:r>
            <a:endParaRPr sz="2200">
              <a:solidFill>
                <a:srgbClr val="000000"/>
              </a:solidFill>
              <a:latin typeface="Poppins"/>
              <a:ea typeface="Poppins"/>
              <a:cs typeface="Poppins"/>
              <a:sym typeface="Poppins"/>
            </a:endParaRPr>
          </a:p>
          <a:p>
            <a:pPr indent="-368300" lvl="0" marL="457200" rtl="0" algn="l">
              <a:lnSpc>
                <a:spcPct val="115000"/>
              </a:lnSpc>
              <a:spcBef>
                <a:spcPts val="1000"/>
              </a:spcBef>
              <a:spcAft>
                <a:spcPts val="1000"/>
              </a:spcAft>
              <a:buClr>
                <a:srgbClr val="6EC396"/>
              </a:buClr>
              <a:buSzPts val="2200"/>
              <a:buFont typeface="Poppins"/>
              <a:buAutoNum type="arabicPeriod"/>
            </a:pPr>
            <a:r>
              <a:rPr lang="en" sz="2200">
                <a:solidFill>
                  <a:srgbClr val="000000"/>
                </a:solidFill>
                <a:latin typeface="Poppins"/>
                <a:ea typeface="Poppins"/>
                <a:cs typeface="Poppins"/>
                <a:sym typeface="Poppins"/>
              </a:rPr>
              <a:t>🧑🏽‍💻 Work on the problems for your </a:t>
            </a:r>
            <a:r>
              <a:rPr lang="en" sz="2200">
                <a:latin typeface="Poppins"/>
                <a:ea typeface="Poppins"/>
                <a:cs typeface="Poppins"/>
                <a:sym typeface="Poppins"/>
              </a:rPr>
              <a:t>selected unit</a:t>
            </a:r>
            <a:r>
              <a:rPr lang="en" sz="2200">
                <a:solidFill>
                  <a:srgbClr val="000000"/>
                </a:solidFill>
                <a:latin typeface="Poppins"/>
                <a:ea typeface="Poppins"/>
                <a:cs typeface="Poppins"/>
                <a:sym typeface="Poppins"/>
              </a:rPr>
              <a:t>.</a:t>
            </a:r>
            <a:endParaRPr sz="2200">
              <a:solidFill>
                <a:srgbClr val="000000"/>
              </a:solidFill>
              <a:latin typeface="Poppins"/>
              <a:ea typeface="Poppins"/>
              <a:cs typeface="Poppins"/>
              <a:sym typeface="Poppins"/>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9" name="Shape 1199"/>
        <p:cNvGrpSpPr/>
        <p:nvPr/>
      </p:nvGrpSpPr>
      <p:grpSpPr>
        <a:xfrm>
          <a:off x="0" y="0"/>
          <a:ext cx="0" cy="0"/>
          <a:chOff x="0" y="0"/>
          <a:chExt cx="0" cy="0"/>
        </a:xfrm>
      </p:grpSpPr>
      <p:sp>
        <p:nvSpPr>
          <p:cNvPr id="1200" name="Google Shape;1200;p165"/>
          <p:cNvSpPr txBox="1"/>
          <p:nvPr>
            <p:ph type="title"/>
          </p:nvPr>
        </p:nvSpPr>
        <p:spPr>
          <a:xfrm>
            <a:off x="884825" y="2317200"/>
            <a:ext cx="1982700" cy="509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Wrap Up</a:t>
            </a:r>
            <a:endParaRPr/>
          </a:p>
        </p:txBody>
      </p:sp>
      <p:sp>
        <p:nvSpPr>
          <p:cNvPr id="1201" name="Google Shape;1201;p165"/>
          <p:cNvSpPr txBox="1"/>
          <p:nvPr>
            <p:ph idx="1" type="subTitle"/>
          </p:nvPr>
        </p:nvSpPr>
        <p:spPr>
          <a:xfrm>
            <a:off x="785650" y="1770100"/>
            <a:ext cx="4127100" cy="388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10 minutes</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5" name="Shape 1205"/>
        <p:cNvGrpSpPr/>
        <p:nvPr/>
      </p:nvGrpSpPr>
      <p:grpSpPr>
        <a:xfrm>
          <a:off x="0" y="0"/>
          <a:ext cx="0" cy="0"/>
          <a:chOff x="0" y="0"/>
          <a:chExt cx="0" cy="0"/>
        </a:xfrm>
      </p:grpSpPr>
      <p:sp>
        <p:nvSpPr>
          <p:cNvPr id="1206" name="Google Shape;1206;p166"/>
          <p:cNvSpPr txBox="1"/>
          <p:nvPr>
            <p:ph idx="12" type="sldNum"/>
          </p:nvPr>
        </p:nvSpPr>
        <p:spPr>
          <a:xfrm>
            <a:off x="8543625" y="4795150"/>
            <a:ext cx="548700" cy="3030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0" name="Shape 1210"/>
        <p:cNvGrpSpPr/>
        <p:nvPr/>
      </p:nvGrpSpPr>
      <p:grpSpPr>
        <a:xfrm>
          <a:off x="0" y="0"/>
          <a:ext cx="0" cy="0"/>
          <a:chOff x="0" y="0"/>
          <a:chExt cx="0" cy="0"/>
        </a:xfrm>
      </p:grpSpPr>
      <p:sp>
        <p:nvSpPr>
          <p:cNvPr id="1211" name="Google Shape;1211;p167"/>
          <p:cNvSpPr txBox="1"/>
          <p:nvPr>
            <p:ph idx="12" type="sldNum"/>
          </p:nvPr>
        </p:nvSpPr>
        <p:spPr>
          <a:xfrm>
            <a:off x="8543625" y="4795150"/>
            <a:ext cx="548700" cy="3030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212" name="Google Shape;1212;p167"/>
          <p:cNvSpPr txBox="1"/>
          <p:nvPr/>
        </p:nvSpPr>
        <p:spPr>
          <a:xfrm>
            <a:off x="1048400" y="1031050"/>
            <a:ext cx="4693200" cy="1662300"/>
          </a:xfrm>
          <a:prstGeom prst="rect">
            <a:avLst/>
          </a:prstGeom>
          <a:noFill/>
          <a:ln>
            <a:noFill/>
          </a:ln>
        </p:spPr>
        <p:txBody>
          <a:bodyPr anchorCtr="0" anchor="ctr" bIns="91425" lIns="91425" spcFirstLastPara="1" rIns="91425" wrap="square" tIns="91425">
            <a:spAutoFit/>
          </a:bodyPr>
          <a:lstStyle/>
          <a:p>
            <a:pPr indent="0" lvl="0" marL="0" rtl="0" algn="ctr">
              <a:spcBef>
                <a:spcPts val="0"/>
              </a:spcBef>
              <a:spcAft>
                <a:spcPts val="0"/>
              </a:spcAft>
              <a:buNone/>
            </a:pPr>
            <a:r>
              <a:rPr b="1" lang="en" sz="4800">
                <a:solidFill>
                  <a:schemeClr val="dk1"/>
                </a:solidFill>
                <a:latin typeface="Poppins"/>
                <a:ea typeface="Poppins"/>
                <a:cs typeface="Poppins"/>
                <a:sym typeface="Poppins"/>
              </a:rPr>
              <a:t>Session Survey Time!</a:t>
            </a:r>
            <a:endParaRPr b="1" sz="4800">
              <a:solidFill>
                <a:schemeClr val="dk1"/>
              </a:solidFill>
              <a:latin typeface="Poppins"/>
              <a:ea typeface="Poppins"/>
              <a:cs typeface="Poppins"/>
              <a:sym typeface="Poppins"/>
            </a:endParaRPr>
          </a:p>
        </p:txBody>
      </p:sp>
      <p:pic>
        <p:nvPicPr>
          <p:cNvPr id="1213" name="Google Shape;1213;p167"/>
          <p:cNvPicPr preferRelativeResize="0"/>
          <p:nvPr/>
        </p:nvPicPr>
        <p:blipFill>
          <a:blip r:embed="rId3">
            <a:alphaModFix/>
          </a:blip>
          <a:stretch>
            <a:fillRect/>
          </a:stretch>
        </p:blipFill>
        <p:spPr>
          <a:xfrm>
            <a:off x="5983375" y="758775"/>
            <a:ext cx="2206851" cy="2206851"/>
          </a:xfrm>
          <a:prstGeom prst="rect">
            <a:avLst/>
          </a:prstGeom>
          <a:noFill/>
          <a:ln>
            <a:noFill/>
          </a:ln>
        </p:spPr>
      </p:pic>
      <p:pic>
        <p:nvPicPr>
          <p:cNvPr descr="3 Minute Timer Relaxing Music Lofi Sky Background&#10;&#10;&#10;&#10;&#10;&#10;&#10;&#10;&#10;Tags&#10;1 minute&#10;1 minute countdown&#10;1 minute lo-fi hiphop timer&#10;1 minute timer&#10;countdown&#10;lo-fi music&#10;lofi study song&#10;study music&#10;study timer&#10;time&#10;timer&#10;working music&#10;1 minute timer with music&#10;1 minute clock&#10;lofi hiphop&#10;relaxing timers&#10;relaxing music&#10;relaxing lofi timer&#10;nature timer&#10;meditation&#10;meditation music&#10;relaxing sleep music&#10;school timer&#10;sleep timer&#10;chill timer&#10;chill music&#10;lofi timer&#10;lofi hiphop timer&#10;lofi hip hop" id="1214" name="Google Shape;1214;p167" title="3 Minute Timer Relaxing Music Lofi Sky Background">
            <a:hlinkClick r:id="rId4"/>
          </p:cNvPr>
          <p:cNvPicPr preferRelativeResize="0"/>
          <p:nvPr/>
        </p:nvPicPr>
        <p:blipFill>
          <a:blip r:embed="rId5">
            <a:alphaModFix/>
          </a:blip>
          <a:stretch>
            <a:fillRect/>
          </a:stretch>
        </p:blipFill>
        <p:spPr>
          <a:xfrm>
            <a:off x="3437925" y="3125450"/>
            <a:ext cx="2268150" cy="1275840"/>
          </a:xfrm>
          <a:prstGeom prst="rect">
            <a:avLst/>
          </a:prstGeom>
          <a:noFill/>
          <a:ln cap="flat" cmpd="sng" w="9525">
            <a:solidFill>
              <a:srgbClr val="000000"/>
            </a:solidFill>
            <a:prstDash val="solid"/>
            <a:round/>
            <a:headEnd len="sm" w="sm" type="none"/>
            <a:tailEnd len="sm" w="sm" type="none"/>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8" name="Shape 1218"/>
        <p:cNvGrpSpPr/>
        <p:nvPr/>
      </p:nvGrpSpPr>
      <p:grpSpPr>
        <a:xfrm>
          <a:off x="0" y="0"/>
          <a:ext cx="0" cy="0"/>
          <a:chOff x="0" y="0"/>
          <a:chExt cx="0" cy="0"/>
        </a:xfrm>
      </p:grpSpPr>
      <p:sp>
        <p:nvSpPr>
          <p:cNvPr id="1219" name="Google Shape;1219;p168"/>
          <p:cNvSpPr txBox="1"/>
          <p:nvPr>
            <p:ph type="title"/>
          </p:nvPr>
        </p:nvSpPr>
        <p:spPr>
          <a:xfrm>
            <a:off x="1123700" y="481275"/>
            <a:ext cx="7568100" cy="572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Final Reminders</a:t>
            </a:r>
            <a:endParaRPr/>
          </a:p>
        </p:txBody>
      </p:sp>
      <p:sp>
        <p:nvSpPr>
          <p:cNvPr id="1220" name="Google Shape;1220;p168"/>
          <p:cNvSpPr txBox="1"/>
          <p:nvPr>
            <p:ph idx="12" type="sldNum"/>
          </p:nvPr>
        </p:nvSpPr>
        <p:spPr>
          <a:xfrm>
            <a:off x="8543625" y="4795150"/>
            <a:ext cx="548700" cy="3030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221" name="Google Shape;1221;p168"/>
          <p:cNvSpPr txBox="1"/>
          <p:nvPr>
            <p:ph idx="1" type="body"/>
          </p:nvPr>
        </p:nvSpPr>
        <p:spPr>
          <a:xfrm>
            <a:off x="452400" y="1132825"/>
            <a:ext cx="8239200" cy="34881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Finish the problem sets for additional practice</a:t>
            </a:r>
            <a:endParaRPr/>
          </a:p>
          <a:p>
            <a:pPr indent="-342900" lvl="0" marL="457200" rtl="0" algn="l">
              <a:spcBef>
                <a:spcPts val="0"/>
              </a:spcBef>
              <a:spcAft>
                <a:spcPts val="0"/>
              </a:spcAft>
              <a:buSzPts val="1800"/>
              <a:buChar char="❒"/>
            </a:pPr>
            <a:r>
              <a:rPr lang="en"/>
              <a:t>Take the weekly HackerRank assessment by Sunday @ midnight</a:t>
            </a:r>
            <a:endParaRPr/>
          </a:p>
          <a:p>
            <a:pPr indent="-342900" lvl="0" marL="457200" rtl="0" algn="l">
              <a:spcBef>
                <a:spcPts val="0"/>
              </a:spcBef>
              <a:spcAft>
                <a:spcPts val="0"/>
              </a:spcAft>
              <a:buSzPts val="1800"/>
              <a:buChar char="❒"/>
            </a:pPr>
            <a:r>
              <a:rPr lang="en"/>
              <a:t>Visit a </a:t>
            </a:r>
            <a:r>
              <a:rPr b="1" lang="en"/>
              <a:t>Study Hall Session</a:t>
            </a:r>
            <a:r>
              <a:rPr lang="en"/>
              <a:t> </a:t>
            </a:r>
            <a:endParaRPr/>
          </a:p>
          <a:p>
            <a:pPr indent="-342900" lvl="0" marL="457200" rtl="0" algn="l">
              <a:spcBef>
                <a:spcPts val="0"/>
              </a:spcBef>
              <a:spcAft>
                <a:spcPts val="0"/>
              </a:spcAft>
              <a:buSzPts val="1800"/>
              <a:buChar char="❒"/>
            </a:pPr>
            <a:r>
              <a:rPr lang="en"/>
              <a:t>Congrats on officially reaching </a:t>
            </a:r>
            <a:r>
              <a:rPr b="1" lang="en"/>
              <a:t>the halfway point!</a:t>
            </a:r>
            <a:r>
              <a:rPr lang="en"/>
              <a:t> Time is flying by and we are improving week by week! </a:t>
            </a:r>
            <a:endParaRPr/>
          </a:p>
          <a:p>
            <a:pPr indent="-342900" lvl="0" marL="457200" rtl="0" algn="l">
              <a:spcBef>
                <a:spcPts val="0"/>
              </a:spcBef>
              <a:spcAft>
                <a:spcPts val="0"/>
              </a:spcAft>
              <a:buSzPts val="1800"/>
              <a:buChar char="❒"/>
            </a:pPr>
            <a:r>
              <a:rPr lang="en"/>
              <a:t>CodePath's team is off this Friday for a company holiday</a:t>
            </a:r>
            <a:endParaRPr/>
          </a:p>
          <a:p>
            <a:pPr indent="-342900" lvl="1" marL="914400" rtl="0" algn="l">
              <a:spcBef>
                <a:spcPts val="0"/>
              </a:spcBef>
              <a:spcAft>
                <a:spcPts val="0"/>
              </a:spcAft>
              <a:buSzPts val="1800"/>
              <a:buChar char="○"/>
            </a:pPr>
            <a:r>
              <a:rPr lang="en"/>
              <a:t>weekly submissions are still due! </a:t>
            </a:r>
            <a:endParaRPr/>
          </a:p>
          <a:p>
            <a:pPr indent="-342900" lvl="1" marL="914400" rtl="0" algn="l">
              <a:spcBef>
                <a:spcPts val="0"/>
              </a:spcBef>
              <a:spcAft>
                <a:spcPts val="0"/>
              </a:spcAft>
              <a:buSzPts val="1800"/>
              <a:buChar char="○"/>
            </a:pPr>
            <a:r>
              <a:rPr lang="en"/>
              <a:t>Study hall and tech coach support are still running  </a:t>
            </a:r>
            <a:endParaRPr/>
          </a:p>
          <a:p>
            <a:pPr indent="-342900" lvl="1" marL="914400" rtl="0" algn="l">
              <a:spcBef>
                <a:spcPts val="0"/>
              </a:spcBef>
              <a:spcAft>
                <a:spcPts val="0"/>
              </a:spcAft>
              <a:buSzPts val="1800"/>
              <a:buChar char="○"/>
            </a:pPr>
            <a:r>
              <a:rPr lang="en"/>
              <a:t>reach out in the Slack channel or email support@codepath.org if you need help.</a:t>
            </a:r>
            <a:endParaRPr/>
          </a:p>
        </p:txBody>
      </p:sp>
      <p:pic>
        <p:nvPicPr>
          <p:cNvPr id="1222" name="Google Shape;1222;p168"/>
          <p:cNvPicPr preferRelativeResize="0"/>
          <p:nvPr/>
        </p:nvPicPr>
        <p:blipFill>
          <a:blip r:embed="rId3">
            <a:alphaModFix/>
          </a:blip>
          <a:stretch>
            <a:fillRect/>
          </a:stretch>
        </p:blipFill>
        <p:spPr>
          <a:xfrm>
            <a:off x="452400" y="438175"/>
            <a:ext cx="608050" cy="60805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6.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7.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