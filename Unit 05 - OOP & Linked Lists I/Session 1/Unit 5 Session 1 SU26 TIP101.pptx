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06" r:id="rId5"/>
    <p:sldMasterId id="2147483807" r:id="rId6"/>
    <p:sldMasterId id="2147483808" r:id="rId7"/>
    <p:sldMasterId id="2147483809" r:id="rId8"/>
    <p:sldMasterId id="2147483810" r:id="rId9"/>
    <p:sldMasterId id="2147483811"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Lst>
  <p:sldSz cy="5143500" cx="9144000"/>
  <p:notesSz cx="6858000" cy="9144000"/>
  <p:embeddedFontLst>
    <p:embeddedFont>
      <p:font typeface="Space Mono"/>
      <p:regular r:id="rId39"/>
      <p:bold r:id="rId40"/>
      <p:italic r:id="rId41"/>
      <p:boldItalic r:id="rId42"/>
    </p:embeddedFont>
    <p:embeddedFont>
      <p:font typeface="Proxima Nova"/>
      <p:regular r:id="rId43"/>
      <p:bold r:id="rId44"/>
      <p:italic r:id="rId45"/>
      <p:boldItalic r:id="rId46"/>
    </p:embeddedFont>
    <p:embeddedFont>
      <p:font typeface="Poppins"/>
      <p:regular r:id="rId47"/>
      <p:bold r:id="rId48"/>
      <p:italic r:id="rId49"/>
      <p:boldItalic r:id="rId50"/>
    </p:embeddedFont>
    <p:embeddedFont>
      <p:font typeface="Poppins Light"/>
      <p:regular r:id="rId51"/>
      <p:bold r:id="rId52"/>
      <p:italic r:id="rId53"/>
      <p:boldItalic r:id="rId54"/>
    </p:embeddedFont>
    <p:embeddedFont>
      <p:font typeface="Poppins Medium"/>
      <p:regular r:id="rId55"/>
      <p:bold r:id="rId56"/>
      <p:italic r:id="rId57"/>
      <p:boldItalic r:id="rId58"/>
    </p:embeddedFont>
    <p:embeddedFont>
      <p:font typeface="Helvetica Neue"/>
      <p:regular r:id="rId59"/>
      <p:bold r:id="rId60"/>
      <p:italic r:id="rId61"/>
      <p:boldItalic r:id="rId62"/>
    </p:embeddedFont>
    <p:embeddedFont>
      <p:font typeface="Roboto Mono"/>
      <p:regular r:id="rId63"/>
      <p:bold r:id="rId64"/>
      <p:italic r:id="rId65"/>
      <p:boldItalic r:id="rId66"/>
    </p:embeddedFont>
    <p:embeddedFont>
      <p:font typeface="Helvetica Neue Light"/>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CDF129-4FA7-400E-9699-82F5F1FE3051}">
  <a:tblStyle styleId="{88CDF129-4FA7-400E-9699-82F5F1FE305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bold.fntdata"/><Relationship Id="rId42" Type="http://schemas.openxmlformats.org/officeDocument/2006/relationships/font" Target="fonts/SpaceMono-boldItalic.fntdata"/><Relationship Id="rId41" Type="http://schemas.openxmlformats.org/officeDocument/2006/relationships/font" Target="fonts/SpaceMono-italic.fntdata"/><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70" Type="http://schemas.openxmlformats.org/officeDocument/2006/relationships/font" Target="fonts/HelveticaNeueLight-boldItalic.fntdata"/><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font" Target="fonts/SpaceMono-regular.fntdata"/><Relationship Id="rId38" Type="http://schemas.openxmlformats.org/officeDocument/2006/relationships/slide" Target="slides/slide27.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9.xml"/><Relationship Id="rId64" Type="http://schemas.openxmlformats.org/officeDocument/2006/relationships/font" Target="fonts/RobotoMono-bold.fntdata"/><Relationship Id="rId63" Type="http://schemas.openxmlformats.org/officeDocument/2006/relationships/font" Target="fonts/RobotoMono-regular.fntdata"/><Relationship Id="rId22" Type="http://schemas.openxmlformats.org/officeDocument/2006/relationships/slide" Target="slides/slide11.xml"/><Relationship Id="rId66" Type="http://schemas.openxmlformats.org/officeDocument/2006/relationships/font" Target="fonts/RobotoMono-boldItalic.fntdata"/><Relationship Id="rId21" Type="http://schemas.openxmlformats.org/officeDocument/2006/relationships/slide" Target="slides/slide10.xml"/><Relationship Id="rId65" Type="http://schemas.openxmlformats.org/officeDocument/2006/relationships/font" Target="fonts/RobotoMono-italic.fntdata"/><Relationship Id="rId24" Type="http://schemas.openxmlformats.org/officeDocument/2006/relationships/slide" Target="slides/slide13.xml"/><Relationship Id="rId68" Type="http://schemas.openxmlformats.org/officeDocument/2006/relationships/font" Target="fonts/HelveticaNeueLight-bold.fntdata"/><Relationship Id="rId23" Type="http://schemas.openxmlformats.org/officeDocument/2006/relationships/slide" Target="slides/slide12.xml"/><Relationship Id="rId67" Type="http://schemas.openxmlformats.org/officeDocument/2006/relationships/font" Target="fonts/HelveticaNeueLight-regular.fntdata"/><Relationship Id="rId60" Type="http://schemas.openxmlformats.org/officeDocument/2006/relationships/font" Target="fonts/HelveticaNeue-bold.fntdata"/><Relationship Id="rId26" Type="http://schemas.openxmlformats.org/officeDocument/2006/relationships/slide" Target="slides/slide15.xml"/><Relationship Id="rId25" Type="http://schemas.openxmlformats.org/officeDocument/2006/relationships/slide" Target="slides/slide14.xml"/><Relationship Id="rId69" Type="http://schemas.openxmlformats.org/officeDocument/2006/relationships/font" Target="fonts/HelveticaNeueLight-italic.fntdata"/><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PoppinsLight-regular.fntdata"/><Relationship Id="rId50" Type="http://schemas.openxmlformats.org/officeDocument/2006/relationships/font" Target="fonts/Poppins-boldItalic.fntdata"/><Relationship Id="rId53" Type="http://schemas.openxmlformats.org/officeDocument/2006/relationships/font" Target="fonts/PoppinsLight-italic.fntdata"/><Relationship Id="rId52" Type="http://schemas.openxmlformats.org/officeDocument/2006/relationships/font" Target="fonts/PoppinsLight-bold.fntdata"/><Relationship Id="rId11" Type="http://schemas.openxmlformats.org/officeDocument/2006/relationships/notesMaster" Target="notesMasters/notesMaster1.xml"/><Relationship Id="rId55" Type="http://schemas.openxmlformats.org/officeDocument/2006/relationships/font" Target="fonts/PoppinsMedium-regular.fntdata"/><Relationship Id="rId10" Type="http://schemas.openxmlformats.org/officeDocument/2006/relationships/slideMaster" Target="slideMasters/slideMaster6.xml"/><Relationship Id="rId54" Type="http://schemas.openxmlformats.org/officeDocument/2006/relationships/font" Target="fonts/PoppinsLight-boldItalic.fntdata"/><Relationship Id="rId13" Type="http://schemas.openxmlformats.org/officeDocument/2006/relationships/slide" Target="slides/slide2.xml"/><Relationship Id="rId57" Type="http://schemas.openxmlformats.org/officeDocument/2006/relationships/font" Target="fonts/PoppinsMedium-italic.fntdata"/><Relationship Id="rId12" Type="http://schemas.openxmlformats.org/officeDocument/2006/relationships/slide" Target="slides/slide1.xml"/><Relationship Id="rId56" Type="http://schemas.openxmlformats.org/officeDocument/2006/relationships/font" Target="fonts/PoppinsMedium-bold.fntdata"/><Relationship Id="rId15" Type="http://schemas.openxmlformats.org/officeDocument/2006/relationships/slide" Target="slides/slide4.xml"/><Relationship Id="rId59" Type="http://schemas.openxmlformats.org/officeDocument/2006/relationships/font" Target="fonts/HelveticaNeue-regular.fntdata"/><Relationship Id="rId14" Type="http://schemas.openxmlformats.org/officeDocument/2006/relationships/slide" Target="slides/slide3.xml"/><Relationship Id="rId58" Type="http://schemas.openxmlformats.org/officeDocument/2006/relationships/font" Target="fonts/PoppinsMedium-boldItalic.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ythontutor.com/"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2206f8400a_0_1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2206f8400a_0_1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Welcome students and introduce the session’s topics.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Set an enthusiastic tone for the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importance of OOP and linked lists in Python.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5, Session 1 of TIP101! Today, we’ll explore object-oriented programming (OOP) and dive into linked lists—two fundamental concepts for solving problems effectively in Python.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the end of this session, you’ll have a solid understanding of how to use classes and linked lists to model and solve complex problems.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"What’s one thing you’ve always wondered or struggled with regarding OOP or linked lists?"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2206f8400a_0_1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32206f8400a_0_1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Outline the session's structure and set clear expectations.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schedule.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what we’ll cover today: We’ll start with an overview of OOP in Python, followed by an introduction to linked lists. After a short break, we’ll collaborate on solving problems together, and finally, we’ll wrap up with reflections and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Today’s focus is on applying these concepts through hands-on practice.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"Is there anything you’re particularly looking forward to learning or applying today?"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2206f8400a_0_1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32206f8400a_0_1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SLIDES_API83688106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SLIDES_API83688106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3efdb93c6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3efdb93c6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f01b3e1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3f01b3e1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225cc3390f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3225cc3390f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225cc3390f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225cc3390f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the concept of classes as blueprints for objects.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basics of classes and their role in OOP.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class is a blueprint for creating objects. It defines attributes and methods that describe the data and behaviors of an object.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a class for a car might include attributes like color and make, and methods like start and stop.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real-world object that could be modeled as a class? What attributes and methods would it have?"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225cc3390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225cc3390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Explain the benefits of using classes in programming.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how classes help organize and reuse code.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Classes are fundamental to OOP because they help us model real-world entities, organize code logically, and make our programs more reusable and maintainable.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instance, if you’re creating a game, you might have a class for a Player that can be reused to create multiple players.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"Can you think of a scenario where using a class made your code more efficient or easier to manage?"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225cc3390f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225cc3390f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Demonstrate how Python’s built-in classes serve as practical examples of OOP.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Show how common data structures like strings, lists, and dictionaries are implemented as classes in Python.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Python’s built-in classes, like strings, lists, and dictionaries, are great examples of OOP in action. They encapsulate data and provide methods to manipulate that data efficiently.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a string is immutable, but it has methods like </a:t>
            </a:r>
            <a:r>
              <a:rPr lang="en">
                <a:solidFill>
                  <a:srgbClr val="188038"/>
                </a:solidFill>
                <a:latin typeface="Roboto Mono"/>
                <a:ea typeface="Roboto Mono"/>
                <a:cs typeface="Roboto Mono"/>
                <a:sym typeface="Roboto Mono"/>
              </a:rPr>
              <a:t>.upper()</a:t>
            </a:r>
            <a:r>
              <a:rPr lang="en">
                <a:solidFill>
                  <a:schemeClr val="dk1"/>
                </a:solidFill>
              </a:rPr>
              <a:t> and </a:t>
            </a:r>
            <a:r>
              <a:rPr lang="en">
                <a:solidFill>
                  <a:srgbClr val="188038"/>
                </a:solidFill>
                <a:latin typeface="Roboto Mono"/>
                <a:ea typeface="Roboto Mono"/>
                <a:cs typeface="Roboto Mono"/>
                <a:sym typeface="Roboto Mono"/>
              </a:rPr>
              <a:t>.replace()</a:t>
            </a:r>
            <a:r>
              <a:rPr lang="en">
                <a:solidFill>
                  <a:schemeClr val="dk1"/>
                </a:solidFill>
              </a:rPr>
              <a:t> to create modified versions of itself.</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"Which built-in Python class do you use the most, and why?"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225cc3390f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3225cc3390f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concept of instantiation in object-oriented programming and demonstrate how to create instances of built-in and custom classes.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the process of instantiation and its role in creating objects.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examples to show how built-in classes like </a:t>
            </a:r>
            <a:r>
              <a:rPr lang="en">
                <a:solidFill>
                  <a:srgbClr val="188038"/>
                </a:solidFill>
                <a:latin typeface="Roboto Mono"/>
                <a:ea typeface="Roboto Mono"/>
                <a:cs typeface="Roboto Mono"/>
                <a:sym typeface="Roboto Mono"/>
              </a:rPr>
              <a:t>str</a:t>
            </a:r>
            <a:r>
              <a:rPr lang="en">
                <a:solidFill>
                  <a:schemeClr val="dk1"/>
                </a:solidFill>
              </a:rPr>
              <a:t>, </a:t>
            </a:r>
            <a:r>
              <a:rPr lang="en">
                <a:solidFill>
                  <a:srgbClr val="188038"/>
                </a:solidFill>
                <a:latin typeface="Roboto Mono"/>
                <a:ea typeface="Roboto Mono"/>
                <a:cs typeface="Roboto Mono"/>
                <a:sym typeface="Roboto Mono"/>
              </a:rPr>
              <a:t>list</a:t>
            </a:r>
            <a:r>
              <a:rPr lang="en">
                <a:solidFill>
                  <a:schemeClr val="dk1"/>
                </a:solidFill>
              </a:rPr>
              <a:t>, and </a:t>
            </a:r>
            <a:r>
              <a:rPr lang="en">
                <a:solidFill>
                  <a:srgbClr val="188038"/>
                </a:solidFill>
                <a:latin typeface="Roboto Mono"/>
                <a:ea typeface="Roboto Mono"/>
                <a:cs typeface="Roboto Mono"/>
                <a:sym typeface="Roboto Mono"/>
              </a:rPr>
              <a:t>dict</a:t>
            </a:r>
            <a:r>
              <a:rPr lang="en">
                <a:solidFill>
                  <a:schemeClr val="dk1"/>
                </a:solidFill>
              </a:rPr>
              <a:t> are instantiated.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how instantiation works for custom classes.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Instantiation is the process of creating an instance, or object, from a class. Think of a class as a blueprint, and instantiation as the step where you build something tangible from that blueprint.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when we create a string with </a:t>
            </a:r>
            <a:r>
              <a:rPr lang="en">
                <a:solidFill>
                  <a:srgbClr val="188038"/>
                </a:solidFill>
                <a:latin typeface="Roboto Mono"/>
                <a:ea typeface="Roboto Mono"/>
                <a:cs typeface="Roboto Mono"/>
                <a:sym typeface="Roboto Mono"/>
              </a:rPr>
              <a:t>my_string = 'Hello, World!'</a:t>
            </a:r>
            <a:r>
              <a:rPr lang="en">
                <a:solidFill>
                  <a:schemeClr val="dk1"/>
                </a:solidFill>
              </a:rPr>
              <a:t>, we’re instantiating the built-in </a:t>
            </a:r>
            <a:r>
              <a:rPr lang="en">
                <a:solidFill>
                  <a:srgbClr val="188038"/>
                </a:solidFill>
                <a:latin typeface="Roboto Mono"/>
                <a:ea typeface="Roboto Mono"/>
                <a:cs typeface="Roboto Mono"/>
                <a:sym typeface="Roboto Mono"/>
              </a:rPr>
              <a:t>str</a:t>
            </a:r>
            <a:r>
              <a:rPr lang="en">
                <a:solidFill>
                  <a:schemeClr val="dk1"/>
                </a:solidFill>
              </a:rPr>
              <a:t> class. Similarly, creating a list with </a:t>
            </a:r>
            <a:r>
              <a:rPr lang="en">
                <a:solidFill>
                  <a:srgbClr val="188038"/>
                </a:solidFill>
                <a:latin typeface="Roboto Mono"/>
                <a:ea typeface="Roboto Mono"/>
                <a:cs typeface="Roboto Mono"/>
                <a:sym typeface="Roboto Mono"/>
              </a:rPr>
              <a:t>my_list = [1, 2, 3]</a:t>
            </a:r>
            <a:r>
              <a:rPr lang="en">
                <a:solidFill>
                  <a:schemeClr val="dk1"/>
                </a:solidFill>
              </a:rPr>
              <a:t> is instantiating the </a:t>
            </a:r>
            <a:r>
              <a:rPr lang="en">
                <a:solidFill>
                  <a:srgbClr val="188038"/>
                </a:solidFill>
                <a:latin typeface="Roboto Mono"/>
                <a:ea typeface="Roboto Mono"/>
                <a:cs typeface="Roboto Mono"/>
                <a:sym typeface="Roboto Mono"/>
              </a:rPr>
              <a:t>list</a:t>
            </a:r>
            <a:r>
              <a:rPr lang="en">
                <a:solidFill>
                  <a:schemeClr val="dk1"/>
                </a:solidFill>
              </a:rPr>
              <a:t> class.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custom classes, the </a:t>
            </a:r>
            <a:r>
              <a:rPr lang="en">
                <a:solidFill>
                  <a:srgbClr val="188038"/>
                </a:solidFill>
                <a:latin typeface="Roboto Mono"/>
                <a:ea typeface="Roboto Mono"/>
                <a:cs typeface="Roboto Mono"/>
                <a:sym typeface="Roboto Mono"/>
              </a:rPr>
              <a:t>__init__</a:t>
            </a:r>
            <a:r>
              <a:rPr lang="en">
                <a:solidFill>
                  <a:schemeClr val="dk1"/>
                </a:solidFill>
              </a:rPr>
              <a:t> method is called during instantiation to initialize the object’s attributes.</a:t>
            </a:r>
            <a:endParaRPr>
              <a:solidFill>
                <a:schemeClr val="dk1"/>
              </a:solidFill>
            </a:endParaRPr>
          </a:p>
          <a:p>
            <a:pPr indent="0" lvl="0" marL="0" rtl="0" algn="l">
              <a:spcBef>
                <a:spcPts val="1200"/>
              </a:spcBef>
              <a:spcAft>
                <a:spcPts val="0"/>
              </a:spcAft>
              <a:buNone/>
            </a:pPr>
            <a:r>
              <a:rPr b="1" lang="en">
                <a:solidFill>
                  <a:schemeClr val="dk1"/>
                </a:solidFill>
              </a:rPr>
              <a:t>Example:</a:t>
            </a:r>
            <a:r>
              <a:rPr lang="en">
                <a:solidFill>
                  <a:schemeClr val="dk1"/>
                </a:solidFill>
              </a:rPr>
              <a:t> "Let’s define a simple custom class and create an instance of it."</a:t>
            </a:r>
            <a:br>
              <a:rPr lang="en">
                <a:solidFill>
                  <a:schemeClr val="dk1"/>
                </a:solidFill>
              </a:rPr>
            </a:br>
            <a:r>
              <a:rPr lang="en">
                <a:solidFill>
                  <a:schemeClr val="dk1"/>
                </a:solidFill>
                <a:latin typeface="Consolas"/>
                <a:ea typeface="Consolas"/>
                <a:cs typeface="Consolas"/>
                <a:sym typeface="Consolas"/>
              </a:rPr>
              <a:t> class MyClass: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def __init__(self, name):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self.name = name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my_object = MyClass('Python')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print(my_object.name)  # Output: Python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are some examples of objects you’ve instantiated in your previous coding experience?"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"What do you think happens when you try to instantiate a class without defining an </a:t>
            </a:r>
            <a:r>
              <a:rPr lang="en">
                <a:solidFill>
                  <a:srgbClr val="188038"/>
                </a:solidFill>
                <a:latin typeface="Roboto Mono"/>
                <a:ea typeface="Roboto Mono"/>
                <a:cs typeface="Roboto Mono"/>
                <a:sym typeface="Roboto Mono"/>
              </a:rPr>
              <a:t>__init__</a:t>
            </a:r>
            <a:r>
              <a:rPr lang="en">
                <a:solidFill>
                  <a:schemeClr val="dk1"/>
                </a:solidFill>
              </a:rPr>
              <a:t> method?"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students to experiment: "Try defining a simple class with attributes and instantiate it in your own editor. What attributes or methods would you include?"</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225cc3390f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225cc3390f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Walk students through defining and using a custom class.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Demonstrate creating a custom class with attributes and methods.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create a custom class to see how OOP works in action. For example, we can define a class </a:t>
            </a:r>
            <a:r>
              <a:rPr lang="en">
                <a:solidFill>
                  <a:srgbClr val="188038"/>
                </a:solidFill>
                <a:latin typeface="Roboto Mono"/>
                <a:ea typeface="Roboto Mono"/>
                <a:cs typeface="Roboto Mono"/>
                <a:sym typeface="Roboto Mono"/>
              </a:rPr>
              <a:t>MyClass</a:t>
            </a:r>
            <a:r>
              <a:rPr lang="en">
                <a:solidFill>
                  <a:schemeClr val="dk1"/>
                </a:solidFill>
              </a:rPr>
              <a:t> with attributes and a method to perform operations on those attributes.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allows us to encapsulate data and behavior in a single, reusable structure.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Encourage students to try creating their own class: "What attributes and methods would you include if you were designing a class for a task tracker?"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225cc3390f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3225cc3390f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225cc3390f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3225cc3390f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chemeClr val="hlink"/>
                </a:solidFill>
                <a:hlinkClick r:id="rId2"/>
              </a:rPr>
              <a:t>https://pythontutor.com/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Python Tutor as a tool for visualizing code execution using a simple example, laying the foundation for understanding more complex concepts later.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Demonstrate how Python Tutor can trace code execution step by step using a straightforward example.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how Python Tutor visualizes variable states, loops, and function calls.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its value as a learning tool for debugging and understanding code behavior.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"Python Tutor is a fantastic tool for visualizing how Python code executes step by step. It’s great for understanding how variables change, how loops and functions work, and how data structures evolve during execution."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start with a simple example to see how it works. We’ll use a small program that calculates the sum of numbers in a list and prints each intermediate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Demo Instructions</a:t>
            </a:r>
            <a:endParaRPr b="1">
              <a:solidFill>
                <a:schemeClr val="dk1"/>
              </a:solidFill>
            </a:endParaRPr>
          </a:p>
          <a:p>
            <a:pPr indent="0" lvl="0" marL="0" rtl="0" algn="l">
              <a:spcBef>
                <a:spcPts val="200"/>
              </a:spcBef>
              <a:spcAft>
                <a:spcPts val="0"/>
              </a:spcAft>
              <a:buNone/>
            </a:pPr>
            <a:r>
              <a:rPr b="1" lang="en">
                <a:solidFill>
                  <a:schemeClr val="dk1"/>
                </a:solidFill>
              </a:rPr>
              <a:t>Example Code:</a:t>
            </a:r>
            <a:br>
              <a:rPr b="1" lang="en">
                <a:solidFill>
                  <a:schemeClr val="dk1"/>
                </a:solidFill>
              </a:rPr>
            </a:br>
            <a:br>
              <a:rPr b="1" lang="en">
                <a:solidFill>
                  <a:schemeClr val="dk1"/>
                </a:solidFill>
              </a:rPr>
            </a:br>
            <a:r>
              <a:rPr lang="en">
                <a:solidFill>
                  <a:schemeClr val="dk1"/>
                </a:solidFill>
                <a:latin typeface="Consolas"/>
                <a:ea typeface="Consolas"/>
                <a:cs typeface="Consolas"/>
                <a:sym typeface="Consolas"/>
              </a:rPr>
              <a:t> numbers = [1, 2, 3, 4, 5]</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total = 0</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for num in numbers: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total += num</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print(f"Adding {num}: Current total is {total}")</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print(f"Final total: {total}")</a:t>
            </a:r>
            <a:endParaRPr>
              <a:solidFill>
                <a:schemeClr val="dk1"/>
              </a:solidFill>
              <a:latin typeface="Consolas"/>
              <a:ea typeface="Consolas"/>
              <a:cs typeface="Consolas"/>
              <a:sym typeface="Consolas"/>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Steps: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Copy and paste this code into Python Tutor.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Explain each step as you click through:</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"Here’s the initial state, with </a:t>
            </a:r>
            <a:r>
              <a:rPr lang="en">
                <a:solidFill>
                  <a:srgbClr val="188038"/>
                </a:solidFill>
                <a:latin typeface="Roboto Mono"/>
                <a:ea typeface="Roboto Mono"/>
                <a:cs typeface="Roboto Mono"/>
                <a:sym typeface="Roboto Mono"/>
              </a:rPr>
              <a:t>numbers</a:t>
            </a:r>
            <a:r>
              <a:rPr lang="en">
                <a:solidFill>
                  <a:schemeClr val="dk1"/>
                </a:solidFill>
              </a:rPr>
              <a:t> as our list and </a:t>
            </a:r>
            <a:r>
              <a:rPr lang="en">
                <a:solidFill>
                  <a:srgbClr val="188038"/>
                </a:solidFill>
                <a:latin typeface="Roboto Mono"/>
                <a:ea typeface="Roboto Mono"/>
                <a:cs typeface="Roboto Mono"/>
                <a:sym typeface="Roboto Mono"/>
              </a:rPr>
              <a:t>total</a:t>
            </a:r>
            <a:r>
              <a:rPr lang="en">
                <a:solidFill>
                  <a:schemeClr val="dk1"/>
                </a:solidFill>
              </a:rPr>
              <a:t> set to 0."</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"As we loop through </a:t>
            </a:r>
            <a:r>
              <a:rPr lang="en">
                <a:solidFill>
                  <a:srgbClr val="188038"/>
                </a:solidFill>
                <a:latin typeface="Roboto Mono"/>
                <a:ea typeface="Roboto Mono"/>
                <a:cs typeface="Roboto Mono"/>
                <a:sym typeface="Roboto Mono"/>
              </a:rPr>
              <a:t>numbers</a:t>
            </a:r>
            <a:r>
              <a:rPr lang="en">
                <a:solidFill>
                  <a:schemeClr val="dk1"/>
                </a:solidFill>
              </a:rPr>
              <a:t>, Python Tutor shows how </a:t>
            </a:r>
            <a:r>
              <a:rPr lang="en">
                <a:solidFill>
                  <a:srgbClr val="188038"/>
                </a:solidFill>
                <a:latin typeface="Roboto Mono"/>
                <a:ea typeface="Roboto Mono"/>
                <a:cs typeface="Roboto Mono"/>
                <a:sym typeface="Roboto Mono"/>
              </a:rPr>
              <a:t>total</a:t>
            </a:r>
            <a:r>
              <a:rPr lang="en">
                <a:solidFill>
                  <a:schemeClr val="dk1"/>
                </a:solidFill>
              </a:rPr>
              <a:t> updates after each iteration."</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"We can also see how the value of </a:t>
            </a:r>
            <a:r>
              <a:rPr lang="en">
                <a:solidFill>
                  <a:srgbClr val="188038"/>
                </a:solidFill>
                <a:latin typeface="Roboto Mono"/>
                <a:ea typeface="Roboto Mono"/>
                <a:cs typeface="Roboto Mono"/>
                <a:sym typeface="Roboto Mono"/>
              </a:rPr>
              <a:t>num</a:t>
            </a:r>
            <a:r>
              <a:rPr lang="en">
                <a:solidFill>
                  <a:schemeClr val="dk1"/>
                </a:solidFill>
              </a:rPr>
              <a:t> changes with each iteration of the loop."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Discussion:</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Point out the clear visualization of variables and memory.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Highlight how Python Tutor can help trace logic errors, such as missing updates to variables.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notice about how Python Tutor represents the loop and variable updates?"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"What do you think will happen if we remove the </a:t>
            </a:r>
            <a:r>
              <a:rPr lang="en">
                <a:solidFill>
                  <a:srgbClr val="188038"/>
                </a:solidFill>
                <a:latin typeface="Roboto Mono"/>
                <a:ea typeface="Roboto Mono"/>
                <a:cs typeface="Roboto Mono"/>
                <a:sym typeface="Roboto Mono"/>
              </a:rPr>
              <a:t>total += num</a:t>
            </a:r>
            <a:r>
              <a:rPr lang="en">
                <a:solidFill>
                  <a:schemeClr val="dk1"/>
                </a:solidFill>
              </a:rPr>
              <a:t> line? Let’s try that and see what Python Tutor shows us."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"Try using Python Tutor for any code you’re unsure about—it’s a great way to debug and understand behavior step by step."</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225cc3390f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3225cc3390f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Compare arrays and linked lists to highlight their differences and use cases.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advantages and limitations of each data structure.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Arrays are great for accessing elements quickly by index, but they have a fixed size. Linked lists, on the other hand, can grow dynamically and are better for frequent insertions and deletions.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Imagine an array as a row of lockers—you can access any locker directly, but adding a new one requires rearranging the entire row. A linked list is like a chain, where adding or removing links is much easier.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problem where a linked list would be a better choice than an array?"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225cc3390f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3225cc3390f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the concept of nodes as the building blocks of linked lists.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Demonstrate defining a </a:t>
            </a:r>
            <a:r>
              <a:rPr lang="en">
                <a:solidFill>
                  <a:srgbClr val="188038"/>
                </a:solidFill>
                <a:latin typeface="Roboto Mono"/>
                <a:ea typeface="Roboto Mono"/>
                <a:cs typeface="Roboto Mono"/>
                <a:sym typeface="Roboto Mono"/>
              </a:rPr>
              <a:t>Node</a:t>
            </a:r>
            <a:r>
              <a:rPr lang="en">
                <a:solidFill>
                  <a:schemeClr val="dk1"/>
                </a:solidFill>
              </a:rPr>
              <a:t> class and initializing instances.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linked list is made up of nodes, each containing a value and a pointer to the next node. Let’s create a simple </a:t>
            </a:r>
            <a:r>
              <a:rPr lang="en">
                <a:solidFill>
                  <a:srgbClr val="188038"/>
                </a:solidFill>
                <a:latin typeface="Roboto Mono"/>
                <a:ea typeface="Roboto Mono"/>
                <a:cs typeface="Roboto Mono"/>
                <a:sym typeface="Roboto Mono"/>
              </a:rPr>
              <a:t>Node</a:t>
            </a:r>
            <a:r>
              <a:rPr lang="en">
                <a:solidFill>
                  <a:schemeClr val="dk1"/>
                </a:solidFill>
              </a:rPr>
              <a:t> class to represent these building blocks.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a great opportunity to see how OOP and data structures come together.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students: "What attributes or methods might we want to add to this </a:t>
            </a:r>
            <a:r>
              <a:rPr lang="en">
                <a:solidFill>
                  <a:srgbClr val="188038"/>
                </a:solidFill>
                <a:latin typeface="Roboto Mono"/>
                <a:ea typeface="Roboto Mono"/>
                <a:cs typeface="Roboto Mono"/>
                <a:sym typeface="Roboto Mono"/>
              </a:rPr>
              <a:t>Node</a:t>
            </a:r>
            <a:r>
              <a:rPr lang="en">
                <a:solidFill>
                  <a:schemeClr val="dk1"/>
                </a:solidFill>
              </a:rPr>
              <a:t> class to make it more useful?"</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225cc3390f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3225cc3390f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Show how to add nodes to a linked list and visualize the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Python Tutor or a whiteboard to demonstrate the linking process.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add nodes to our linked list and connect them. Each node will point to the next, forming a chain.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where pointer management becomes critical—losing track of a pointer can break the entire list.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think happens if we forget to update a pointer? How could we debug that?"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225cc3390f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3225cc3390f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Engage students in understanding the process of linking nodes in a linked list through a guided discussion.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a discussion about how to connect two nodes (</a:t>
            </a:r>
            <a:r>
              <a:rPr lang="en">
                <a:solidFill>
                  <a:srgbClr val="188038"/>
                </a:solidFill>
                <a:latin typeface="Roboto Mono"/>
                <a:ea typeface="Roboto Mono"/>
                <a:cs typeface="Roboto Mono"/>
                <a:sym typeface="Roboto Mono"/>
              </a:rPr>
              <a:t>x</a:t>
            </a:r>
            <a:r>
              <a:rPr lang="en">
                <a:solidFill>
                  <a:schemeClr val="dk1"/>
                </a:solidFill>
              </a:rPr>
              <a:t> and </a:t>
            </a:r>
            <a:r>
              <a:rPr lang="en">
                <a:solidFill>
                  <a:srgbClr val="188038"/>
                </a:solidFill>
                <a:latin typeface="Roboto Mono"/>
                <a:ea typeface="Roboto Mono"/>
                <a:cs typeface="Roboto Mono"/>
                <a:sym typeface="Roboto Mono"/>
              </a:rPr>
              <a:t>y</a:t>
            </a:r>
            <a:r>
              <a:rPr lang="en">
                <a:solidFill>
                  <a:schemeClr val="dk1"/>
                </a:solidFill>
              </a:rPr>
              <a:t>) in a linked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students to think critically about pointer manipulation and its role in creating the list 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that we’ve seen how to create nodes in a linked list, let’s discuss how we can connect two nodes, </a:t>
            </a:r>
            <a:r>
              <a:rPr lang="en">
                <a:solidFill>
                  <a:srgbClr val="188038"/>
                </a:solidFill>
                <a:latin typeface="Roboto Mono"/>
                <a:ea typeface="Roboto Mono"/>
                <a:cs typeface="Roboto Mono"/>
                <a:sym typeface="Roboto Mono"/>
              </a:rPr>
              <a:t>x</a:t>
            </a:r>
            <a:r>
              <a:rPr lang="en">
                <a:solidFill>
                  <a:schemeClr val="dk1"/>
                </a:solidFill>
              </a:rPr>
              <a:t> and </a:t>
            </a:r>
            <a:r>
              <a:rPr lang="en">
                <a:solidFill>
                  <a:srgbClr val="188038"/>
                </a:solidFill>
                <a:latin typeface="Roboto Mono"/>
                <a:ea typeface="Roboto Mono"/>
                <a:cs typeface="Roboto Mono"/>
                <a:sym typeface="Roboto Mono"/>
              </a:rPr>
              <a:t>y</a:t>
            </a:r>
            <a:r>
              <a:rPr lang="en">
                <a:solidFill>
                  <a:schemeClr val="dk1"/>
                </a:solidFill>
              </a:rPr>
              <a:t>, so that </a:t>
            </a:r>
            <a:r>
              <a:rPr lang="en">
                <a:solidFill>
                  <a:srgbClr val="188038"/>
                </a:solidFill>
                <a:latin typeface="Roboto Mono"/>
                <a:ea typeface="Roboto Mono"/>
                <a:cs typeface="Roboto Mono"/>
                <a:sym typeface="Roboto Mono"/>
              </a:rPr>
              <a:t>x</a:t>
            </a:r>
            <a:r>
              <a:rPr lang="en">
                <a:solidFill>
                  <a:schemeClr val="dk1"/>
                </a:solidFill>
              </a:rPr>
              <a:t> points to </a:t>
            </a:r>
            <a:r>
              <a:rPr lang="en">
                <a:solidFill>
                  <a:srgbClr val="188038"/>
                </a:solidFill>
                <a:latin typeface="Roboto Mono"/>
                <a:ea typeface="Roboto Mono"/>
                <a:cs typeface="Roboto Mono"/>
                <a:sym typeface="Roboto Mono"/>
              </a:rPr>
              <a:t>y</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involves updating the </a:t>
            </a:r>
            <a:r>
              <a:rPr lang="en">
                <a:solidFill>
                  <a:srgbClr val="188038"/>
                </a:solidFill>
                <a:latin typeface="Roboto Mono"/>
                <a:ea typeface="Roboto Mono"/>
                <a:cs typeface="Roboto Mono"/>
                <a:sym typeface="Roboto Mono"/>
              </a:rPr>
              <a:t>next</a:t>
            </a:r>
            <a:r>
              <a:rPr lang="en">
                <a:solidFill>
                  <a:schemeClr val="dk1"/>
                </a:solidFill>
              </a:rPr>
              <a:t> attribute of </a:t>
            </a:r>
            <a:r>
              <a:rPr lang="en">
                <a:solidFill>
                  <a:srgbClr val="188038"/>
                </a:solidFill>
                <a:latin typeface="Roboto Mono"/>
                <a:ea typeface="Roboto Mono"/>
                <a:cs typeface="Roboto Mono"/>
                <a:sym typeface="Roboto Mono"/>
              </a:rPr>
              <a:t>x</a:t>
            </a:r>
            <a:r>
              <a:rPr lang="en">
                <a:solidFill>
                  <a:schemeClr val="dk1"/>
                </a:solidFill>
              </a:rPr>
              <a:t> to reference </a:t>
            </a:r>
            <a:r>
              <a:rPr lang="en">
                <a:solidFill>
                  <a:srgbClr val="188038"/>
                </a:solidFill>
                <a:latin typeface="Roboto Mono"/>
                <a:ea typeface="Roboto Mono"/>
                <a:cs typeface="Roboto Mono"/>
                <a:sym typeface="Roboto Mono"/>
              </a:rPr>
              <a:t>y</a:t>
            </a:r>
            <a:r>
              <a:rPr lang="en">
                <a:solidFill>
                  <a:schemeClr val="dk1"/>
                </a:solidFill>
              </a:rPr>
              <a:t>. In code, this would look like </a:t>
            </a:r>
            <a:r>
              <a:rPr lang="en">
                <a:solidFill>
                  <a:srgbClr val="188038"/>
                </a:solidFill>
                <a:latin typeface="Roboto Mono"/>
                <a:ea typeface="Roboto Mono"/>
                <a:cs typeface="Roboto Mono"/>
                <a:sym typeface="Roboto Mono"/>
              </a:rPr>
              <a:t>x.next = y</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Once connected, </a:t>
            </a:r>
            <a:r>
              <a:rPr lang="en">
                <a:solidFill>
                  <a:srgbClr val="188038"/>
                </a:solidFill>
                <a:latin typeface="Roboto Mono"/>
                <a:ea typeface="Roboto Mono"/>
                <a:cs typeface="Roboto Mono"/>
                <a:sym typeface="Roboto Mono"/>
              </a:rPr>
              <a:t>x</a:t>
            </a:r>
            <a:r>
              <a:rPr lang="en">
                <a:solidFill>
                  <a:schemeClr val="dk1"/>
                </a:solidFill>
              </a:rPr>
              <a:t> becomes the head of the linked list, and </a:t>
            </a:r>
            <a:r>
              <a:rPr lang="en">
                <a:solidFill>
                  <a:srgbClr val="188038"/>
                </a:solidFill>
                <a:latin typeface="Roboto Mono"/>
                <a:ea typeface="Roboto Mono"/>
                <a:cs typeface="Roboto Mono"/>
                <a:sym typeface="Roboto Mono"/>
              </a:rPr>
              <a:t>y</a:t>
            </a:r>
            <a:r>
              <a:rPr lang="en">
                <a:solidFill>
                  <a:schemeClr val="dk1"/>
                </a:solidFill>
              </a:rPr>
              <a:t> is the next node in the sequence.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Why is it important to update the </a:t>
            </a:r>
            <a:r>
              <a:rPr lang="en">
                <a:solidFill>
                  <a:srgbClr val="188038"/>
                </a:solidFill>
                <a:latin typeface="Roboto Mono"/>
                <a:ea typeface="Roboto Mono"/>
                <a:cs typeface="Roboto Mono"/>
                <a:sym typeface="Roboto Mono"/>
              </a:rPr>
              <a:t>next</a:t>
            </a:r>
            <a:r>
              <a:rPr lang="en">
                <a:solidFill>
                  <a:schemeClr val="dk1"/>
                </a:solidFill>
              </a:rPr>
              <a:t> attribute correctly? If we forget to do this, </a:t>
            </a:r>
            <a:r>
              <a:rPr lang="en">
                <a:solidFill>
                  <a:srgbClr val="188038"/>
                </a:solidFill>
                <a:latin typeface="Roboto Mono"/>
                <a:ea typeface="Roboto Mono"/>
                <a:cs typeface="Roboto Mono"/>
                <a:sym typeface="Roboto Mono"/>
              </a:rPr>
              <a:t>x</a:t>
            </a:r>
            <a:r>
              <a:rPr lang="en">
                <a:solidFill>
                  <a:schemeClr val="dk1"/>
                </a:solidFill>
              </a:rPr>
              <a:t> will not point to </a:t>
            </a:r>
            <a:r>
              <a:rPr lang="en">
                <a:solidFill>
                  <a:srgbClr val="188038"/>
                </a:solidFill>
                <a:latin typeface="Roboto Mono"/>
                <a:ea typeface="Roboto Mono"/>
                <a:cs typeface="Roboto Mono"/>
                <a:sym typeface="Roboto Mono"/>
              </a:rPr>
              <a:t>y</a:t>
            </a:r>
            <a:r>
              <a:rPr lang="en">
                <a:solidFill>
                  <a:schemeClr val="dk1"/>
                </a:solidFill>
              </a:rPr>
              <a:t>, and our list will not be properly linked.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think happens in memory when we write </a:t>
            </a:r>
            <a:r>
              <a:rPr lang="en">
                <a:solidFill>
                  <a:srgbClr val="188038"/>
                </a:solidFill>
                <a:latin typeface="Roboto Mono"/>
                <a:ea typeface="Roboto Mono"/>
                <a:cs typeface="Roboto Mono"/>
                <a:sym typeface="Roboto Mono"/>
              </a:rPr>
              <a:t>x.next = y</a:t>
            </a:r>
            <a:r>
              <a:rPr lang="en">
                <a:solidFill>
                  <a:schemeClr val="dk1"/>
                </a:solidFill>
              </a:rPr>
              <a:t>? Can anyone explain it in their own words?"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"What would happen if we accidentally set </a:t>
            </a:r>
            <a:r>
              <a:rPr lang="en">
                <a:solidFill>
                  <a:srgbClr val="188038"/>
                </a:solidFill>
                <a:latin typeface="Roboto Mono"/>
                <a:ea typeface="Roboto Mono"/>
                <a:cs typeface="Roboto Mono"/>
                <a:sym typeface="Roboto Mono"/>
              </a:rPr>
              <a:t>x.next = None</a:t>
            </a:r>
            <a:r>
              <a:rPr lang="en">
                <a:solidFill>
                  <a:schemeClr val="dk1"/>
                </a:solidFill>
              </a:rPr>
              <a:t> instead of linking it to </a:t>
            </a:r>
            <a:r>
              <a:rPr lang="en">
                <a:solidFill>
                  <a:srgbClr val="188038"/>
                </a:solidFill>
                <a:latin typeface="Roboto Mono"/>
                <a:ea typeface="Roboto Mono"/>
                <a:cs typeface="Roboto Mono"/>
                <a:sym typeface="Roboto Mono"/>
              </a:rPr>
              <a:t>y</a:t>
            </a:r>
            <a:r>
              <a:rPr lang="en">
                <a:solidFill>
                  <a:schemeClr val="dk1"/>
                </a:solidFill>
              </a:rPr>
              <a: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225cc3390f_0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3225cc3390f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add nodes to a linked list and visualize the changes using Python Tutor.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Python Tutor to show the process of adding nodes to a linked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how pointers are updated when linking nodes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each step of the process to help students understand how linked lists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see how we can add nodes to a linked list and connect them to form a chain. Each node will have a value and a pointer to the next node in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We’ll use Python Tutor to trace the code step by step and visualize how the nodes and pointers change in memory.</a:t>
            </a:r>
            <a:endParaRPr>
              <a:solidFill>
                <a:schemeClr val="dk1"/>
              </a:solidFill>
            </a:endParaRPr>
          </a:p>
          <a:p>
            <a:pPr indent="0" lvl="0" marL="0" rtl="0" algn="l">
              <a:spcBef>
                <a:spcPts val="1200"/>
              </a:spcBef>
              <a:spcAft>
                <a:spcPts val="0"/>
              </a:spcAft>
              <a:buNone/>
            </a:pPr>
            <a:r>
              <a:rPr b="1" lang="en">
                <a:solidFill>
                  <a:schemeClr val="dk1"/>
                </a:solidFill>
              </a:rPr>
              <a:t>Example Code:</a:t>
            </a:r>
            <a:br>
              <a:rPr b="1" lang="en">
                <a:solidFill>
                  <a:schemeClr val="dk1"/>
                </a:solidFill>
              </a:rPr>
            </a:br>
            <a:r>
              <a:rPr lang="en">
                <a:solidFill>
                  <a:schemeClr val="dk1"/>
                </a:solidFill>
                <a:latin typeface="Consolas"/>
                <a:ea typeface="Consolas"/>
                <a:cs typeface="Consolas"/>
                <a:sym typeface="Consolas"/>
              </a:rPr>
              <a:t> class 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def __init__(self, value):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self.value = value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self.next = None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Creating nodes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x = Node(2)</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y = Node(4)</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Linking nodes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x.next = y</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Printing values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print(x.value)  # Output: 2</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print(x.next.value)  # Output: 4</a:t>
            </a:r>
            <a:endParaRPr>
              <a:solidFill>
                <a:schemeClr val="dk1"/>
              </a:solidFill>
              <a:latin typeface="Consolas"/>
              <a:ea typeface="Consolas"/>
              <a:cs typeface="Consolas"/>
              <a:sym typeface="Consolas"/>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 we run this in Python Tutor, notice how the pointer in </a:t>
            </a:r>
            <a:r>
              <a:rPr lang="en">
                <a:solidFill>
                  <a:srgbClr val="188038"/>
                </a:solidFill>
                <a:latin typeface="Roboto Mono"/>
                <a:ea typeface="Roboto Mono"/>
                <a:cs typeface="Roboto Mono"/>
                <a:sym typeface="Roboto Mono"/>
              </a:rPr>
              <a:t>x</a:t>
            </a:r>
            <a:r>
              <a:rPr lang="en">
                <a:solidFill>
                  <a:schemeClr val="dk1"/>
                </a:solidFill>
              </a:rPr>
              <a:t> points to </a:t>
            </a:r>
            <a:r>
              <a:rPr lang="en">
                <a:solidFill>
                  <a:srgbClr val="188038"/>
                </a:solidFill>
                <a:latin typeface="Roboto Mono"/>
                <a:ea typeface="Roboto Mono"/>
                <a:cs typeface="Roboto Mono"/>
                <a:sym typeface="Roboto Mono"/>
              </a:rPr>
              <a:t>y</a:t>
            </a:r>
            <a:r>
              <a:rPr lang="en">
                <a:solidFill>
                  <a:schemeClr val="dk1"/>
                </a:solidFill>
              </a:rPr>
              <a:t>, effectively linking the nodes.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process is crucial for creating and maintaining linked lists in your programs.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notice about how Python Tutor represents the pointers and nodes? Does anything surprise you?"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"What do you think will happen if we forget to update a pointer? Let’s test that and see the result."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225cc3390f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225cc3390f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Teach how to traverse a linked list to find a specific value.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Demonstrate traversing the list and explain the importance of pointer bookkeeping.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To find a node, we start at the head and follow the pointers until we reach the target value or the end of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walk through the code in Python Tutor to see how each step works.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"What challenges might arise when traversing a linked list, and how can we address them?"</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2872e094b8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2872e094b8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2872e094b8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32872e094b8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2872e094b8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32872e094b8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32872e094b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32872e094b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2872e094b8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32872e094b8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2872e094b8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2872e094b8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SLIDES_API836881067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SLIDES_API836881067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3.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2.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2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3.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0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0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2.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0.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2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2.png"/><Relationship Id="rId3" Type="http://schemas.openxmlformats.org/officeDocument/2006/relationships/image" Target="../media/image12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9.png"/><Relationship Id="rId3"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0.png"/><Relationship Id="rId3" Type="http://schemas.openxmlformats.org/officeDocument/2006/relationships/image" Target="../media/image138.png"/><Relationship Id="rId4" Type="http://schemas.openxmlformats.org/officeDocument/2006/relationships/image" Target="../media/image135.png"/><Relationship Id="rId5" Type="http://schemas.openxmlformats.org/officeDocument/2006/relationships/image" Target="../media/image4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0.png"/><Relationship Id="rId3" Type="http://schemas.openxmlformats.org/officeDocument/2006/relationships/image" Target="../media/image139.png"/><Relationship Id="rId4" Type="http://schemas.openxmlformats.org/officeDocument/2006/relationships/image" Target="../media/image145.png"/><Relationship Id="rId5" Type="http://schemas.openxmlformats.org/officeDocument/2006/relationships/image" Target="../media/image135.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4.png"/><Relationship Id="rId3" Type="http://schemas.openxmlformats.org/officeDocument/2006/relationships/image" Target="../media/image14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6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2.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 Id="rId3" Type="http://schemas.openxmlformats.org/officeDocument/2006/relationships/image" Target="../media/image22.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3.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89.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62.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51.png"/><Relationship Id="rId4" Type="http://schemas.openxmlformats.org/officeDocument/2006/relationships/image" Target="../media/image2.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2.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46.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2.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image" Target="../media/image28.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0.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9.png"/><Relationship Id="rId3" Type="http://schemas.openxmlformats.org/officeDocument/2006/relationships/image" Target="../media/image22.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3.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2" name="Google Shape;222;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3" name="Google Shape;223;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4" name="Google Shape;224;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5" name="Google Shape;225;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7" name="Google Shape;227;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8" name="Google Shape;228;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29" name="Shape 229"/>
        <p:cNvGrpSpPr/>
        <p:nvPr/>
      </p:nvGrpSpPr>
      <p:grpSpPr>
        <a:xfrm>
          <a:off x="0" y="0"/>
          <a:ext cx="0" cy="0"/>
          <a:chOff x="0" y="0"/>
          <a:chExt cx="0" cy="0"/>
        </a:xfrm>
      </p:grpSpPr>
      <p:pic>
        <p:nvPicPr>
          <p:cNvPr id="230" name="Google Shape;230;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1" name="Google Shape;231;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3" name="Google Shape;233;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4" name="Google Shape;234;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5" name="Google Shape;235;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6" name="Shape 236"/>
        <p:cNvGrpSpPr/>
        <p:nvPr/>
      </p:nvGrpSpPr>
      <p:grpSpPr>
        <a:xfrm>
          <a:off x="0" y="0"/>
          <a:ext cx="0" cy="0"/>
          <a:chOff x="0" y="0"/>
          <a:chExt cx="0" cy="0"/>
        </a:xfrm>
      </p:grpSpPr>
      <p:pic>
        <p:nvPicPr>
          <p:cNvPr descr="Divider1.png" id="237" name="Google Shape;237;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8" name="Google Shape;238;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9" name="Google Shape;239;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0" name="Shape 240"/>
        <p:cNvGrpSpPr/>
        <p:nvPr/>
      </p:nvGrpSpPr>
      <p:grpSpPr>
        <a:xfrm>
          <a:off x="0" y="0"/>
          <a:ext cx="0" cy="0"/>
          <a:chOff x="0" y="0"/>
          <a:chExt cx="0" cy="0"/>
        </a:xfrm>
      </p:grpSpPr>
      <p:pic>
        <p:nvPicPr>
          <p:cNvPr id="241" name="Google Shape;241;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2" name="Google Shape;242;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3" name="Google Shape;243;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5" name="Shape 245"/>
        <p:cNvGrpSpPr/>
        <p:nvPr/>
      </p:nvGrpSpPr>
      <p:grpSpPr>
        <a:xfrm>
          <a:off x="0" y="0"/>
          <a:ext cx="0" cy="0"/>
          <a:chOff x="0" y="0"/>
          <a:chExt cx="0" cy="0"/>
        </a:xfrm>
      </p:grpSpPr>
      <p:pic>
        <p:nvPicPr>
          <p:cNvPr id="246" name="Google Shape;246;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7" name="Shape 24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8" name="Shape 248"/>
        <p:cNvGrpSpPr/>
        <p:nvPr/>
      </p:nvGrpSpPr>
      <p:grpSpPr>
        <a:xfrm>
          <a:off x="0" y="0"/>
          <a:ext cx="0" cy="0"/>
          <a:chOff x="0" y="0"/>
          <a:chExt cx="0" cy="0"/>
        </a:xfrm>
      </p:grpSpPr>
      <p:grpSp>
        <p:nvGrpSpPr>
          <p:cNvPr id="249" name="Google Shape;249;p39"/>
          <p:cNvGrpSpPr/>
          <p:nvPr/>
        </p:nvGrpSpPr>
        <p:grpSpPr>
          <a:xfrm>
            <a:off x="6262100" y="-3850"/>
            <a:ext cx="2886900" cy="485125"/>
            <a:chOff x="6262100" y="-3850"/>
            <a:chExt cx="2886900" cy="485125"/>
          </a:xfrm>
        </p:grpSpPr>
        <p:pic>
          <p:nvPicPr>
            <p:cNvPr descr="1.png" id="250" name="Google Shape;250;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1" name="Google Shape;251;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2" name="Google Shape;252;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3" name="Google Shape;253;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4" name="Google Shape;254;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5" name="Google Shape;255;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7" name="Google Shape;257;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8" name="Google Shape;258;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59" name="Google Shape;259;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0" name="Google Shape;260;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1" name="Google Shape;261;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2" name="Google Shape;262;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6" name="Shape 266"/>
        <p:cNvGrpSpPr/>
        <p:nvPr/>
      </p:nvGrpSpPr>
      <p:grpSpPr>
        <a:xfrm>
          <a:off x="0" y="0"/>
          <a:ext cx="0" cy="0"/>
          <a:chOff x="0" y="0"/>
          <a:chExt cx="0" cy="0"/>
        </a:xfrm>
      </p:grpSpPr>
      <p:pic>
        <p:nvPicPr>
          <p:cNvPr id="267" name="Google Shape;267;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8" name="Google Shape;268;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69" name="Shape 269"/>
        <p:cNvGrpSpPr/>
        <p:nvPr/>
      </p:nvGrpSpPr>
      <p:grpSpPr>
        <a:xfrm>
          <a:off x="0" y="0"/>
          <a:ext cx="0" cy="0"/>
          <a:chOff x="0" y="0"/>
          <a:chExt cx="0" cy="0"/>
        </a:xfrm>
      </p:grpSpPr>
      <p:pic>
        <p:nvPicPr>
          <p:cNvPr id="270" name="Google Shape;270;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1" name="Google Shape;271;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2" name="Google Shape;272;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4" name="Shape 274"/>
        <p:cNvGrpSpPr/>
        <p:nvPr/>
      </p:nvGrpSpPr>
      <p:grpSpPr>
        <a:xfrm>
          <a:off x="0" y="0"/>
          <a:ext cx="0" cy="0"/>
          <a:chOff x="0" y="0"/>
          <a:chExt cx="0" cy="0"/>
        </a:xfrm>
      </p:grpSpPr>
      <p:pic>
        <p:nvPicPr>
          <p:cNvPr descr="Divider4.png" id="275" name="Google Shape;275;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6" name="Google Shape;276;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7" name="Google Shape;277;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8" name="Google Shape;278;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79" name="Google Shape;279;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0" name="Google Shape;280;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1" name="Shape 281"/>
        <p:cNvGrpSpPr/>
        <p:nvPr/>
      </p:nvGrpSpPr>
      <p:grpSpPr>
        <a:xfrm>
          <a:off x="0" y="0"/>
          <a:ext cx="0" cy="0"/>
          <a:chOff x="0" y="0"/>
          <a:chExt cx="0" cy="0"/>
        </a:xfrm>
      </p:grpSpPr>
      <p:sp>
        <p:nvSpPr>
          <p:cNvPr id="282" name="Google Shape;282;p4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88" name="Shape 288"/>
        <p:cNvGrpSpPr/>
        <p:nvPr/>
      </p:nvGrpSpPr>
      <p:grpSpPr>
        <a:xfrm>
          <a:off x="0" y="0"/>
          <a:ext cx="0" cy="0"/>
          <a:chOff x="0" y="0"/>
          <a:chExt cx="0" cy="0"/>
        </a:xfrm>
      </p:grpSpPr>
      <p:pic>
        <p:nvPicPr>
          <p:cNvPr id="289" name="Google Shape;289;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0" name="Google Shape;290;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1" name="Google Shape;291;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2" name="Google Shape;292;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3" name="Google Shape;293;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4" name="Google Shape;294;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5" name="Google Shape;295;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6" name="Google Shape;296;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7" name="Shape 297"/>
        <p:cNvGrpSpPr/>
        <p:nvPr/>
      </p:nvGrpSpPr>
      <p:grpSpPr>
        <a:xfrm>
          <a:off x="0" y="0"/>
          <a:ext cx="0" cy="0"/>
          <a:chOff x="0" y="0"/>
          <a:chExt cx="0" cy="0"/>
        </a:xfrm>
      </p:grpSpPr>
      <p:pic>
        <p:nvPicPr>
          <p:cNvPr id="298" name="Google Shape;298;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9" name="Google Shape;299;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0" name="Google Shape;300;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1" name="Google Shape;301;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2" name="Google Shape;302;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3" name="Google Shape;303;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4" name="Google Shape;304;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5" name="Shape 305"/>
        <p:cNvGrpSpPr/>
        <p:nvPr/>
      </p:nvGrpSpPr>
      <p:grpSpPr>
        <a:xfrm>
          <a:off x="0" y="0"/>
          <a:ext cx="0" cy="0"/>
          <a:chOff x="0" y="0"/>
          <a:chExt cx="0" cy="0"/>
        </a:xfrm>
      </p:grpSpPr>
      <p:pic>
        <p:nvPicPr>
          <p:cNvPr id="306" name="Google Shape;306;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7" name="Google Shape;307;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08" name="Google Shape;308;p47"/>
          <p:cNvGrpSpPr/>
          <p:nvPr/>
        </p:nvGrpSpPr>
        <p:grpSpPr>
          <a:xfrm>
            <a:off x="5709066" y="201260"/>
            <a:ext cx="2296623" cy="4424889"/>
            <a:chOff x="5598780" y="137712"/>
            <a:chExt cx="2577001" cy="4664652"/>
          </a:xfrm>
        </p:grpSpPr>
        <p:pic>
          <p:nvPicPr>
            <p:cNvPr id="309" name="Google Shape;309;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0" name="Google Shape;310;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 name="Google Shape;311;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4" name="Google Shape;314;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5" name="Shape 315"/>
        <p:cNvGrpSpPr/>
        <p:nvPr/>
      </p:nvGrpSpPr>
      <p:grpSpPr>
        <a:xfrm>
          <a:off x="0" y="0"/>
          <a:ext cx="0" cy="0"/>
          <a:chOff x="0" y="0"/>
          <a:chExt cx="0" cy="0"/>
        </a:xfrm>
      </p:grpSpPr>
      <p:pic>
        <p:nvPicPr>
          <p:cNvPr id="316" name="Google Shape;316;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7" name="Google Shape;317;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8" name="Google Shape;318;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9" name="Google Shape;319;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0" name="Google Shape;320;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3" name="Shape 323"/>
        <p:cNvGrpSpPr/>
        <p:nvPr/>
      </p:nvGrpSpPr>
      <p:grpSpPr>
        <a:xfrm>
          <a:off x="0" y="0"/>
          <a:ext cx="0" cy="0"/>
          <a:chOff x="0" y="0"/>
          <a:chExt cx="0" cy="0"/>
        </a:xfrm>
      </p:grpSpPr>
      <p:pic>
        <p:nvPicPr>
          <p:cNvPr id="324" name="Google Shape;324;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5" name="Google Shape;325;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6" name="Google Shape;326;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7" name="Google Shape;327;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8" name="Google Shape;328;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29" name="Google Shape;329;p49"/>
          <p:cNvGrpSpPr/>
          <p:nvPr/>
        </p:nvGrpSpPr>
        <p:grpSpPr>
          <a:xfrm>
            <a:off x="4344100" y="398125"/>
            <a:ext cx="4546500" cy="4222800"/>
            <a:chOff x="4344100" y="398125"/>
            <a:chExt cx="4546500" cy="4222800"/>
          </a:xfrm>
        </p:grpSpPr>
        <p:sp>
          <p:nvSpPr>
            <p:cNvPr id="330" name="Google Shape;330;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 name="Google Shape;331;p49"/>
            <p:cNvGrpSpPr/>
            <p:nvPr/>
          </p:nvGrpSpPr>
          <p:grpSpPr>
            <a:xfrm>
              <a:off x="4445450" y="524200"/>
              <a:ext cx="399495" cy="101100"/>
              <a:chOff x="4445450" y="524200"/>
              <a:chExt cx="399495" cy="101100"/>
            </a:xfrm>
          </p:grpSpPr>
          <p:sp>
            <p:nvSpPr>
              <p:cNvPr id="332" name="Google Shape;332;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6" name="Shape 336"/>
        <p:cNvGrpSpPr/>
        <p:nvPr/>
      </p:nvGrpSpPr>
      <p:grpSpPr>
        <a:xfrm>
          <a:off x="0" y="0"/>
          <a:ext cx="0" cy="0"/>
          <a:chOff x="0" y="0"/>
          <a:chExt cx="0" cy="0"/>
        </a:xfrm>
      </p:grpSpPr>
      <p:pic>
        <p:nvPicPr>
          <p:cNvPr id="337" name="Google Shape;337;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8" name="Google Shape;338;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9" name="Google Shape;339;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0" name="Google Shape;340;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1" name="Google Shape;341;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4" name="Google Shape;344;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9" name="Google Shape;349;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0" name="Google Shape;350;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1" name="Shape 351"/>
        <p:cNvGrpSpPr/>
        <p:nvPr/>
      </p:nvGrpSpPr>
      <p:grpSpPr>
        <a:xfrm>
          <a:off x="0" y="0"/>
          <a:ext cx="0" cy="0"/>
          <a:chOff x="0" y="0"/>
          <a:chExt cx="0" cy="0"/>
        </a:xfrm>
      </p:grpSpPr>
      <p:pic>
        <p:nvPicPr>
          <p:cNvPr id="352" name="Google Shape;352;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3" name="Google Shape;353;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4" name="Google Shape;354;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5" name="Google Shape;355;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6" name="Google Shape;356;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58" name="Google Shape;358;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59" name="Google Shape;359;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0" name="Google Shape;360;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3" name="Google Shape;363;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4" name="Google Shape;364;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5" name="Google Shape;365;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7" name="Google Shape;367;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68" name="Google Shape;368;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69" name="Google Shape;369;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0" name="Shape 370"/>
        <p:cNvGrpSpPr/>
        <p:nvPr/>
      </p:nvGrpSpPr>
      <p:grpSpPr>
        <a:xfrm>
          <a:off x="0" y="0"/>
          <a:ext cx="0" cy="0"/>
          <a:chOff x="0" y="0"/>
          <a:chExt cx="0" cy="0"/>
        </a:xfrm>
      </p:grpSpPr>
      <p:pic>
        <p:nvPicPr>
          <p:cNvPr id="371" name="Google Shape;371;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2" name="Google Shape;372;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3" name="Google Shape;373;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4" name="Google Shape;374;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5" name="Google Shape;375;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6" name="Google Shape;376;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7" name="Google Shape;377;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78" name="Google Shape;378;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9" name="Google Shape;379;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2" name="Google Shape;382;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3" name="Google Shape;383;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4" name="Google Shape;384;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5" name="Google Shape;385;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6" name="Google Shape;386;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88" name="Google Shape;388;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9" name="Google Shape;389;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0" name="Shape 390"/>
        <p:cNvGrpSpPr/>
        <p:nvPr/>
      </p:nvGrpSpPr>
      <p:grpSpPr>
        <a:xfrm>
          <a:off x="0" y="0"/>
          <a:ext cx="0" cy="0"/>
          <a:chOff x="0" y="0"/>
          <a:chExt cx="0" cy="0"/>
        </a:xfrm>
      </p:grpSpPr>
      <p:pic>
        <p:nvPicPr>
          <p:cNvPr id="391" name="Google Shape;391;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2" name="Google Shape;392;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3" name="Google Shape;393;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4" name="Google Shape;394;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5" name="Google Shape;395;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6" name="Google Shape;396;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7" name="Google Shape;397;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398" name="Google Shape;398;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9" name="Google Shape;399;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00" name="Google Shape;400;p56"/>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401" name="Google Shape;401;p56"/>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6" name="Google Shape;436;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7" name="Google Shape;437;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9" name="Google Shape;439;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1" name="Google Shape;441;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2" name="Google Shape;442;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3" name="Shape 443"/>
        <p:cNvGrpSpPr/>
        <p:nvPr/>
      </p:nvGrpSpPr>
      <p:grpSpPr>
        <a:xfrm>
          <a:off x="0" y="0"/>
          <a:ext cx="0" cy="0"/>
          <a:chOff x="0" y="0"/>
          <a:chExt cx="0" cy="0"/>
        </a:xfrm>
      </p:grpSpPr>
      <p:pic>
        <p:nvPicPr>
          <p:cNvPr id="444" name="Google Shape;444;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5" name="Google Shape;445;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7" name="Google Shape;447;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8" name="Google Shape;448;p61"/>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9" name="Google Shape;449;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0" name="Shape 450"/>
        <p:cNvGrpSpPr/>
        <p:nvPr/>
      </p:nvGrpSpPr>
      <p:grpSpPr>
        <a:xfrm>
          <a:off x="0" y="0"/>
          <a:ext cx="0" cy="0"/>
          <a:chOff x="0" y="0"/>
          <a:chExt cx="0" cy="0"/>
        </a:xfrm>
      </p:grpSpPr>
      <p:pic>
        <p:nvPicPr>
          <p:cNvPr descr="Divider1.png" id="451" name="Google Shape;451;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2" name="Google Shape;452;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3" name="Google Shape;453;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4" name="Shape 454"/>
        <p:cNvGrpSpPr/>
        <p:nvPr/>
      </p:nvGrpSpPr>
      <p:grpSpPr>
        <a:xfrm>
          <a:off x="0" y="0"/>
          <a:ext cx="0" cy="0"/>
          <a:chOff x="0" y="0"/>
          <a:chExt cx="0" cy="0"/>
        </a:xfrm>
      </p:grpSpPr>
      <p:pic>
        <p:nvPicPr>
          <p:cNvPr id="455" name="Google Shape;455;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6" name="Google Shape;456;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7" name="Google Shape;457;p63"/>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3"/>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9" name="Shape 459"/>
        <p:cNvGrpSpPr/>
        <p:nvPr/>
      </p:nvGrpSpPr>
      <p:grpSpPr>
        <a:xfrm>
          <a:off x="0" y="0"/>
          <a:ext cx="0" cy="0"/>
          <a:chOff x="0" y="0"/>
          <a:chExt cx="0" cy="0"/>
        </a:xfrm>
      </p:grpSpPr>
      <p:pic>
        <p:nvPicPr>
          <p:cNvPr id="460" name="Google Shape;460;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1" name="Shape 461"/>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2" name="Shape 462"/>
        <p:cNvGrpSpPr/>
        <p:nvPr/>
      </p:nvGrpSpPr>
      <p:grpSpPr>
        <a:xfrm>
          <a:off x="0" y="0"/>
          <a:ext cx="0" cy="0"/>
          <a:chOff x="0" y="0"/>
          <a:chExt cx="0" cy="0"/>
        </a:xfrm>
      </p:grpSpPr>
      <p:grpSp>
        <p:nvGrpSpPr>
          <p:cNvPr id="463" name="Google Shape;463;p66"/>
          <p:cNvGrpSpPr/>
          <p:nvPr/>
        </p:nvGrpSpPr>
        <p:grpSpPr>
          <a:xfrm>
            <a:off x="6262100" y="-3850"/>
            <a:ext cx="2886900" cy="485125"/>
            <a:chOff x="6262100" y="-3850"/>
            <a:chExt cx="2886900" cy="485125"/>
          </a:xfrm>
        </p:grpSpPr>
        <p:pic>
          <p:nvPicPr>
            <p:cNvPr descr="1.png" id="464" name="Google Shape;464;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5" name="Google Shape;465;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6" name="Google Shape;466;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7" name="Google Shape;467;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8" name="Google Shape;468;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9" name="Google Shape;469;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1" name="Google Shape;471;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2" name="Google Shape;472;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3" name="Google Shape;473;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4" name="Google Shape;474;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5" name="Google Shape;475;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6" name="Google Shape;476;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0" name="Shape 480"/>
        <p:cNvGrpSpPr/>
        <p:nvPr/>
      </p:nvGrpSpPr>
      <p:grpSpPr>
        <a:xfrm>
          <a:off x="0" y="0"/>
          <a:ext cx="0" cy="0"/>
          <a:chOff x="0" y="0"/>
          <a:chExt cx="0" cy="0"/>
        </a:xfrm>
      </p:grpSpPr>
      <p:pic>
        <p:nvPicPr>
          <p:cNvPr id="481" name="Google Shape;481;p6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2" name="Google Shape;482;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83" name="Shape 483"/>
        <p:cNvGrpSpPr/>
        <p:nvPr/>
      </p:nvGrpSpPr>
      <p:grpSpPr>
        <a:xfrm>
          <a:off x="0" y="0"/>
          <a:ext cx="0" cy="0"/>
          <a:chOff x="0" y="0"/>
          <a:chExt cx="0" cy="0"/>
        </a:xfrm>
      </p:grpSpPr>
      <p:pic>
        <p:nvPicPr>
          <p:cNvPr id="484" name="Google Shape;484;p6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85" name="Google Shape;485;p6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86" name="Google Shape;486;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6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88" name="Shape 488"/>
        <p:cNvGrpSpPr/>
        <p:nvPr/>
      </p:nvGrpSpPr>
      <p:grpSpPr>
        <a:xfrm>
          <a:off x="0" y="0"/>
          <a:ext cx="0" cy="0"/>
          <a:chOff x="0" y="0"/>
          <a:chExt cx="0" cy="0"/>
        </a:xfrm>
      </p:grpSpPr>
      <p:pic>
        <p:nvPicPr>
          <p:cNvPr descr="Divider4.png" id="489" name="Google Shape;489;p7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0" name="Google Shape;490;p7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1" name="Google Shape;491;p7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2" name="Google Shape;492;p7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493" name="Google Shape;493;p7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494" name="Google Shape;494;p7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495" name="Shape 495"/>
        <p:cNvGrpSpPr/>
        <p:nvPr/>
      </p:nvGrpSpPr>
      <p:grpSpPr>
        <a:xfrm>
          <a:off x="0" y="0"/>
          <a:ext cx="0" cy="0"/>
          <a:chOff x="0" y="0"/>
          <a:chExt cx="0" cy="0"/>
        </a:xfrm>
      </p:grpSpPr>
      <p:sp>
        <p:nvSpPr>
          <p:cNvPr id="496" name="Google Shape;496;p71"/>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497" name="Google Shape;497;p71"/>
          <p:cNvGrpSpPr/>
          <p:nvPr/>
        </p:nvGrpSpPr>
        <p:grpSpPr>
          <a:xfrm rot="5400000">
            <a:off x="5719749" y="1629787"/>
            <a:ext cx="4964577" cy="1883925"/>
            <a:chOff x="4152224" y="1218499"/>
            <a:chExt cx="4964577" cy="1883925"/>
          </a:xfrm>
        </p:grpSpPr>
        <p:pic>
          <p:nvPicPr>
            <p:cNvPr id="498" name="Google Shape;498;p7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499" name="Google Shape;499;p7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0" name="Google Shape;500;p7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1" name="Google Shape;501;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2" name="Shape 502"/>
        <p:cNvGrpSpPr/>
        <p:nvPr/>
      </p:nvGrpSpPr>
      <p:grpSpPr>
        <a:xfrm>
          <a:off x="0" y="0"/>
          <a:ext cx="0" cy="0"/>
          <a:chOff x="0" y="0"/>
          <a:chExt cx="0" cy="0"/>
        </a:xfrm>
      </p:grpSpPr>
      <p:pic>
        <p:nvPicPr>
          <p:cNvPr id="503" name="Google Shape;503;p7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04" name="Google Shape;504;p7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05" name="Google Shape;505;p7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06" name="Google Shape;506;p7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09" name="Google Shape;509;p7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0" name="Google Shape;510;p7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1" name="Shape 511"/>
        <p:cNvGrpSpPr/>
        <p:nvPr/>
      </p:nvGrpSpPr>
      <p:grpSpPr>
        <a:xfrm>
          <a:off x="0" y="0"/>
          <a:ext cx="0" cy="0"/>
          <a:chOff x="0" y="0"/>
          <a:chExt cx="0" cy="0"/>
        </a:xfrm>
      </p:grpSpPr>
      <p:pic>
        <p:nvPicPr>
          <p:cNvPr id="512" name="Google Shape;512;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3" name="Google Shape;513;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14" name="Google Shape;514;p7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15" name="Google Shape;515;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16" name="Google Shape;516;p7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17" name="Google Shape;517;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8" name="Google Shape;518;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19" name="Shape 519"/>
        <p:cNvGrpSpPr/>
        <p:nvPr/>
      </p:nvGrpSpPr>
      <p:grpSpPr>
        <a:xfrm>
          <a:off x="0" y="0"/>
          <a:ext cx="0" cy="0"/>
          <a:chOff x="0" y="0"/>
          <a:chExt cx="0" cy="0"/>
        </a:xfrm>
      </p:grpSpPr>
      <p:pic>
        <p:nvPicPr>
          <p:cNvPr id="520" name="Google Shape;520;p7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1" name="Google Shape;521;p7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2" name="Google Shape;522;p74"/>
          <p:cNvGrpSpPr/>
          <p:nvPr/>
        </p:nvGrpSpPr>
        <p:grpSpPr>
          <a:xfrm>
            <a:off x="5709066" y="201260"/>
            <a:ext cx="2296623" cy="4424889"/>
            <a:chOff x="5598780" y="137712"/>
            <a:chExt cx="2577001" cy="4664652"/>
          </a:xfrm>
        </p:grpSpPr>
        <p:pic>
          <p:nvPicPr>
            <p:cNvPr id="523" name="Google Shape;523;p7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24" name="Google Shape;524;p7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7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26" name="Google Shape;526;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7" name="Google Shape;527;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7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29" name="Shape 529"/>
        <p:cNvGrpSpPr/>
        <p:nvPr/>
      </p:nvGrpSpPr>
      <p:grpSpPr>
        <a:xfrm>
          <a:off x="0" y="0"/>
          <a:ext cx="0" cy="0"/>
          <a:chOff x="0" y="0"/>
          <a:chExt cx="0" cy="0"/>
        </a:xfrm>
      </p:grpSpPr>
      <p:pic>
        <p:nvPicPr>
          <p:cNvPr id="530" name="Google Shape;530;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1" name="Google Shape;531;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2" name="Google Shape;532;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3" name="Google Shape;533;p7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34" name="Google Shape;534;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7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6" name="Google Shape;536;p7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37" name="Shape 537"/>
        <p:cNvGrpSpPr/>
        <p:nvPr/>
      </p:nvGrpSpPr>
      <p:grpSpPr>
        <a:xfrm>
          <a:off x="0" y="0"/>
          <a:ext cx="0" cy="0"/>
          <a:chOff x="0" y="0"/>
          <a:chExt cx="0" cy="0"/>
        </a:xfrm>
      </p:grpSpPr>
      <p:pic>
        <p:nvPicPr>
          <p:cNvPr id="538" name="Google Shape;538;p7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39" name="Google Shape;539;p7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0" name="Google Shape;540;p7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1" name="Google Shape;541;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2" name="Google Shape;542;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43" name="Google Shape;543;p76"/>
          <p:cNvGrpSpPr/>
          <p:nvPr/>
        </p:nvGrpSpPr>
        <p:grpSpPr>
          <a:xfrm>
            <a:off x="4344100" y="398125"/>
            <a:ext cx="4546500" cy="4222800"/>
            <a:chOff x="4344100" y="398125"/>
            <a:chExt cx="4546500" cy="4222800"/>
          </a:xfrm>
        </p:grpSpPr>
        <p:sp>
          <p:nvSpPr>
            <p:cNvPr id="544" name="Google Shape;544;p7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 name="Google Shape;545;p76"/>
            <p:cNvGrpSpPr/>
            <p:nvPr/>
          </p:nvGrpSpPr>
          <p:grpSpPr>
            <a:xfrm>
              <a:off x="4445450" y="524200"/>
              <a:ext cx="399495" cy="101100"/>
              <a:chOff x="4445450" y="524200"/>
              <a:chExt cx="399495" cy="101100"/>
            </a:xfrm>
          </p:grpSpPr>
          <p:sp>
            <p:nvSpPr>
              <p:cNvPr id="546" name="Google Shape;546;p7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7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0" name="Shape 550"/>
        <p:cNvGrpSpPr/>
        <p:nvPr/>
      </p:nvGrpSpPr>
      <p:grpSpPr>
        <a:xfrm>
          <a:off x="0" y="0"/>
          <a:ext cx="0" cy="0"/>
          <a:chOff x="0" y="0"/>
          <a:chExt cx="0" cy="0"/>
        </a:xfrm>
      </p:grpSpPr>
      <p:pic>
        <p:nvPicPr>
          <p:cNvPr id="551" name="Google Shape;551;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2" name="Google Shape;552;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3" name="Google Shape;553;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4" name="Google Shape;554;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5" name="Google Shape;555;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56" name="Shape 556"/>
        <p:cNvGrpSpPr/>
        <p:nvPr/>
      </p:nvGrpSpPr>
      <p:grpSpPr>
        <a:xfrm>
          <a:off x="0" y="0"/>
          <a:ext cx="0" cy="0"/>
          <a:chOff x="0" y="0"/>
          <a:chExt cx="0" cy="0"/>
        </a:xfrm>
      </p:grpSpPr>
      <p:pic>
        <p:nvPicPr>
          <p:cNvPr id="557" name="Google Shape;557;p7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58" name="Google Shape;558;p7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8"/>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0" name="Google Shape;560;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1" name="Google Shape;561;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2" name="Google Shape;562;p7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3" name="Google Shape;563;p7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64" name="Google Shape;564;p7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65" name="Shape 565"/>
        <p:cNvGrpSpPr/>
        <p:nvPr/>
      </p:nvGrpSpPr>
      <p:grpSpPr>
        <a:xfrm>
          <a:off x="0" y="0"/>
          <a:ext cx="0" cy="0"/>
          <a:chOff x="0" y="0"/>
          <a:chExt cx="0" cy="0"/>
        </a:xfrm>
      </p:grpSpPr>
      <p:pic>
        <p:nvPicPr>
          <p:cNvPr id="566" name="Google Shape;566;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7" name="Google Shape;567;p79"/>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9" name="Google Shape;569;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0" name="Google Shape;570;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1" name="Google Shape;571;p79"/>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2" name="Google Shape;572;p79"/>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3" name="Google Shape;573;p79"/>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74" name="Google Shape;574;p79"/>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75" name="Google Shape;575;p79"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576" name="Shape 576"/>
        <p:cNvGrpSpPr/>
        <p:nvPr/>
      </p:nvGrpSpPr>
      <p:grpSpPr>
        <a:xfrm>
          <a:off x="0" y="0"/>
          <a:ext cx="0" cy="0"/>
          <a:chOff x="0" y="0"/>
          <a:chExt cx="0" cy="0"/>
        </a:xfrm>
      </p:grpSpPr>
      <p:pic>
        <p:nvPicPr>
          <p:cNvPr id="577" name="Google Shape;577;p8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78" name="Google Shape;578;p80"/>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80"/>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0" name="Google Shape;580;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1" name="Google Shape;581;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2" name="Google Shape;582;p80"/>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3" name="Google Shape;583;p80"/>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4" name="Google Shape;584;p80"/>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85" name="Google Shape;585;p80"/>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586" name="Google Shape;586;p80"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87" name="Shape 587"/>
        <p:cNvGrpSpPr/>
        <p:nvPr/>
      </p:nvGrpSpPr>
      <p:grpSpPr>
        <a:xfrm>
          <a:off x="0" y="0"/>
          <a:ext cx="0" cy="0"/>
          <a:chOff x="0" y="0"/>
          <a:chExt cx="0" cy="0"/>
        </a:xfrm>
      </p:grpSpPr>
      <p:pic>
        <p:nvPicPr>
          <p:cNvPr id="588" name="Google Shape;588;p8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89" name="Google Shape;589;p8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90" name="Google Shape;590;p8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1" name="Google Shape;591;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2" name="Google Shape;592;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3" name="Google Shape;593;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94" name="Google Shape;594;p8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95" name="Google Shape;595;p8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96" name="Google Shape;596;p8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97" name="Shape 597"/>
        <p:cNvGrpSpPr/>
        <p:nvPr/>
      </p:nvGrpSpPr>
      <p:grpSpPr>
        <a:xfrm>
          <a:off x="0" y="0"/>
          <a:ext cx="0" cy="0"/>
          <a:chOff x="0" y="0"/>
          <a:chExt cx="0" cy="0"/>
        </a:xfrm>
      </p:grpSpPr>
      <p:pic>
        <p:nvPicPr>
          <p:cNvPr id="598" name="Google Shape;598;p8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99" name="Google Shape;599;p8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00" name="Google Shape;600;p8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1" name="Google Shape;601;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2" name="Google Shape;602;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03" name="Google Shape;603;p8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04" name="Google Shape;604;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05" name="Google Shape;605;p8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06" name="Shape 606"/>
        <p:cNvGrpSpPr/>
        <p:nvPr/>
      </p:nvGrpSpPr>
      <p:grpSpPr>
        <a:xfrm>
          <a:off x="0" y="0"/>
          <a:ext cx="0" cy="0"/>
          <a:chOff x="0" y="0"/>
          <a:chExt cx="0" cy="0"/>
        </a:xfrm>
      </p:grpSpPr>
      <p:pic>
        <p:nvPicPr>
          <p:cNvPr id="607" name="Google Shape;607;p8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08" name="Google Shape;608;p8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09" name="Google Shape;609;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10" name="Google Shape;610;p8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1" name="Google Shape;611;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2" name="Google Shape;612;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3" name="Google Shape;613;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14" name="Google Shape;614;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5" name="Google Shape;615;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16" name="Shape 616"/>
        <p:cNvGrpSpPr/>
        <p:nvPr/>
      </p:nvGrpSpPr>
      <p:grpSpPr>
        <a:xfrm>
          <a:off x="0" y="0"/>
          <a:ext cx="0" cy="0"/>
          <a:chOff x="0" y="0"/>
          <a:chExt cx="0" cy="0"/>
        </a:xfrm>
      </p:grpSpPr>
      <p:pic>
        <p:nvPicPr>
          <p:cNvPr id="617" name="Google Shape;617;p8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18" name="Google Shape;618;p8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19" name="Google Shape;619;p8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20" name="Google Shape;620;p8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1" name="Google Shape;621;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2" name="Google Shape;622;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3" name="Google Shape;623;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24" name="Google Shape;624;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5" name="Google Shape;625;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26" name="Shape 626"/>
        <p:cNvGrpSpPr/>
        <p:nvPr/>
      </p:nvGrpSpPr>
      <p:grpSpPr>
        <a:xfrm>
          <a:off x="0" y="0"/>
          <a:ext cx="0" cy="0"/>
          <a:chOff x="0" y="0"/>
          <a:chExt cx="0" cy="0"/>
        </a:xfrm>
      </p:grpSpPr>
      <p:pic>
        <p:nvPicPr>
          <p:cNvPr id="627" name="Google Shape;627;p8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28" name="Google Shape;628;p8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29" name="Google Shape;629;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30" name="Google Shape;630;p8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1" name="Google Shape;631;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2" name="Google Shape;632;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3" name="Google Shape;633;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34" name="Google Shape;634;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5" name="Google Shape;635;p8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36" name="Google Shape;636;p85"/>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37" name="Google Shape;637;p85"/>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38" name="Shape 638"/>
        <p:cNvGrpSpPr/>
        <p:nvPr/>
      </p:nvGrpSpPr>
      <p:grpSpPr>
        <a:xfrm>
          <a:off x="0" y="0"/>
          <a:ext cx="0" cy="0"/>
          <a:chOff x="0" y="0"/>
          <a:chExt cx="0" cy="0"/>
        </a:xfrm>
      </p:grpSpPr>
      <p:pic>
        <p:nvPicPr>
          <p:cNvPr id="639" name="Google Shape;639;p8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40" name="Google Shape;640;p8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41" name="Google Shape;641;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2" name="Google Shape;642;p8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3" name="Google Shape;643;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4" name="Google Shape;644;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5" name="Google Shape;645;p8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46" name="Google Shape;646;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7" name="Google Shape;647;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48" name="Shape 648"/>
        <p:cNvGrpSpPr/>
        <p:nvPr/>
      </p:nvGrpSpPr>
      <p:grpSpPr>
        <a:xfrm>
          <a:off x="0" y="0"/>
          <a:ext cx="0" cy="0"/>
          <a:chOff x="0" y="0"/>
          <a:chExt cx="0" cy="0"/>
        </a:xfrm>
      </p:grpSpPr>
      <p:pic>
        <p:nvPicPr>
          <p:cNvPr id="649" name="Google Shape;649;p8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50" name="Google Shape;650;p8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51" name="Google Shape;651;p8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52" name="Google Shape;652;p8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53" name="Google Shape;653;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4" name="Google Shape;654;p8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56" name="Google Shape;656;p8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7" name="Google Shape;657;p8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58" name="Google Shape;658;p8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59" name="Shape 659"/>
        <p:cNvGrpSpPr/>
        <p:nvPr/>
      </p:nvGrpSpPr>
      <p:grpSpPr>
        <a:xfrm>
          <a:off x="0" y="0"/>
          <a:ext cx="0" cy="0"/>
          <a:chOff x="0" y="0"/>
          <a:chExt cx="0" cy="0"/>
        </a:xfrm>
      </p:grpSpPr>
      <p:pic>
        <p:nvPicPr>
          <p:cNvPr id="660" name="Google Shape;660;p8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61" name="Google Shape;661;p8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62" name="Google Shape;662;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63" name="Google Shape;663;p8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4" name="Google Shape;664;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5" name="Google Shape;665;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6" name="Google Shape;666;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67" name="Google Shape;667;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8" name="Google Shape;668;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69" name="Shape 669"/>
        <p:cNvGrpSpPr/>
        <p:nvPr/>
      </p:nvGrpSpPr>
      <p:grpSpPr>
        <a:xfrm>
          <a:off x="0" y="0"/>
          <a:ext cx="0" cy="0"/>
          <a:chOff x="0" y="0"/>
          <a:chExt cx="0" cy="0"/>
        </a:xfrm>
      </p:grpSpPr>
      <p:pic>
        <p:nvPicPr>
          <p:cNvPr id="670" name="Google Shape;670;p8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71" name="Google Shape;671;p8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72" name="Google Shape;672;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73" name="Google Shape;673;p8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4" name="Google Shape;674;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5" name="Google Shape;675;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77" name="Google Shape;677;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8" name="Google Shape;678;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79" name="Shape 679"/>
        <p:cNvGrpSpPr/>
        <p:nvPr/>
      </p:nvGrpSpPr>
      <p:grpSpPr>
        <a:xfrm>
          <a:off x="0" y="0"/>
          <a:ext cx="0" cy="0"/>
          <a:chOff x="0" y="0"/>
          <a:chExt cx="0" cy="0"/>
        </a:xfrm>
      </p:grpSpPr>
      <p:pic>
        <p:nvPicPr>
          <p:cNvPr descr="Divider1.png" id="680" name="Google Shape;680;p9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81" name="Google Shape;681;p90"/>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2" name="Google Shape;682;p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83" name="Shape 683"/>
        <p:cNvGrpSpPr/>
        <p:nvPr/>
      </p:nvGrpSpPr>
      <p:grpSpPr>
        <a:xfrm>
          <a:off x="0" y="0"/>
          <a:ext cx="0" cy="0"/>
          <a:chOff x="0" y="0"/>
          <a:chExt cx="0" cy="0"/>
        </a:xfrm>
      </p:grpSpPr>
      <p:pic>
        <p:nvPicPr>
          <p:cNvPr id="684" name="Google Shape;684;p9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85" name="Google Shape;685;p9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86" name="Google Shape;686;p91"/>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91"/>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88" name="Shape 688"/>
        <p:cNvGrpSpPr/>
        <p:nvPr/>
      </p:nvGrpSpPr>
      <p:grpSpPr>
        <a:xfrm>
          <a:off x="0" y="0"/>
          <a:ext cx="0" cy="0"/>
          <a:chOff x="0" y="0"/>
          <a:chExt cx="0" cy="0"/>
        </a:xfrm>
      </p:grpSpPr>
      <p:pic>
        <p:nvPicPr>
          <p:cNvPr id="689" name="Google Shape;689;p9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690" name="Shape 690"/>
        <p:cNvGrpSpPr/>
        <p:nvPr/>
      </p:nvGrpSpPr>
      <p:grpSpPr>
        <a:xfrm>
          <a:off x="0" y="0"/>
          <a:ext cx="0" cy="0"/>
          <a:chOff x="0" y="0"/>
          <a:chExt cx="0" cy="0"/>
        </a:xfrm>
      </p:grpSpPr>
      <p:sp>
        <p:nvSpPr>
          <p:cNvPr id="691" name="Google Shape;691;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2" name="Google Shape;692;p9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93" name="Google Shape;693;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4" name="Shape 694"/>
        <p:cNvGrpSpPr/>
        <p:nvPr/>
      </p:nvGrpSpPr>
      <p:grpSpPr>
        <a:xfrm>
          <a:off x="0" y="0"/>
          <a:ext cx="0" cy="0"/>
          <a:chOff x="0" y="0"/>
          <a:chExt cx="0" cy="0"/>
        </a:xfrm>
      </p:grpSpPr>
      <p:sp>
        <p:nvSpPr>
          <p:cNvPr id="695" name="Google Shape;695;p9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96" name="Google Shape;696;p9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97" name="Google Shape;697;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698" name="Shape 698"/>
        <p:cNvGrpSpPr/>
        <p:nvPr/>
      </p:nvGrpSpPr>
      <p:grpSpPr>
        <a:xfrm>
          <a:off x="0" y="0"/>
          <a:ext cx="0" cy="0"/>
          <a:chOff x="0" y="0"/>
          <a:chExt cx="0" cy="0"/>
        </a:xfrm>
      </p:grpSpPr>
      <p:sp>
        <p:nvSpPr>
          <p:cNvPr id="699" name="Google Shape;699;p95"/>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00" name="Google Shape;700;p95"/>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1" name="Shape 701"/>
        <p:cNvGrpSpPr/>
        <p:nvPr/>
      </p:nvGrpSpPr>
      <p:grpSpPr>
        <a:xfrm>
          <a:off x="0" y="0"/>
          <a:ext cx="0" cy="0"/>
          <a:chOff x="0" y="0"/>
          <a:chExt cx="0" cy="0"/>
        </a:xfrm>
      </p:grpSpPr>
      <p:sp>
        <p:nvSpPr>
          <p:cNvPr id="702" name="Google Shape;702;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03" name="Shape 703"/>
        <p:cNvGrpSpPr/>
        <p:nvPr/>
      </p:nvGrpSpPr>
      <p:grpSpPr>
        <a:xfrm>
          <a:off x="0" y="0"/>
          <a:ext cx="0" cy="0"/>
          <a:chOff x="0" y="0"/>
          <a:chExt cx="0" cy="0"/>
        </a:xfrm>
      </p:grpSpPr>
      <p:pic>
        <p:nvPicPr>
          <p:cNvPr id="704" name="Google Shape;704;p97"/>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05" name="Google Shape;705;p97"/>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06" name="Google Shape;706;p97"/>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07" name="Google Shape;707;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08" name="Google Shape;708;p97"/>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09" name="Google Shape;709;p97"/>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10" name="Shape 710"/>
        <p:cNvGrpSpPr/>
        <p:nvPr/>
      </p:nvGrpSpPr>
      <p:grpSpPr>
        <a:xfrm>
          <a:off x="0" y="0"/>
          <a:ext cx="0" cy="0"/>
          <a:chOff x="0" y="0"/>
          <a:chExt cx="0" cy="0"/>
        </a:xfrm>
      </p:grpSpPr>
      <p:pic>
        <p:nvPicPr>
          <p:cNvPr id="711" name="Google Shape;711;p9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12" name="Google Shape;712;p9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13" name="Google Shape;713;p9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14" name="Google Shape;714;p98"/>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15" name="Google Shape;715;p9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16" name="Google Shape;716;p9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7" name="Google Shape;717;p9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18" name="Google Shape;718;p9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19" name="Google Shape;719;p9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20" name="Shape 720"/>
        <p:cNvGrpSpPr/>
        <p:nvPr/>
      </p:nvGrpSpPr>
      <p:grpSpPr>
        <a:xfrm>
          <a:off x="0" y="0"/>
          <a:ext cx="0" cy="0"/>
          <a:chOff x="0" y="0"/>
          <a:chExt cx="0" cy="0"/>
        </a:xfrm>
      </p:grpSpPr>
      <p:pic>
        <p:nvPicPr>
          <p:cNvPr descr="Divider4.png" id="721" name="Google Shape;721;p99"/>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22" name="Google Shape;722;p99"/>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23" name="Google Shape;723;p99"/>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24" name="Google Shape;724;p99"/>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25" name="Shape 725"/>
        <p:cNvGrpSpPr/>
        <p:nvPr/>
      </p:nvGrpSpPr>
      <p:grpSpPr>
        <a:xfrm>
          <a:off x="0" y="0"/>
          <a:ext cx="0" cy="0"/>
          <a:chOff x="0" y="0"/>
          <a:chExt cx="0" cy="0"/>
        </a:xfrm>
      </p:grpSpPr>
      <p:sp>
        <p:nvSpPr>
          <p:cNvPr id="726" name="Google Shape;726;p100"/>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27" name="Google Shape;727;p100"/>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28" name="Google Shape;728;p100"/>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29" name="Google Shape;729;p100"/>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30" name="Google Shape;730;p100"/>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31" name="Shape 731"/>
        <p:cNvGrpSpPr/>
        <p:nvPr/>
      </p:nvGrpSpPr>
      <p:grpSpPr>
        <a:xfrm>
          <a:off x="0" y="0"/>
          <a:ext cx="0" cy="0"/>
          <a:chOff x="0" y="0"/>
          <a:chExt cx="0" cy="0"/>
        </a:xfrm>
      </p:grpSpPr>
      <p:pic>
        <p:nvPicPr>
          <p:cNvPr id="732" name="Google Shape;732;p101"/>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33" name="Google Shape;733;p101"/>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34" name="Google Shape;734;p101"/>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35" name="Google Shape;735;p101"/>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36" name="Google Shape;736;p101"/>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37" name="Google Shape;737;p101"/>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38" name="Google Shape;738;p101"/>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39" name="Google Shape;739;p101"/>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40" name="Google Shape;740;p101"/>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41" name="Google Shape;741;p101"/>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42" name="Google Shape;742;p101"/>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43" name="Google Shape;743;p101"/>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44" name="Google Shape;744;p101"/>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45" name="Google Shape;745;p101"/>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46" name="Shape 746"/>
        <p:cNvGrpSpPr/>
        <p:nvPr/>
      </p:nvGrpSpPr>
      <p:grpSpPr>
        <a:xfrm>
          <a:off x="0" y="0"/>
          <a:ext cx="0" cy="0"/>
          <a:chOff x="0" y="0"/>
          <a:chExt cx="0" cy="0"/>
        </a:xfrm>
      </p:grpSpPr>
      <p:sp>
        <p:nvSpPr>
          <p:cNvPr id="747" name="Google Shape;747;p102"/>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48" name="Google Shape;748;p102"/>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49" name="Google Shape;749;p102"/>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50" name="Google Shape;750;p102"/>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51" name="Google Shape;751;p102"/>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52" name="Shape 752"/>
        <p:cNvGrpSpPr/>
        <p:nvPr/>
      </p:nvGrpSpPr>
      <p:grpSpPr>
        <a:xfrm>
          <a:off x="0" y="0"/>
          <a:ext cx="0" cy="0"/>
          <a:chOff x="0" y="0"/>
          <a:chExt cx="0" cy="0"/>
        </a:xfrm>
      </p:grpSpPr>
      <p:pic>
        <p:nvPicPr>
          <p:cNvPr id="753" name="Google Shape;753;p103"/>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54" name="Google Shape;754;p103"/>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55" name="Google Shape;755;p103"/>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6" name="Google Shape;756;p103"/>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57" name="Google Shape;757;p103"/>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58" name="Shape 758"/>
        <p:cNvGrpSpPr/>
        <p:nvPr/>
      </p:nvGrpSpPr>
      <p:grpSpPr>
        <a:xfrm>
          <a:off x="0" y="0"/>
          <a:ext cx="0" cy="0"/>
          <a:chOff x="0" y="0"/>
          <a:chExt cx="0" cy="0"/>
        </a:xfrm>
      </p:grpSpPr>
      <p:sp>
        <p:nvSpPr>
          <p:cNvPr id="759" name="Google Shape;759;p104"/>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60" name="Google Shape;760;p104"/>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61" name="Google Shape;761;p104"/>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62" name="Google Shape;762;p104"/>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63" name="Google Shape;763;p104"/>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764" name="Shape 764"/>
        <p:cNvGrpSpPr/>
        <p:nvPr/>
      </p:nvGrpSpPr>
      <p:grpSpPr>
        <a:xfrm>
          <a:off x="0" y="0"/>
          <a:ext cx="0" cy="0"/>
          <a:chOff x="0" y="0"/>
          <a:chExt cx="0" cy="0"/>
        </a:xfrm>
      </p:grpSpPr>
      <p:pic>
        <p:nvPicPr>
          <p:cNvPr id="765" name="Google Shape;765;p10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66" name="Google Shape;766;p10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67" name="Google Shape;767;p10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68" name="Google Shape;768;p10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769" name="Google Shape;769;p10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770" name="Google Shape;770;p10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771" name="Google Shape;771;p105"/>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1">
  <p:cSld name="CUSTOM_6_2_1_1_2">
    <p:spTree>
      <p:nvGrpSpPr>
        <p:cNvPr id="772" name="Shape 772"/>
        <p:cNvGrpSpPr/>
        <p:nvPr/>
      </p:nvGrpSpPr>
      <p:grpSpPr>
        <a:xfrm>
          <a:off x="0" y="0"/>
          <a:ext cx="0" cy="0"/>
          <a:chOff x="0" y="0"/>
          <a:chExt cx="0" cy="0"/>
        </a:xfrm>
      </p:grpSpPr>
      <p:pic>
        <p:nvPicPr>
          <p:cNvPr id="773" name="Google Shape;773;p10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774" name="Google Shape;774;p10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75" name="Google Shape;775;p10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76" name="Google Shape;776;p10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77" name="Google Shape;777;p10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78" name="Google Shape;778;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9" name="Google Shape;779;p10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780" name="Google Shape;780;p10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81" name="Google Shape;781;p10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82" name="Shape 782"/>
        <p:cNvGrpSpPr/>
        <p:nvPr/>
      </p:nvGrpSpPr>
      <p:grpSpPr>
        <a:xfrm>
          <a:off x="0" y="0"/>
          <a:ext cx="0" cy="0"/>
          <a:chOff x="0" y="0"/>
          <a:chExt cx="0" cy="0"/>
        </a:xfrm>
      </p:grpSpPr>
      <p:sp>
        <p:nvSpPr>
          <p:cNvPr id="783" name="Google Shape;783;p10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4" name="Google Shape;784;p107"/>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85" name="Google Shape;785;p107"/>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86" name="Google Shape;786;p107"/>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87" name="Google Shape;787;p107"/>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2">
  <p:cSld name="CUSTOM_6_4">
    <p:spTree>
      <p:nvGrpSpPr>
        <p:cNvPr id="788" name="Shape 788"/>
        <p:cNvGrpSpPr/>
        <p:nvPr/>
      </p:nvGrpSpPr>
      <p:grpSpPr>
        <a:xfrm>
          <a:off x="0" y="0"/>
          <a:ext cx="0" cy="0"/>
          <a:chOff x="0" y="0"/>
          <a:chExt cx="0" cy="0"/>
        </a:xfrm>
      </p:grpSpPr>
      <p:pic>
        <p:nvPicPr>
          <p:cNvPr id="789" name="Google Shape;789;p10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90" name="Google Shape;790;p10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91" name="Google Shape;791;p10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92" name="Google Shape;792;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793" name="Google Shape;793;p10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794" name="Google Shape;794;p10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795" name="Google Shape;795;p108"/>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99" name="Shape 799"/>
        <p:cNvGrpSpPr/>
        <p:nvPr/>
      </p:nvGrpSpPr>
      <p:grpSpPr>
        <a:xfrm>
          <a:off x="0" y="0"/>
          <a:ext cx="0" cy="0"/>
          <a:chOff x="0" y="0"/>
          <a:chExt cx="0" cy="0"/>
        </a:xfrm>
      </p:grpSpPr>
      <p:pic>
        <p:nvPicPr>
          <p:cNvPr id="800" name="Google Shape;800;p11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801" name="Google Shape;801;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802" name="Shape 802"/>
        <p:cNvGrpSpPr/>
        <p:nvPr/>
      </p:nvGrpSpPr>
      <p:grpSpPr>
        <a:xfrm>
          <a:off x="0" y="0"/>
          <a:ext cx="0" cy="0"/>
          <a:chOff x="0" y="0"/>
          <a:chExt cx="0" cy="0"/>
        </a:xfrm>
      </p:grpSpPr>
      <p:pic>
        <p:nvPicPr>
          <p:cNvPr id="803" name="Google Shape;803;p11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804" name="Google Shape;804;p111"/>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05" name="Google Shape;805;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6" name="Google Shape;806;p111"/>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07" name="Shape 807"/>
        <p:cNvGrpSpPr/>
        <p:nvPr/>
      </p:nvGrpSpPr>
      <p:grpSpPr>
        <a:xfrm>
          <a:off x="0" y="0"/>
          <a:ext cx="0" cy="0"/>
          <a:chOff x="0" y="0"/>
          <a:chExt cx="0" cy="0"/>
        </a:xfrm>
      </p:grpSpPr>
      <p:pic>
        <p:nvPicPr>
          <p:cNvPr descr="Divider4.png" id="808" name="Google Shape;808;p11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09" name="Google Shape;809;p112"/>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10" name="Google Shape;810;p112"/>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11" name="Google Shape;811;p112"/>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12" name="Google Shape;812;p112"/>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13" name="Google Shape;813;p112"/>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14" name="Shape 814"/>
        <p:cNvGrpSpPr/>
        <p:nvPr/>
      </p:nvGrpSpPr>
      <p:grpSpPr>
        <a:xfrm>
          <a:off x="0" y="0"/>
          <a:ext cx="0" cy="0"/>
          <a:chOff x="0" y="0"/>
          <a:chExt cx="0" cy="0"/>
        </a:xfrm>
      </p:grpSpPr>
      <p:sp>
        <p:nvSpPr>
          <p:cNvPr id="815" name="Google Shape;815;p113"/>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16" name="Google Shape;816;p113"/>
          <p:cNvGrpSpPr/>
          <p:nvPr/>
        </p:nvGrpSpPr>
        <p:grpSpPr>
          <a:xfrm rot="5400000">
            <a:off x="5719749" y="1629787"/>
            <a:ext cx="4964577" cy="1883925"/>
            <a:chOff x="4152224" y="1218499"/>
            <a:chExt cx="4964577" cy="1883925"/>
          </a:xfrm>
        </p:grpSpPr>
        <p:pic>
          <p:nvPicPr>
            <p:cNvPr id="817" name="Google Shape;817;p113"/>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18" name="Google Shape;818;p113"/>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19" name="Google Shape;819;p11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0" name="Google Shape;820;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1" name="Google Shape;821;p113"/>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22" name="Shape 822"/>
        <p:cNvGrpSpPr/>
        <p:nvPr/>
      </p:nvGrpSpPr>
      <p:grpSpPr>
        <a:xfrm>
          <a:off x="0" y="0"/>
          <a:ext cx="0" cy="0"/>
          <a:chOff x="0" y="0"/>
          <a:chExt cx="0" cy="0"/>
        </a:xfrm>
      </p:grpSpPr>
      <p:pic>
        <p:nvPicPr>
          <p:cNvPr id="823" name="Google Shape;823;p11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4" name="Google Shape;824;p11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25" name="Google Shape;825;p11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26" name="Google Shape;826;p11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7" name="Google Shape;827;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8" name="Google Shape;828;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9" name="Google Shape;829;p114"/>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0" name="Google Shape;830;p11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31" name="Shape 831"/>
        <p:cNvGrpSpPr/>
        <p:nvPr/>
      </p:nvGrpSpPr>
      <p:grpSpPr>
        <a:xfrm>
          <a:off x="0" y="0"/>
          <a:ext cx="0" cy="0"/>
          <a:chOff x="0" y="0"/>
          <a:chExt cx="0" cy="0"/>
        </a:xfrm>
      </p:grpSpPr>
      <p:pic>
        <p:nvPicPr>
          <p:cNvPr id="832" name="Google Shape;832;p11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33" name="Google Shape;833;p11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34" name="Google Shape;834;p115"/>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35" name="Google Shape;835;p11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36" name="Google Shape;836;p11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7" name="Google Shape;837;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8" name="Google Shape;838;p11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39" name="Shape 839"/>
        <p:cNvGrpSpPr/>
        <p:nvPr/>
      </p:nvGrpSpPr>
      <p:grpSpPr>
        <a:xfrm>
          <a:off x="0" y="0"/>
          <a:ext cx="0" cy="0"/>
          <a:chOff x="0" y="0"/>
          <a:chExt cx="0" cy="0"/>
        </a:xfrm>
      </p:grpSpPr>
      <p:pic>
        <p:nvPicPr>
          <p:cNvPr id="840" name="Google Shape;840;p11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1" name="Google Shape;841;p11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42" name="Google Shape;842;p116"/>
          <p:cNvGrpSpPr/>
          <p:nvPr/>
        </p:nvGrpSpPr>
        <p:grpSpPr>
          <a:xfrm>
            <a:off x="5709066" y="201260"/>
            <a:ext cx="2296623" cy="4424889"/>
            <a:chOff x="5598780" y="137712"/>
            <a:chExt cx="2577001" cy="4664652"/>
          </a:xfrm>
        </p:grpSpPr>
        <p:pic>
          <p:nvPicPr>
            <p:cNvPr id="843" name="Google Shape;843;p116"/>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44" name="Google Shape;844;p116"/>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5" name="Google Shape;845;p11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6" name="Google Shape;846;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47" name="Google Shape;847;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8" name="Google Shape;848;p116"/>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49" name="Shape 849"/>
        <p:cNvGrpSpPr/>
        <p:nvPr/>
      </p:nvGrpSpPr>
      <p:grpSpPr>
        <a:xfrm>
          <a:off x="0" y="0"/>
          <a:ext cx="0" cy="0"/>
          <a:chOff x="0" y="0"/>
          <a:chExt cx="0" cy="0"/>
        </a:xfrm>
      </p:grpSpPr>
      <p:pic>
        <p:nvPicPr>
          <p:cNvPr id="850" name="Google Shape;850;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51" name="Google Shape;851;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2" name="Google Shape;852;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3" name="Google Shape;853;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4" name="Google Shape;854;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5" name="Google Shape;855;p117"/>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6" name="Google Shape;856;p117"/>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57" name="Shape 857"/>
        <p:cNvGrpSpPr/>
        <p:nvPr/>
      </p:nvGrpSpPr>
      <p:grpSpPr>
        <a:xfrm>
          <a:off x="0" y="0"/>
          <a:ext cx="0" cy="0"/>
          <a:chOff x="0" y="0"/>
          <a:chExt cx="0" cy="0"/>
        </a:xfrm>
      </p:grpSpPr>
      <p:pic>
        <p:nvPicPr>
          <p:cNvPr id="858" name="Google Shape;858;p118"/>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59" name="Google Shape;859;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0" name="Google Shape;860;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61" name="Google Shape;861;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2" name="Google Shape;862;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63" name="Google Shape;863;p118"/>
          <p:cNvGrpSpPr/>
          <p:nvPr/>
        </p:nvGrpSpPr>
        <p:grpSpPr>
          <a:xfrm>
            <a:off x="4344100" y="398125"/>
            <a:ext cx="4546500" cy="4222800"/>
            <a:chOff x="4344100" y="398125"/>
            <a:chExt cx="4546500" cy="4222800"/>
          </a:xfrm>
        </p:grpSpPr>
        <p:sp>
          <p:nvSpPr>
            <p:cNvPr id="864" name="Google Shape;864;p118"/>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118"/>
            <p:cNvGrpSpPr/>
            <p:nvPr/>
          </p:nvGrpSpPr>
          <p:grpSpPr>
            <a:xfrm>
              <a:off x="4445450" y="524200"/>
              <a:ext cx="399495" cy="101100"/>
              <a:chOff x="4445450" y="524200"/>
              <a:chExt cx="399495" cy="101100"/>
            </a:xfrm>
          </p:grpSpPr>
          <p:sp>
            <p:nvSpPr>
              <p:cNvPr id="866" name="Google Shape;866;p118"/>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8"/>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8"/>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9" name="Google Shape;869;p118"/>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70" name="Shape 870"/>
        <p:cNvGrpSpPr/>
        <p:nvPr/>
      </p:nvGrpSpPr>
      <p:grpSpPr>
        <a:xfrm>
          <a:off x="0" y="0"/>
          <a:ext cx="0" cy="0"/>
          <a:chOff x="0" y="0"/>
          <a:chExt cx="0" cy="0"/>
        </a:xfrm>
      </p:grpSpPr>
      <p:pic>
        <p:nvPicPr>
          <p:cNvPr id="871" name="Google Shape;871;p11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72" name="Google Shape;872;p11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3" name="Google Shape;873;p11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4" name="Google Shape;874;p11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5" name="Google Shape;875;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76" name="Shape 876"/>
        <p:cNvGrpSpPr/>
        <p:nvPr/>
      </p:nvGrpSpPr>
      <p:grpSpPr>
        <a:xfrm>
          <a:off x="0" y="0"/>
          <a:ext cx="0" cy="0"/>
          <a:chOff x="0" y="0"/>
          <a:chExt cx="0" cy="0"/>
        </a:xfrm>
      </p:grpSpPr>
      <p:pic>
        <p:nvPicPr>
          <p:cNvPr id="877" name="Google Shape;877;p12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78" name="Google Shape;878;p120"/>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20"/>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80" name="Google Shape;880;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81" name="Google Shape;881;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2" name="Google Shape;882;p12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83" name="Google Shape;883;p12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84" name="Google Shape;884;p12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85" name="Shape 885"/>
        <p:cNvGrpSpPr/>
        <p:nvPr/>
      </p:nvGrpSpPr>
      <p:grpSpPr>
        <a:xfrm>
          <a:off x="0" y="0"/>
          <a:ext cx="0" cy="0"/>
          <a:chOff x="0" y="0"/>
          <a:chExt cx="0" cy="0"/>
        </a:xfrm>
      </p:grpSpPr>
      <p:pic>
        <p:nvPicPr>
          <p:cNvPr id="886" name="Google Shape;886;p12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87" name="Google Shape;887;p12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88" name="Google Shape;888;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9" name="Google Shape;889;p12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0" name="Google Shape;890;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91" name="Google Shape;891;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92" name="Google Shape;892;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93" name="Google Shape;893;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94" name="Google Shape;894;p12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95" name="Shape 895"/>
        <p:cNvGrpSpPr/>
        <p:nvPr/>
      </p:nvGrpSpPr>
      <p:grpSpPr>
        <a:xfrm>
          <a:off x="0" y="0"/>
          <a:ext cx="0" cy="0"/>
          <a:chOff x="0" y="0"/>
          <a:chExt cx="0" cy="0"/>
        </a:xfrm>
      </p:grpSpPr>
      <p:pic>
        <p:nvPicPr>
          <p:cNvPr id="896" name="Google Shape;896;p12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97" name="Google Shape;897;p12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98" name="Google Shape;898;p12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9" name="Google Shape;899;p12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00" name="Google Shape;900;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901" name="Google Shape;901;p12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902" name="Google Shape;902;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903" name="Google Shape;903;p12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904" name="Shape 904"/>
        <p:cNvGrpSpPr/>
        <p:nvPr/>
      </p:nvGrpSpPr>
      <p:grpSpPr>
        <a:xfrm>
          <a:off x="0" y="0"/>
          <a:ext cx="0" cy="0"/>
          <a:chOff x="0" y="0"/>
          <a:chExt cx="0" cy="0"/>
        </a:xfrm>
      </p:grpSpPr>
      <p:pic>
        <p:nvPicPr>
          <p:cNvPr id="905" name="Google Shape;905;p12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06" name="Google Shape;906;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7" name="Google Shape;907;p12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8" name="Google Shape;908;p12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9" name="Google Shape;909;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0" name="Google Shape;910;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1" name="Google Shape;911;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12" name="Google Shape;912;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3" name="Google Shape;913;p12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14" name="Shape 914"/>
        <p:cNvGrpSpPr/>
        <p:nvPr/>
      </p:nvGrpSpPr>
      <p:grpSpPr>
        <a:xfrm>
          <a:off x="0" y="0"/>
          <a:ext cx="0" cy="0"/>
          <a:chOff x="0" y="0"/>
          <a:chExt cx="0" cy="0"/>
        </a:xfrm>
      </p:grpSpPr>
      <p:pic>
        <p:nvPicPr>
          <p:cNvPr id="915" name="Google Shape;915;p12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16" name="Google Shape;916;p12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17" name="Google Shape;917;p12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8" name="Google Shape;918;p12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9" name="Google Shape;919;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0" name="Google Shape;920;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1" name="Google Shape;921;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22" name="Google Shape;922;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3" name="Google Shape;923;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24" name="Shape 924"/>
        <p:cNvGrpSpPr/>
        <p:nvPr/>
      </p:nvGrpSpPr>
      <p:grpSpPr>
        <a:xfrm>
          <a:off x="0" y="0"/>
          <a:ext cx="0" cy="0"/>
          <a:chOff x="0" y="0"/>
          <a:chExt cx="0" cy="0"/>
        </a:xfrm>
      </p:grpSpPr>
      <p:pic>
        <p:nvPicPr>
          <p:cNvPr id="925" name="Google Shape;925;p12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26" name="Google Shape;926;p12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27" name="Google Shape;927;p12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8" name="Google Shape;928;p12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9" name="Google Shape;929;p12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0" name="Google Shape;930;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1" name="Google Shape;931;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32" name="Google Shape;932;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3" name="Google Shape;933;p12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34" name="Shape 934"/>
        <p:cNvGrpSpPr/>
        <p:nvPr/>
      </p:nvGrpSpPr>
      <p:grpSpPr>
        <a:xfrm>
          <a:off x="0" y="0"/>
          <a:ext cx="0" cy="0"/>
          <a:chOff x="0" y="0"/>
          <a:chExt cx="0" cy="0"/>
        </a:xfrm>
      </p:grpSpPr>
      <p:pic>
        <p:nvPicPr>
          <p:cNvPr id="935" name="Google Shape;935;p12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36" name="Google Shape;936;p1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37" name="Google Shape;937;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8" name="Google Shape;938;p12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9" name="Google Shape;939;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40" name="Google Shape;940;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1" name="Google Shape;941;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42" name="Google Shape;942;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43" name="Google Shape;943;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44" name="Shape 944"/>
        <p:cNvGrpSpPr/>
        <p:nvPr/>
      </p:nvGrpSpPr>
      <p:grpSpPr>
        <a:xfrm>
          <a:off x="0" y="0"/>
          <a:ext cx="0" cy="0"/>
          <a:chOff x="0" y="0"/>
          <a:chExt cx="0" cy="0"/>
        </a:xfrm>
      </p:grpSpPr>
      <p:pic>
        <p:nvPicPr>
          <p:cNvPr id="945" name="Google Shape;945;p12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46" name="Google Shape;946;p12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47" name="Google Shape;947;p12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48" name="Google Shape;948;p1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49" name="Google Shape;949;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0" name="Google Shape;950;p12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2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52" name="Google Shape;952;p12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3" name="Google Shape;953;p12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54" name="Google Shape;954;p12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55" name="Shape 955"/>
        <p:cNvGrpSpPr/>
        <p:nvPr/>
      </p:nvGrpSpPr>
      <p:grpSpPr>
        <a:xfrm>
          <a:off x="0" y="0"/>
          <a:ext cx="0" cy="0"/>
          <a:chOff x="0" y="0"/>
          <a:chExt cx="0" cy="0"/>
        </a:xfrm>
      </p:grpSpPr>
      <p:pic>
        <p:nvPicPr>
          <p:cNvPr id="956" name="Google Shape;956;p12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57" name="Google Shape;957;p12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58" name="Google Shape;958;p12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9" name="Google Shape;959;p12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0" name="Google Shape;960;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1" name="Google Shape;961;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2" name="Google Shape;962;p12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63" name="Google Shape;963;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4" name="Google Shape;964;p1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65" name="Shape 965"/>
        <p:cNvGrpSpPr/>
        <p:nvPr/>
      </p:nvGrpSpPr>
      <p:grpSpPr>
        <a:xfrm>
          <a:off x="0" y="0"/>
          <a:ext cx="0" cy="0"/>
          <a:chOff x="0" y="0"/>
          <a:chExt cx="0" cy="0"/>
        </a:xfrm>
      </p:grpSpPr>
      <p:pic>
        <p:nvPicPr>
          <p:cNvPr id="966" name="Google Shape;966;p12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67" name="Google Shape;967;p1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68" name="Google Shape;968;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9" name="Google Shape;969;p12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70" name="Google Shape;970;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71" name="Google Shape;971;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2" name="Google Shape;972;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73" name="Google Shape;973;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74" name="Google Shape;974;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75" name="Shape 975"/>
        <p:cNvGrpSpPr/>
        <p:nvPr/>
      </p:nvGrpSpPr>
      <p:grpSpPr>
        <a:xfrm>
          <a:off x="0" y="0"/>
          <a:ext cx="0" cy="0"/>
          <a:chOff x="0" y="0"/>
          <a:chExt cx="0" cy="0"/>
        </a:xfrm>
      </p:grpSpPr>
      <p:pic>
        <p:nvPicPr>
          <p:cNvPr id="976" name="Google Shape;976;p13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77" name="Google Shape;977;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3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79" name="Google Shape;979;p13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80" name="Google Shape;980;p130"/>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81" name="Google Shape;981;p13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82" name="Shape 982"/>
        <p:cNvGrpSpPr/>
        <p:nvPr/>
      </p:nvGrpSpPr>
      <p:grpSpPr>
        <a:xfrm>
          <a:off x="0" y="0"/>
          <a:ext cx="0" cy="0"/>
          <a:chOff x="0" y="0"/>
          <a:chExt cx="0" cy="0"/>
        </a:xfrm>
      </p:grpSpPr>
      <p:pic>
        <p:nvPicPr>
          <p:cNvPr descr="Divider1.png" id="983" name="Google Shape;983;p13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84" name="Google Shape;984;p13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5" name="Google Shape;985;p13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86" name="Shape 986"/>
        <p:cNvGrpSpPr/>
        <p:nvPr/>
      </p:nvGrpSpPr>
      <p:grpSpPr>
        <a:xfrm>
          <a:off x="0" y="0"/>
          <a:ext cx="0" cy="0"/>
          <a:chOff x="0" y="0"/>
          <a:chExt cx="0" cy="0"/>
        </a:xfrm>
      </p:grpSpPr>
      <p:pic>
        <p:nvPicPr>
          <p:cNvPr id="987" name="Google Shape;987;p13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88" name="Google Shape;988;p13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89" name="Google Shape;989;p13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3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91" name="Shape 991"/>
        <p:cNvGrpSpPr/>
        <p:nvPr/>
      </p:nvGrpSpPr>
      <p:grpSpPr>
        <a:xfrm>
          <a:off x="0" y="0"/>
          <a:ext cx="0" cy="0"/>
          <a:chOff x="0" y="0"/>
          <a:chExt cx="0" cy="0"/>
        </a:xfrm>
      </p:grpSpPr>
      <p:pic>
        <p:nvPicPr>
          <p:cNvPr id="992" name="Google Shape;992;p13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93" name="Shape 993"/>
        <p:cNvGrpSpPr/>
        <p:nvPr/>
      </p:nvGrpSpPr>
      <p:grpSpPr>
        <a:xfrm>
          <a:off x="0" y="0"/>
          <a:ext cx="0" cy="0"/>
          <a:chOff x="0" y="0"/>
          <a:chExt cx="0" cy="0"/>
        </a:xfrm>
      </p:grpSpPr>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94" name="Shape 994"/>
        <p:cNvGrpSpPr/>
        <p:nvPr/>
      </p:nvGrpSpPr>
      <p:grpSpPr>
        <a:xfrm>
          <a:off x="0" y="0"/>
          <a:ext cx="0" cy="0"/>
          <a:chOff x="0" y="0"/>
          <a:chExt cx="0" cy="0"/>
        </a:xfrm>
      </p:grpSpPr>
      <p:grpSp>
        <p:nvGrpSpPr>
          <p:cNvPr id="995" name="Google Shape;995;p135"/>
          <p:cNvGrpSpPr/>
          <p:nvPr/>
        </p:nvGrpSpPr>
        <p:grpSpPr>
          <a:xfrm>
            <a:off x="6262100" y="-3850"/>
            <a:ext cx="2886900" cy="485125"/>
            <a:chOff x="6262100" y="-3850"/>
            <a:chExt cx="2886900" cy="485125"/>
          </a:xfrm>
        </p:grpSpPr>
        <p:pic>
          <p:nvPicPr>
            <p:cNvPr descr="1.png" id="996" name="Google Shape;996;p13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97" name="Google Shape;997;p13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98" name="Google Shape;998;p13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99" name="Google Shape;999;p13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000" name="Google Shape;1000;p13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1" name="Google Shape;1001;p1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2" name="Google Shape;1002;p13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003" name="Google Shape;1003;p13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004" name="Google Shape;1004;p13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05" name="Google Shape;1005;p13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06" name="Google Shape;1006;p13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07" name="Google Shape;1007;p13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08" name="Google Shape;1008;p13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09" name="Shape 1009"/>
        <p:cNvGrpSpPr/>
        <p:nvPr/>
      </p:nvGrpSpPr>
      <p:grpSpPr>
        <a:xfrm>
          <a:off x="0" y="0"/>
          <a:ext cx="0" cy="0"/>
          <a:chOff x="0" y="0"/>
          <a:chExt cx="0" cy="0"/>
        </a:xfrm>
      </p:grpSpPr>
      <p:pic>
        <p:nvPicPr>
          <p:cNvPr id="1010" name="Google Shape;1010;p13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11" name="Google Shape;1011;p13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12" name="Google Shape;1012;p13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13" name="Google Shape;1013;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4" name="Google Shape;1014;p136"/>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15" name="Google Shape;1015;p136"/>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019" name="Shape 1019"/>
        <p:cNvGrpSpPr/>
        <p:nvPr/>
      </p:nvGrpSpPr>
      <p:grpSpPr>
        <a:xfrm>
          <a:off x="0" y="0"/>
          <a:ext cx="0" cy="0"/>
          <a:chOff x="0" y="0"/>
          <a:chExt cx="0" cy="0"/>
        </a:xfrm>
      </p:grpSpPr>
      <p:pic>
        <p:nvPicPr>
          <p:cNvPr id="1020" name="Google Shape;1020;p13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21" name="Google Shape;1021;p13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22" name="Shape 1022"/>
        <p:cNvGrpSpPr/>
        <p:nvPr/>
      </p:nvGrpSpPr>
      <p:grpSpPr>
        <a:xfrm>
          <a:off x="0" y="0"/>
          <a:ext cx="0" cy="0"/>
          <a:chOff x="0" y="0"/>
          <a:chExt cx="0" cy="0"/>
        </a:xfrm>
      </p:grpSpPr>
      <p:pic>
        <p:nvPicPr>
          <p:cNvPr id="1023" name="Google Shape;1023;p13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24" name="Google Shape;1024;p13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25" name="Google Shape;1025;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6" name="Google Shape;1026;p13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27" name="Shape 1027"/>
        <p:cNvGrpSpPr/>
        <p:nvPr/>
      </p:nvGrpSpPr>
      <p:grpSpPr>
        <a:xfrm>
          <a:off x="0" y="0"/>
          <a:ext cx="0" cy="0"/>
          <a:chOff x="0" y="0"/>
          <a:chExt cx="0" cy="0"/>
        </a:xfrm>
      </p:grpSpPr>
      <p:pic>
        <p:nvPicPr>
          <p:cNvPr descr="Divider4.png" id="1028" name="Google Shape;1028;p14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29" name="Google Shape;1029;p14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30" name="Google Shape;1030;p14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31" name="Google Shape;1031;p14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32" name="Google Shape;1032;p14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33" name="Google Shape;1033;p14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34" name="Shape 1034"/>
        <p:cNvGrpSpPr/>
        <p:nvPr/>
      </p:nvGrpSpPr>
      <p:grpSpPr>
        <a:xfrm>
          <a:off x="0" y="0"/>
          <a:ext cx="0" cy="0"/>
          <a:chOff x="0" y="0"/>
          <a:chExt cx="0" cy="0"/>
        </a:xfrm>
      </p:grpSpPr>
      <p:sp>
        <p:nvSpPr>
          <p:cNvPr id="1035" name="Google Shape;1035;p141"/>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1036" name="Google Shape;1036;p141"/>
          <p:cNvGrpSpPr/>
          <p:nvPr/>
        </p:nvGrpSpPr>
        <p:grpSpPr>
          <a:xfrm rot="5400000">
            <a:off x="5719749" y="1629787"/>
            <a:ext cx="4964577" cy="1883925"/>
            <a:chOff x="4152224" y="1218499"/>
            <a:chExt cx="4964577" cy="1883925"/>
          </a:xfrm>
        </p:grpSpPr>
        <p:pic>
          <p:nvPicPr>
            <p:cNvPr id="1037" name="Google Shape;1037;p14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38" name="Google Shape;1038;p14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39" name="Google Shape;1039;p14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0" name="Google Shape;1040;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41" name="Google Shape;1041;p141"/>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42" name="Shape 1042"/>
        <p:cNvGrpSpPr/>
        <p:nvPr/>
      </p:nvGrpSpPr>
      <p:grpSpPr>
        <a:xfrm>
          <a:off x="0" y="0"/>
          <a:ext cx="0" cy="0"/>
          <a:chOff x="0" y="0"/>
          <a:chExt cx="0" cy="0"/>
        </a:xfrm>
      </p:grpSpPr>
      <p:pic>
        <p:nvPicPr>
          <p:cNvPr id="1043" name="Google Shape;1043;p14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44" name="Google Shape;1044;p14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45" name="Google Shape;1045;p14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46" name="Google Shape;1046;p14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47" name="Google Shape;1047;p14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8" name="Google Shape;1048;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49" name="Google Shape;1049;p14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50" name="Google Shape;1050;p14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51" name="Shape 1051"/>
        <p:cNvGrpSpPr/>
        <p:nvPr/>
      </p:nvGrpSpPr>
      <p:grpSpPr>
        <a:xfrm>
          <a:off x="0" y="0"/>
          <a:ext cx="0" cy="0"/>
          <a:chOff x="0" y="0"/>
          <a:chExt cx="0" cy="0"/>
        </a:xfrm>
      </p:grpSpPr>
      <p:pic>
        <p:nvPicPr>
          <p:cNvPr id="1052" name="Google Shape;1052;p14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53" name="Google Shape;1053;p14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54" name="Google Shape;1054;p14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55" name="Google Shape;1055;p14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56" name="Google Shape;1056;p14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57" name="Google Shape;1057;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8" name="Google Shape;1058;p14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59" name="Shape 1059"/>
        <p:cNvGrpSpPr/>
        <p:nvPr/>
      </p:nvGrpSpPr>
      <p:grpSpPr>
        <a:xfrm>
          <a:off x="0" y="0"/>
          <a:ext cx="0" cy="0"/>
          <a:chOff x="0" y="0"/>
          <a:chExt cx="0" cy="0"/>
        </a:xfrm>
      </p:grpSpPr>
      <p:pic>
        <p:nvPicPr>
          <p:cNvPr id="1060" name="Google Shape;1060;p14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61" name="Google Shape;1061;p14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62" name="Google Shape;1062;p144"/>
          <p:cNvGrpSpPr/>
          <p:nvPr/>
        </p:nvGrpSpPr>
        <p:grpSpPr>
          <a:xfrm>
            <a:off x="5709066" y="201260"/>
            <a:ext cx="2296623" cy="4424889"/>
            <a:chOff x="5598780" y="137712"/>
            <a:chExt cx="2577001" cy="4664652"/>
          </a:xfrm>
        </p:grpSpPr>
        <p:pic>
          <p:nvPicPr>
            <p:cNvPr id="1063" name="Google Shape;1063;p14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64" name="Google Shape;1064;p14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5" name="Google Shape;1065;p14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6" name="Google Shape;1066;p1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67" name="Google Shape;1067;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8" name="Google Shape;1068;p14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69" name="Shape 1069"/>
        <p:cNvGrpSpPr/>
        <p:nvPr/>
      </p:nvGrpSpPr>
      <p:grpSpPr>
        <a:xfrm>
          <a:off x="0" y="0"/>
          <a:ext cx="0" cy="0"/>
          <a:chOff x="0" y="0"/>
          <a:chExt cx="0" cy="0"/>
        </a:xfrm>
      </p:grpSpPr>
      <p:pic>
        <p:nvPicPr>
          <p:cNvPr id="1070" name="Google Shape;1070;p14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71" name="Google Shape;1071;p14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2" name="Google Shape;1072;p14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3" name="Google Shape;1073;p14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4" name="Google Shape;1074;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75" name="Google Shape;1075;p14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6" name="Google Shape;1076;p14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77" name="Shape 1077"/>
        <p:cNvGrpSpPr/>
        <p:nvPr/>
      </p:nvGrpSpPr>
      <p:grpSpPr>
        <a:xfrm>
          <a:off x="0" y="0"/>
          <a:ext cx="0" cy="0"/>
          <a:chOff x="0" y="0"/>
          <a:chExt cx="0" cy="0"/>
        </a:xfrm>
      </p:grpSpPr>
      <p:pic>
        <p:nvPicPr>
          <p:cNvPr id="1078" name="Google Shape;1078;p14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79" name="Google Shape;1079;p14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0" name="Google Shape;1080;p14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81" name="Google Shape;1081;p1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2" name="Google Shape;1082;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83" name="Google Shape;1083;p146"/>
          <p:cNvGrpSpPr/>
          <p:nvPr/>
        </p:nvGrpSpPr>
        <p:grpSpPr>
          <a:xfrm>
            <a:off x="4344100" y="398125"/>
            <a:ext cx="4546500" cy="4222800"/>
            <a:chOff x="4344100" y="398125"/>
            <a:chExt cx="4546500" cy="4222800"/>
          </a:xfrm>
        </p:grpSpPr>
        <p:sp>
          <p:nvSpPr>
            <p:cNvPr id="1084" name="Google Shape;1084;p14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5" name="Google Shape;1085;p146"/>
            <p:cNvGrpSpPr/>
            <p:nvPr/>
          </p:nvGrpSpPr>
          <p:grpSpPr>
            <a:xfrm>
              <a:off x="4445450" y="524200"/>
              <a:ext cx="399495" cy="101100"/>
              <a:chOff x="4445450" y="524200"/>
              <a:chExt cx="399495" cy="101100"/>
            </a:xfrm>
          </p:grpSpPr>
          <p:sp>
            <p:nvSpPr>
              <p:cNvPr id="1086" name="Google Shape;1086;p14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4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4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9" name="Google Shape;1089;p14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90" name="Shape 1090"/>
        <p:cNvGrpSpPr/>
        <p:nvPr/>
      </p:nvGrpSpPr>
      <p:grpSpPr>
        <a:xfrm>
          <a:off x="0" y="0"/>
          <a:ext cx="0" cy="0"/>
          <a:chOff x="0" y="0"/>
          <a:chExt cx="0" cy="0"/>
        </a:xfrm>
      </p:grpSpPr>
      <p:pic>
        <p:nvPicPr>
          <p:cNvPr id="1091" name="Google Shape;1091;p1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92" name="Google Shape;1092;p1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93" name="Google Shape;1093;p1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94" name="Google Shape;1094;p14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95" name="Google Shape;1095;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96" name="Shape 1096"/>
        <p:cNvGrpSpPr/>
        <p:nvPr/>
      </p:nvGrpSpPr>
      <p:grpSpPr>
        <a:xfrm>
          <a:off x="0" y="0"/>
          <a:ext cx="0" cy="0"/>
          <a:chOff x="0" y="0"/>
          <a:chExt cx="0" cy="0"/>
        </a:xfrm>
      </p:grpSpPr>
      <p:pic>
        <p:nvPicPr>
          <p:cNvPr id="1097" name="Google Shape;1097;p14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98" name="Google Shape;1098;p14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48"/>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100" name="Google Shape;1100;p1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01" name="Google Shape;1101;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2" name="Google Shape;1102;p14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03" name="Google Shape;1103;p14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104" name="Google Shape;1104;p14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105" name="Shape 1105"/>
        <p:cNvGrpSpPr/>
        <p:nvPr/>
      </p:nvGrpSpPr>
      <p:grpSpPr>
        <a:xfrm>
          <a:off x="0" y="0"/>
          <a:ext cx="0" cy="0"/>
          <a:chOff x="0" y="0"/>
          <a:chExt cx="0" cy="0"/>
        </a:xfrm>
      </p:grpSpPr>
      <p:pic>
        <p:nvPicPr>
          <p:cNvPr id="1106" name="Google Shape;1106;p14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107" name="Google Shape;1107;p14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108" name="Google Shape;1108;p14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9" name="Google Shape;1109;p1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10" name="Google Shape;1110;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11" name="Google Shape;1111;p14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112" name="Google Shape;1112;p14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13" name="Google Shape;1113;p14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14" name="Google Shape;1114;p14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115" name="Shape 1115"/>
        <p:cNvGrpSpPr/>
        <p:nvPr/>
      </p:nvGrpSpPr>
      <p:grpSpPr>
        <a:xfrm>
          <a:off x="0" y="0"/>
          <a:ext cx="0" cy="0"/>
          <a:chOff x="0" y="0"/>
          <a:chExt cx="0" cy="0"/>
        </a:xfrm>
      </p:grpSpPr>
      <p:pic>
        <p:nvPicPr>
          <p:cNvPr id="1116" name="Google Shape;1116;p15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17" name="Google Shape;1117;p15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118" name="Google Shape;1118;p15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9" name="Google Shape;1119;p15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20" name="Google Shape;1120;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21" name="Google Shape;1121;p15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22" name="Google Shape;1122;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23" name="Google Shape;1123;p15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24" name="Shape 1124"/>
        <p:cNvGrpSpPr/>
        <p:nvPr/>
      </p:nvGrpSpPr>
      <p:grpSpPr>
        <a:xfrm>
          <a:off x="0" y="0"/>
          <a:ext cx="0" cy="0"/>
          <a:chOff x="0" y="0"/>
          <a:chExt cx="0" cy="0"/>
        </a:xfrm>
      </p:grpSpPr>
      <p:pic>
        <p:nvPicPr>
          <p:cNvPr id="1125" name="Google Shape;1125;p15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26" name="Google Shape;1126;p15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27" name="Google Shape;1127;p15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28" name="Google Shape;1128;p15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9" name="Google Shape;1129;p15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0" name="Google Shape;1130;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1" name="Google Shape;1131;p1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32" name="Google Shape;1132;p15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3" name="Google Shape;1133;p15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34" name="Shape 1134"/>
        <p:cNvGrpSpPr/>
        <p:nvPr/>
      </p:nvGrpSpPr>
      <p:grpSpPr>
        <a:xfrm>
          <a:off x="0" y="0"/>
          <a:ext cx="0" cy="0"/>
          <a:chOff x="0" y="0"/>
          <a:chExt cx="0" cy="0"/>
        </a:xfrm>
      </p:grpSpPr>
      <p:pic>
        <p:nvPicPr>
          <p:cNvPr id="1135" name="Google Shape;1135;p15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36" name="Google Shape;1136;p15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37" name="Google Shape;1137;p15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38" name="Google Shape;1138;p15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9" name="Google Shape;1139;p1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0" name="Google Shape;1140;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1" name="Google Shape;1141;p1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42" name="Google Shape;1142;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3" name="Google Shape;1143;p1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44" name="Shape 1144"/>
        <p:cNvGrpSpPr/>
        <p:nvPr/>
      </p:nvGrpSpPr>
      <p:grpSpPr>
        <a:xfrm>
          <a:off x="0" y="0"/>
          <a:ext cx="0" cy="0"/>
          <a:chOff x="0" y="0"/>
          <a:chExt cx="0" cy="0"/>
        </a:xfrm>
      </p:grpSpPr>
      <p:pic>
        <p:nvPicPr>
          <p:cNvPr id="1145" name="Google Shape;1145;p15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46" name="Google Shape;1146;p15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47" name="Google Shape;1147;p15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48" name="Google Shape;1148;p15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49" name="Google Shape;1149;p15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50" name="Google Shape;1150;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1" name="Google Shape;1151;p1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52" name="Google Shape;1152;p1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53" name="Google Shape;1153;p15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54" name="Shape 1154"/>
        <p:cNvGrpSpPr/>
        <p:nvPr/>
      </p:nvGrpSpPr>
      <p:grpSpPr>
        <a:xfrm>
          <a:off x="0" y="0"/>
          <a:ext cx="0" cy="0"/>
          <a:chOff x="0" y="0"/>
          <a:chExt cx="0" cy="0"/>
        </a:xfrm>
      </p:grpSpPr>
      <p:pic>
        <p:nvPicPr>
          <p:cNvPr id="1155" name="Google Shape;1155;p15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56" name="Google Shape;1156;p15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57" name="Google Shape;1157;p15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58" name="Google Shape;1158;p15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59" name="Google Shape;1159;p1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60" name="Google Shape;1160;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61" name="Google Shape;1161;p15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62" name="Google Shape;1162;p1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63" name="Google Shape;1163;p1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64" name="Shape 1164"/>
        <p:cNvGrpSpPr/>
        <p:nvPr/>
      </p:nvGrpSpPr>
      <p:grpSpPr>
        <a:xfrm>
          <a:off x="0" y="0"/>
          <a:ext cx="0" cy="0"/>
          <a:chOff x="0" y="0"/>
          <a:chExt cx="0" cy="0"/>
        </a:xfrm>
      </p:grpSpPr>
      <p:pic>
        <p:nvPicPr>
          <p:cNvPr id="1165" name="Google Shape;1165;p15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66" name="Google Shape;1166;p15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67" name="Google Shape;1167;p15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68" name="Google Shape;1168;p1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69" name="Google Shape;1169;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0" name="Google Shape;1170;p15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5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72" name="Google Shape;1172;p15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3" name="Google Shape;1173;p15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74" name="Google Shape;1174;p15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75" name="Shape 1175"/>
        <p:cNvGrpSpPr/>
        <p:nvPr/>
      </p:nvGrpSpPr>
      <p:grpSpPr>
        <a:xfrm>
          <a:off x="0" y="0"/>
          <a:ext cx="0" cy="0"/>
          <a:chOff x="0" y="0"/>
          <a:chExt cx="0" cy="0"/>
        </a:xfrm>
      </p:grpSpPr>
      <p:pic>
        <p:nvPicPr>
          <p:cNvPr id="1176" name="Google Shape;1176;p15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77" name="Google Shape;1177;p15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78" name="Google Shape;1178;p1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79" name="Google Shape;1179;p15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80" name="Google Shape;1180;p1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81" name="Google Shape;1181;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2" name="Google Shape;1182;p15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83" name="Google Shape;1183;p1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84" name="Google Shape;1184;p1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85" name="Shape 1185"/>
        <p:cNvGrpSpPr/>
        <p:nvPr/>
      </p:nvGrpSpPr>
      <p:grpSpPr>
        <a:xfrm>
          <a:off x="0" y="0"/>
          <a:ext cx="0" cy="0"/>
          <a:chOff x="0" y="0"/>
          <a:chExt cx="0" cy="0"/>
        </a:xfrm>
      </p:grpSpPr>
      <p:pic>
        <p:nvPicPr>
          <p:cNvPr id="1186" name="Google Shape;1186;p1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87" name="Google Shape;1187;p15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88" name="Google Shape;1188;p1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89" name="Google Shape;1189;p1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90" name="Google Shape;1190;p1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91" name="Google Shape;1191;p1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92" name="Google Shape;1192;p1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93" name="Google Shape;1193;p1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94" name="Google Shape;1194;p1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95" name="Shape 1195"/>
        <p:cNvGrpSpPr/>
        <p:nvPr/>
      </p:nvGrpSpPr>
      <p:grpSpPr>
        <a:xfrm>
          <a:off x="0" y="0"/>
          <a:ext cx="0" cy="0"/>
          <a:chOff x="0" y="0"/>
          <a:chExt cx="0" cy="0"/>
        </a:xfrm>
      </p:grpSpPr>
      <p:pic>
        <p:nvPicPr>
          <p:cNvPr id="1196" name="Google Shape;1196;p15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97" name="Google Shape;1197;p1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98" name="Google Shape;1198;p15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99" name="Google Shape;1199;p15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200" name="Google Shape;1200;p15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201" name="Google Shape;1201;p15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202" name="Shape 1202"/>
        <p:cNvGrpSpPr/>
        <p:nvPr/>
      </p:nvGrpSpPr>
      <p:grpSpPr>
        <a:xfrm>
          <a:off x="0" y="0"/>
          <a:ext cx="0" cy="0"/>
          <a:chOff x="0" y="0"/>
          <a:chExt cx="0" cy="0"/>
        </a:xfrm>
      </p:grpSpPr>
      <p:pic>
        <p:nvPicPr>
          <p:cNvPr descr="Divider1.png" id="1203" name="Google Shape;1203;p15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04" name="Google Shape;1204;p15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5" name="Google Shape;1205;p15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206" name="Shape 1206"/>
        <p:cNvGrpSpPr/>
        <p:nvPr/>
      </p:nvGrpSpPr>
      <p:grpSpPr>
        <a:xfrm>
          <a:off x="0" y="0"/>
          <a:ext cx="0" cy="0"/>
          <a:chOff x="0" y="0"/>
          <a:chExt cx="0" cy="0"/>
        </a:xfrm>
      </p:grpSpPr>
      <p:pic>
        <p:nvPicPr>
          <p:cNvPr id="1207" name="Google Shape;1207;p16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208" name="Google Shape;1208;p16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209" name="Google Shape;1209;p160"/>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211" name="Shape 1211"/>
        <p:cNvGrpSpPr/>
        <p:nvPr/>
      </p:nvGrpSpPr>
      <p:grpSpPr>
        <a:xfrm>
          <a:off x="0" y="0"/>
          <a:ext cx="0" cy="0"/>
          <a:chOff x="0" y="0"/>
          <a:chExt cx="0" cy="0"/>
        </a:xfrm>
      </p:grpSpPr>
      <p:pic>
        <p:nvPicPr>
          <p:cNvPr id="1212" name="Google Shape;1212;p16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13" name="Shape 1213"/>
        <p:cNvGrpSpPr/>
        <p:nvPr/>
      </p:nvGrpSpPr>
      <p:grpSpPr>
        <a:xfrm>
          <a:off x="0" y="0"/>
          <a:ext cx="0" cy="0"/>
          <a:chOff x="0" y="0"/>
          <a:chExt cx="0" cy="0"/>
        </a:xfrm>
      </p:grpSpPr>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214" name="Shape 1214"/>
        <p:cNvGrpSpPr/>
        <p:nvPr/>
      </p:nvGrpSpPr>
      <p:grpSpPr>
        <a:xfrm>
          <a:off x="0" y="0"/>
          <a:ext cx="0" cy="0"/>
          <a:chOff x="0" y="0"/>
          <a:chExt cx="0" cy="0"/>
        </a:xfrm>
      </p:grpSpPr>
      <p:grpSp>
        <p:nvGrpSpPr>
          <p:cNvPr id="1215" name="Google Shape;1215;p163"/>
          <p:cNvGrpSpPr/>
          <p:nvPr/>
        </p:nvGrpSpPr>
        <p:grpSpPr>
          <a:xfrm>
            <a:off x="6262100" y="-3850"/>
            <a:ext cx="2886900" cy="485125"/>
            <a:chOff x="6262100" y="-3850"/>
            <a:chExt cx="2886900" cy="485125"/>
          </a:xfrm>
        </p:grpSpPr>
        <p:pic>
          <p:nvPicPr>
            <p:cNvPr descr="1.png" id="1216" name="Google Shape;1216;p16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17" name="Google Shape;1217;p16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218" name="Google Shape;1218;p16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19" name="Google Shape;1219;p16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20" name="Google Shape;1220;p16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21" name="Google Shape;1221;p1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22" name="Google Shape;1222;p16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23" name="Google Shape;1223;p16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24" name="Google Shape;1224;p16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25" name="Google Shape;1225;p16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26" name="Google Shape;1226;p16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27" name="Google Shape;1227;p16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28" name="Google Shape;1228;p16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229" name="Shape 1229"/>
        <p:cNvGrpSpPr/>
        <p:nvPr/>
      </p:nvGrpSpPr>
      <p:grpSpPr>
        <a:xfrm>
          <a:off x="0" y="0"/>
          <a:ext cx="0" cy="0"/>
          <a:chOff x="0" y="0"/>
          <a:chExt cx="0" cy="0"/>
        </a:xfrm>
      </p:grpSpPr>
      <p:pic>
        <p:nvPicPr>
          <p:cNvPr id="1230" name="Google Shape;1230;p16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31" name="Google Shape;1231;p16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232" name="Google Shape;1232;p1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33" name="Google Shape;1233;p1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34" name="Google Shape;1234;p164"/>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235" name="Google Shape;1235;p164"/>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7" Type="http://schemas.openxmlformats.org/officeDocument/2006/relationships/theme" Target="../theme/theme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03.xml"/><Relationship Id="rId20" Type="http://schemas.openxmlformats.org/officeDocument/2006/relationships/slideLayout" Target="../slideLayouts/slideLayout83.xml"/><Relationship Id="rId42" Type="http://schemas.openxmlformats.org/officeDocument/2006/relationships/theme" Target="../theme/theme6.xml"/><Relationship Id="rId41" Type="http://schemas.openxmlformats.org/officeDocument/2006/relationships/slideLayout" Target="../slideLayouts/slideLayout104.xml"/><Relationship Id="rId22" Type="http://schemas.openxmlformats.org/officeDocument/2006/relationships/slideLayout" Target="../slideLayouts/slideLayout85.xml"/><Relationship Id="rId21" Type="http://schemas.openxmlformats.org/officeDocument/2006/relationships/slideLayout" Target="../slideLayouts/slideLayout84.xml"/><Relationship Id="rId24" Type="http://schemas.openxmlformats.org/officeDocument/2006/relationships/slideLayout" Target="../slideLayouts/slideLayout87.xml"/><Relationship Id="rId23" Type="http://schemas.openxmlformats.org/officeDocument/2006/relationships/slideLayout" Target="../slideLayouts/slideLayout86.xml"/><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26" Type="http://schemas.openxmlformats.org/officeDocument/2006/relationships/slideLayout" Target="../slideLayouts/slideLayout89.xml"/><Relationship Id="rId25" Type="http://schemas.openxmlformats.org/officeDocument/2006/relationships/slideLayout" Target="../slideLayouts/slideLayout88.xml"/><Relationship Id="rId28" Type="http://schemas.openxmlformats.org/officeDocument/2006/relationships/slideLayout" Target="../slideLayouts/slideLayout91.xml"/><Relationship Id="rId27" Type="http://schemas.openxmlformats.org/officeDocument/2006/relationships/slideLayout" Target="../slideLayouts/slideLayout90.xml"/><Relationship Id="rId5" Type="http://schemas.openxmlformats.org/officeDocument/2006/relationships/slideLayout" Target="../slideLayouts/slideLayout68.xml"/><Relationship Id="rId6" Type="http://schemas.openxmlformats.org/officeDocument/2006/relationships/slideLayout" Target="../slideLayouts/slideLayout69.xml"/><Relationship Id="rId29" Type="http://schemas.openxmlformats.org/officeDocument/2006/relationships/slideLayout" Target="../slideLayouts/slideLayout92.xml"/><Relationship Id="rId7" Type="http://schemas.openxmlformats.org/officeDocument/2006/relationships/slideLayout" Target="../slideLayouts/slideLayout70.xml"/><Relationship Id="rId8" Type="http://schemas.openxmlformats.org/officeDocument/2006/relationships/slideLayout" Target="../slideLayouts/slideLayout71.xml"/><Relationship Id="rId31" Type="http://schemas.openxmlformats.org/officeDocument/2006/relationships/slideLayout" Target="../slideLayouts/slideLayout94.xml"/><Relationship Id="rId30" Type="http://schemas.openxmlformats.org/officeDocument/2006/relationships/slideLayout" Target="../slideLayouts/slideLayout93.xml"/><Relationship Id="rId11" Type="http://schemas.openxmlformats.org/officeDocument/2006/relationships/slideLayout" Target="../slideLayouts/slideLayout74.xml"/><Relationship Id="rId33" Type="http://schemas.openxmlformats.org/officeDocument/2006/relationships/slideLayout" Target="../slideLayouts/slideLayout96.xml"/><Relationship Id="rId10" Type="http://schemas.openxmlformats.org/officeDocument/2006/relationships/slideLayout" Target="../slideLayouts/slideLayout73.xml"/><Relationship Id="rId32" Type="http://schemas.openxmlformats.org/officeDocument/2006/relationships/slideLayout" Target="../slideLayouts/slideLayout95.xml"/><Relationship Id="rId13" Type="http://schemas.openxmlformats.org/officeDocument/2006/relationships/slideLayout" Target="../slideLayouts/slideLayout76.xml"/><Relationship Id="rId35" Type="http://schemas.openxmlformats.org/officeDocument/2006/relationships/slideLayout" Target="../slideLayouts/slideLayout98.xml"/><Relationship Id="rId12" Type="http://schemas.openxmlformats.org/officeDocument/2006/relationships/slideLayout" Target="../slideLayouts/slideLayout75.xml"/><Relationship Id="rId34" Type="http://schemas.openxmlformats.org/officeDocument/2006/relationships/slideLayout" Target="../slideLayouts/slideLayout97.xml"/><Relationship Id="rId15" Type="http://schemas.openxmlformats.org/officeDocument/2006/relationships/slideLayout" Target="../slideLayouts/slideLayout78.xml"/><Relationship Id="rId37" Type="http://schemas.openxmlformats.org/officeDocument/2006/relationships/slideLayout" Target="../slideLayouts/slideLayout100.xml"/><Relationship Id="rId14" Type="http://schemas.openxmlformats.org/officeDocument/2006/relationships/slideLayout" Target="../slideLayouts/slideLayout77.xml"/><Relationship Id="rId36" Type="http://schemas.openxmlformats.org/officeDocument/2006/relationships/slideLayout" Target="../slideLayouts/slideLayout99.xml"/><Relationship Id="rId17" Type="http://schemas.openxmlformats.org/officeDocument/2006/relationships/slideLayout" Target="../slideLayouts/slideLayout80.xml"/><Relationship Id="rId39" Type="http://schemas.openxmlformats.org/officeDocument/2006/relationships/slideLayout" Target="../slideLayouts/slideLayout102.xml"/><Relationship Id="rId16" Type="http://schemas.openxmlformats.org/officeDocument/2006/relationships/slideLayout" Target="../slideLayouts/slideLayout79.xml"/><Relationship Id="rId38" Type="http://schemas.openxmlformats.org/officeDocument/2006/relationships/slideLayout" Target="../slideLayouts/slideLayout101.xml"/><Relationship Id="rId19" Type="http://schemas.openxmlformats.org/officeDocument/2006/relationships/slideLayout" Target="../slideLayouts/slideLayout82.xml"/><Relationship Id="rId18" Type="http://schemas.openxmlformats.org/officeDocument/2006/relationships/slideLayout" Target="../slideLayouts/slideLayout8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4.xml"/><Relationship Id="rId22" Type="http://schemas.openxmlformats.org/officeDocument/2006/relationships/slideLayout" Target="../slideLayouts/slideLayout126.xml"/><Relationship Id="rId21" Type="http://schemas.openxmlformats.org/officeDocument/2006/relationships/slideLayout" Target="../slideLayouts/slideLayout125.xml"/><Relationship Id="rId24" Type="http://schemas.openxmlformats.org/officeDocument/2006/relationships/slideLayout" Target="../slideLayouts/slideLayout128.xml"/><Relationship Id="rId23" Type="http://schemas.openxmlformats.org/officeDocument/2006/relationships/slideLayout" Target="../slideLayouts/slideLayout127.xml"/><Relationship Id="rId1" Type="http://schemas.openxmlformats.org/officeDocument/2006/relationships/slideLayout" Target="../slideLayouts/slideLayout105.xml"/><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26" Type="http://schemas.openxmlformats.org/officeDocument/2006/relationships/slideLayout" Target="../slideLayouts/slideLayout130.xml"/><Relationship Id="rId25" Type="http://schemas.openxmlformats.org/officeDocument/2006/relationships/slideLayout" Target="../slideLayouts/slideLayout129.xml"/><Relationship Id="rId28" Type="http://schemas.openxmlformats.org/officeDocument/2006/relationships/theme" Target="../theme/theme3.xml"/><Relationship Id="rId27" Type="http://schemas.openxmlformats.org/officeDocument/2006/relationships/slideLayout" Target="../slideLayouts/slideLayout131.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5" Type="http://schemas.openxmlformats.org/officeDocument/2006/relationships/slideLayout" Target="../slideLayouts/slideLayout119.xml"/><Relationship Id="rId14" Type="http://schemas.openxmlformats.org/officeDocument/2006/relationships/slideLayout" Target="../slideLayouts/slideLayout118.xml"/><Relationship Id="rId17" Type="http://schemas.openxmlformats.org/officeDocument/2006/relationships/slideLayout" Target="../slideLayouts/slideLayout121.xml"/><Relationship Id="rId16" Type="http://schemas.openxmlformats.org/officeDocument/2006/relationships/slideLayout" Target="../slideLayouts/slideLayout120.xml"/><Relationship Id="rId19" Type="http://schemas.openxmlformats.org/officeDocument/2006/relationships/slideLayout" Target="../slideLayouts/slideLayout123.xml"/><Relationship Id="rId18" Type="http://schemas.openxmlformats.org/officeDocument/2006/relationships/slideLayout" Target="../slideLayouts/slideLayout12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51.xml"/><Relationship Id="rId22" Type="http://schemas.openxmlformats.org/officeDocument/2006/relationships/slideLayout" Target="../slideLayouts/slideLayout153.xml"/><Relationship Id="rId21" Type="http://schemas.openxmlformats.org/officeDocument/2006/relationships/slideLayout" Target="../slideLayouts/slideLayout152.xml"/><Relationship Id="rId24" Type="http://schemas.openxmlformats.org/officeDocument/2006/relationships/slideLayout" Target="../slideLayouts/slideLayout155.xml"/><Relationship Id="rId23" Type="http://schemas.openxmlformats.org/officeDocument/2006/relationships/slideLayout" Target="../slideLayouts/slideLayout154.xml"/><Relationship Id="rId1" Type="http://schemas.openxmlformats.org/officeDocument/2006/relationships/slideLayout" Target="../slideLayouts/slideLayout132.xml"/><Relationship Id="rId2" Type="http://schemas.openxmlformats.org/officeDocument/2006/relationships/slideLayout" Target="../slideLayouts/slideLayout133.xml"/><Relationship Id="rId3" Type="http://schemas.openxmlformats.org/officeDocument/2006/relationships/slideLayout" Target="../slideLayouts/slideLayout134.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26" Type="http://schemas.openxmlformats.org/officeDocument/2006/relationships/slideLayout" Target="../slideLayouts/slideLayout157.xml"/><Relationship Id="rId25" Type="http://schemas.openxmlformats.org/officeDocument/2006/relationships/slideLayout" Target="../slideLayouts/slideLayout156.xml"/><Relationship Id="rId28" Type="http://schemas.openxmlformats.org/officeDocument/2006/relationships/theme" Target="../theme/theme1.xml"/><Relationship Id="rId27" Type="http://schemas.openxmlformats.org/officeDocument/2006/relationships/slideLayout" Target="../slideLayouts/slideLayout158.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11" Type="http://schemas.openxmlformats.org/officeDocument/2006/relationships/slideLayout" Target="../slideLayouts/slideLayout142.xml"/><Relationship Id="rId10" Type="http://schemas.openxmlformats.org/officeDocument/2006/relationships/slideLayout" Target="../slideLayouts/slideLayout141.xml"/><Relationship Id="rId13" Type="http://schemas.openxmlformats.org/officeDocument/2006/relationships/slideLayout" Target="../slideLayouts/slideLayout144.xml"/><Relationship Id="rId12" Type="http://schemas.openxmlformats.org/officeDocument/2006/relationships/slideLayout" Target="../slideLayouts/slideLayout143.xml"/><Relationship Id="rId15" Type="http://schemas.openxmlformats.org/officeDocument/2006/relationships/slideLayout" Target="../slideLayouts/slideLayout146.xml"/><Relationship Id="rId14" Type="http://schemas.openxmlformats.org/officeDocument/2006/relationships/slideLayout" Target="../slideLayouts/slideLayout145.xml"/><Relationship Id="rId17" Type="http://schemas.openxmlformats.org/officeDocument/2006/relationships/slideLayout" Target="../slideLayouts/slideLayout148.xml"/><Relationship Id="rId16" Type="http://schemas.openxmlformats.org/officeDocument/2006/relationships/slideLayout" Target="../slideLayouts/slideLayout147.xml"/><Relationship Id="rId19" Type="http://schemas.openxmlformats.org/officeDocument/2006/relationships/slideLayout" Target="../slideLayouts/slideLayout150.xml"/><Relationship Id="rId18" Type="http://schemas.openxmlformats.org/officeDocument/2006/relationships/slideLayout" Target="../slideLayouts/slideLayout14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79" name="Google Shape;479;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 id="2147483747" r:id="rId37"/>
    <p:sldLayoutId id="2147483748" r:id="rId38"/>
    <p:sldLayoutId id="2147483749" r:id="rId39"/>
    <p:sldLayoutId id="2147483750" r:id="rId40"/>
    <p:sldLayoutId id="2147483751" r:id="rId4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6" name="Shape 796"/>
        <p:cNvGrpSpPr/>
        <p:nvPr/>
      </p:nvGrpSpPr>
      <p:grpSpPr>
        <a:xfrm>
          <a:off x="0" y="0"/>
          <a:ext cx="0" cy="0"/>
          <a:chOff x="0" y="0"/>
          <a:chExt cx="0" cy="0"/>
        </a:xfrm>
      </p:grpSpPr>
      <p:sp>
        <p:nvSpPr>
          <p:cNvPr id="797" name="Google Shape;797;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98" name="Google Shape;798;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16" name="Shape 1016"/>
        <p:cNvGrpSpPr/>
        <p:nvPr/>
      </p:nvGrpSpPr>
      <p:grpSpPr>
        <a:xfrm>
          <a:off x="0" y="0"/>
          <a:ext cx="0" cy="0"/>
          <a:chOff x="0" y="0"/>
          <a:chExt cx="0" cy="0"/>
        </a:xfrm>
      </p:grpSpPr>
      <p:sp>
        <p:nvSpPr>
          <p:cNvPr id="1017" name="Google Shape;1017;p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18" name="Google Shape;1018;p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4.xml"/><Relationship Id="rId3" Type="http://schemas.openxmlformats.org/officeDocument/2006/relationships/image" Target="../media/image201.png"/><Relationship Id="rId4" Type="http://schemas.openxmlformats.org/officeDocument/2006/relationships/image" Target="../media/image19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xml"/><Relationship Id="rId3" Type="http://schemas.openxmlformats.org/officeDocument/2006/relationships/image" Target="../media/image200.png"/><Relationship Id="rId4" Type="http://schemas.openxmlformats.org/officeDocument/2006/relationships/image" Target="../media/image20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9.xml"/><Relationship Id="rId3" Type="http://schemas.openxmlformats.org/officeDocument/2006/relationships/image" Target="../media/image20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4.xml"/><Relationship Id="rId3" Type="http://schemas.openxmlformats.org/officeDocument/2006/relationships/hyperlink" Target="https://pythontutor.com/" TargetMode="External"/><Relationship Id="rId4" Type="http://schemas.openxmlformats.org/officeDocument/2006/relationships/image" Target="../media/image20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21.xml"/><Relationship Id="rId3" Type="http://schemas.openxmlformats.org/officeDocument/2006/relationships/hyperlink" Target="http://www.youtube.com/watch?v=Jwd_lkXoLKk" TargetMode="External"/><Relationship Id="rId4" Type="http://schemas.openxmlformats.org/officeDocument/2006/relationships/image" Target="../media/image20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26.xml"/><Relationship Id="rId3" Type="http://schemas.openxmlformats.org/officeDocument/2006/relationships/image" Target="../media/image206.png"/><Relationship Id="rId4" Type="http://schemas.openxmlformats.org/officeDocument/2006/relationships/hyperlink" Target="http://www.youtube.com/watch?v=BTZMUDKSpSs" TargetMode="External"/><Relationship Id="rId5" Type="http://schemas.openxmlformats.org/officeDocument/2006/relationships/image" Target="../media/image20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notesSlide" Target="../notesSlides/notesSlide27.xml"/><Relationship Id="rId3" Type="http://schemas.openxmlformats.org/officeDocument/2006/relationships/image" Target="../media/image20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65"/>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3600"/>
              <a:t>OOP &amp; Linked Lists</a:t>
            </a:r>
            <a:endParaRPr sz="3600"/>
          </a:p>
        </p:txBody>
      </p:sp>
      <p:sp>
        <p:nvSpPr>
          <p:cNvPr id="1241" name="Google Shape;1241;p165"/>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47" name="Google Shape;1247;p166"/>
          <p:cNvGraphicFramePr/>
          <p:nvPr/>
        </p:nvGraphicFramePr>
        <p:xfrm>
          <a:off x="451525" y="1242597"/>
          <a:ext cx="3000000" cy="3000000"/>
        </p:xfrm>
        <a:graphic>
          <a:graphicData uri="http://schemas.openxmlformats.org/drawingml/2006/table">
            <a:tbl>
              <a:tblPr>
                <a:noFill/>
                <a:tableStyleId>{88CDF129-4FA7-400E-9699-82F5F1FE3051}</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10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OOP in Python</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15</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000000"/>
                          </a:solidFill>
                          <a:latin typeface="Poppins"/>
                          <a:ea typeface="Poppins"/>
                          <a:cs typeface="Poppins"/>
                          <a:sym typeface="Poppins"/>
                        </a:rPr>
                        <a:t>Linked Lists</a:t>
                      </a:r>
                      <a:endParaRPr sz="1800">
                        <a:solidFill>
                          <a:srgbClr val="000000"/>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800">
                          <a:latin typeface="Consolas"/>
                          <a:ea typeface="Consolas"/>
                          <a:cs typeface="Consolas"/>
                          <a:sym typeface="Consolas"/>
                        </a:rPr>
                        <a:t>20</a:t>
                      </a:r>
                      <a:r>
                        <a:rPr lang="en" sz="1800">
                          <a:solidFill>
                            <a:schemeClr val="dk1"/>
                          </a:solidFill>
                          <a:latin typeface="Consolas"/>
                          <a:ea typeface="Consolas"/>
                          <a:cs typeface="Consolas"/>
                          <a:sym typeface="Consolas"/>
                        </a:rPr>
                        <a:t> minutes</a:t>
                      </a:r>
                      <a:endParaRPr sz="1800">
                        <a:solidFill>
                          <a:srgbClr val="000000"/>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800">
                          <a:solidFill>
                            <a:srgbClr val="000000"/>
                          </a:solidFill>
                          <a:latin typeface="Poppins"/>
                          <a:ea typeface="Poppins"/>
                          <a:cs typeface="Poppins"/>
                          <a:sym typeface="Poppins"/>
                        </a:rPr>
                        <a:t>BREAK</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5</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Collaborative Problem Solving</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60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6</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en" sz="1800">
                          <a:solidFill>
                            <a:srgbClr val="000000"/>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rgbClr val="000000"/>
                        </a:buClr>
                        <a:buSzPts val="1100"/>
                        <a:buFont typeface="Arial"/>
                        <a:buNone/>
                      </a:pPr>
                      <a:r>
                        <a:rPr lang="en" sz="1800">
                          <a:latin typeface="Consolas"/>
                          <a:ea typeface="Consolas"/>
                          <a:cs typeface="Consolas"/>
                          <a:sym typeface="Consolas"/>
                        </a:rPr>
                        <a:t>10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67"/>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253" name="Google Shape;1253;p16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6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9" name="Google Shape;1259;p168"/>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260" name="Google Shape;1260;p168"/>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261" name="Google Shape;1261;p168"/>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262" name="Google Shape;1262;p168"/>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16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68" name="Google Shape;1268;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9" name="Google Shape;1269;p16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Whether you are a dog person or a cat person (or both!), do you have any pets, and if so how many of what kind?</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7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Students valued Big(O) practice</a:t>
            </a:r>
            <a:endParaRPr/>
          </a:p>
          <a:p>
            <a:pPr indent="-342900" lvl="0" marL="457200" rtl="0" algn="l">
              <a:spcBef>
                <a:spcPts val="0"/>
              </a:spcBef>
              <a:spcAft>
                <a:spcPts val="0"/>
              </a:spcAft>
              <a:buSzPts val="1800"/>
              <a:buChar char="+"/>
            </a:pPr>
            <a:r>
              <a:rPr lang="en"/>
              <a:t>Students learning to plan before implement</a:t>
            </a:r>
            <a:endParaRPr/>
          </a:p>
          <a:p>
            <a:pPr indent="-342900" lvl="0" marL="457200" rtl="0" algn="l">
              <a:spcBef>
                <a:spcPts val="0"/>
              </a:spcBef>
              <a:spcAft>
                <a:spcPts val="0"/>
              </a:spcAft>
              <a:buSzPts val="1800"/>
              <a:buChar char="+"/>
            </a:pPr>
            <a:r>
              <a:rPr lang="en"/>
              <a:t>Explaining reasoning to others</a:t>
            </a:r>
            <a:endParaRPr/>
          </a:p>
        </p:txBody>
      </p:sp>
      <p:sp>
        <p:nvSpPr>
          <p:cNvPr id="1275" name="Google Shape;1275;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6" name="Google Shape;1276;p17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Spend more time on Big O practice</a:t>
            </a:r>
            <a:endParaRPr sz="1700"/>
          </a:p>
          <a:p>
            <a:pPr indent="0" lvl="0" marL="0" rtl="0" algn="l">
              <a:spcBef>
                <a:spcPts val="1600"/>
              </a:spcBef>
              <a:spcAft>
                <a:spcPts val="1600"/>
              </a:spcAft>
              <a:buNone/>
            </a:pPr>
            <a:r>
              <a:rPr lang="en" sz="1700"/>
              <a:t>- Reminder to reach out to us during breakout rooms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71"/>
          <p:cNvSpPr txBox="1"/>
          <p:nvPr>
            <p:ph type="title"/>
          </p:nvPr>
        </p:nvSpPr>
        <p:spPr>
          <a:xfrm>
            <a:off x="884825" y="2317200"/>
            <a:ext cx="34599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OOP in Python</a:t>
            </a:r>
            <a:endParaRPr/>
          </a:p>
        </p:txBody>
      </p:sp>
      <p:sp>
        <p:nvSpPr>
          <p:cNvPr id="1282" name="Google Shape;1282;p17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minutes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7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class?</a:t>
            </a:r>
            <a:endParaRPr/>
          </a:p>
        </p:txBody>
      </p:sp>
      <p:sp>
        <p:nvSpPr>
          <p:cNvPr id="1288" name="Google Shape;1288;p172"/>
          <p:cNvSpPr txBox="1"/>
          <p:nvPr>
            <p:ph idx="1" type="body"/>
          </p:nvPr>
        </p:nvSpPr>
        <p:spPr>
          <a:xfrm>
            <a:off x="452400" y="1132825"/>
            <a:ext cx="8239200" cy="1227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A </a:t>
            </a:r>
            <a:r>
              <a:rPr b="1" lang="en" u="sng"/>
              <a:t>class</a:t>
            </a:r>
            <a:r>
              <a:rPr lang="en"/>
              <a:t> is a blueprint for creating objects.</a:t>
            </a:r>
            <a:endParaRPr/>
          </a:p>
          <a:p>
            <a:pPr indent="-342900" lvl="0" marL="457200" rtl="0" algn="l">
              <a:spcBef>
                <a:spcPts val="1000"/>
              </a:spcBef>
              <a:spcAft>
                <a:spcPts val="1000"/>
              </a:spcAft>
              <a:buSzPts val="1800"/>
              <a:buChar char="✱"/>
            </a:pPr>
            <a:r>
              <a:rPr lang="en"/>
              <a:t>Classes encapsulate data for the object and methods to manipulate that data.</a:t>
            </a:r>
            <a:endParaRPr/>
          </a:p>
        </p:txBody>
      </p:sp>
      <p:pic>
        <p:nvPicPr>
          <p:cNvPr id="1289" name="Google Shape;1289;p172"/>
          <p:cNvPicPr preferRelativeResize="0"/>
          <p:nvPr/>
        </p:nvPicPr>
        <p:blipFill>
          <a:blip r:embed="rId3">
            <a:alphaModFix/>
          </a:blip>
          <a:stretch>
            <a:fillRect/>
          </a:stretch>
        </p:blipFill>
        <p:spPr>
          <a:xfrm>
            <a:off x="2389625" y="2625725"/>
            <a:ext cx="1576451" cy="1576451"/>
          </a:xfrm>
          <a:prstGeom prst="rect">
            <a:avLst/>
          </a:prstGeom>
          <a:noFill/>
          <a:ln>
            <a:noFill/>
          </a:ln>
        </p:spPr>
      </p:pic>
      <p:pic>
        <p:nvPicPr>
          <p:cNvPr id="1290" name="Google Shape;1290;p172"/>
          <p:cNvPicPr preferRelativeResize="0"/>
          <p:nvPr/>
        </p:nvPicPr>
        <p:blipFill>
          <a:blip r:embed="rId4">
            <a:alphaModFix/>
          </a:blip>
          <a:stretch>
            <a:fillRect/>
          </a:stretch>
        </p:blipFill>
        <p:spPr>
          <a:xfrm>
            <a:off x="5177900" y="2625725"/>
            <a:ext cx="1576451" cy="1576451"/>
          </a:xfrm>
          <a:prstGeom prst="rect">
            <a:avLst/>
          </a:prstGeom>
          <a:noFill/>
          <a:ln>
            <a:noFill/>
          </a:ln>
        </p:spPr>
      </p:pic>
      <p:sp>
        <p:nvSpPr>
          <p:cNvPr id="1291" name="Google Shape;1291;p172"/>
          <p:cNvSpPr/>
          <p:nvPr/>
        </p:nvSpPr>
        <p:spPr>
          <a:xfrm>
            <a:off x="4154838" y="3184300"/>
            <a:ext cx="834300" cy="572400"/>
          </a:xfrm>
          <a:prstGeom prst="rightArrow">
            <a:avLst>
              <a:gd fmla="val 50000" name="adj1"/>
              <a:gd fmla="val 50000" name="adj2"/>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use classes?</a:t>
            </a:r>
            <a:endParaRPr/>
          </a:p>
        </p:txBody>
      </p:sp>
      <p:sp>
        <p:nvSpPr>
          <p:cNvPr id="1297" name="Google Shape;1297;p173"/>
          <p:cNvSpPr txBox="1"/>
          <p:nvPr>
            <p:ph idx="1" type="body"/>
          </p:nvPr>
        </p:nvSpPr>
        <p:spPr>
          <a:xfrm>
            <a:off x="452400" y="1132825"/>
            <a:ext cx="8239200" cy="1227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Classes are fundamental to object-oriented programming (OOP).</a:t>
            </a:r>
            <a:endParaRPr/>
          </a:p>
          <a:p>
            <a:pPr indent="-342900" lvl="0" marL="457200" rtl="0" algn="l">
              <a:spcBef>
                <a:spcPts val="1000"/>
              </a:spcBef>
              <a:spcAft>
                <a:spcPts val="1000"/>
              </a:spcAft>
              <a:buSzPts val="1800"/>
              <a:buChar char="✱"/>
            </a:pPr>
            <a:r>
              <a:rPr lang="en"/>
              <a:t>They help in modeling real-world entities, making code reusable, and organizing complex programs.</a:t>
            </a:r>
            <a:endParaRPr/>
          </a:p>
        </p:txBody>
      </p:sp>
      <p:pic>
        <p:nvPicPr>
          <p:cNvPr id="1298" name="Google Shape;1298;p173"/>
          <p:cNvPicPr preferRelativeResize="0"/>
          <p:nvPr/>
        </p:nvPicPr>
        <p:blipFill>
          <a:blip r:embed="rId3">
            <a:alphaModFix/>
          </a:blip>
          <a:stretch>
            <a:fillRect/>
          </a:stretch>
        </p:blipFill>
        <p:spPr>
          <a:xfrm>
            <a:off x="2597038" y="2360125"/>
            <a:ext cx="3949920" cy="2478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Built-in Python Classes</a:t>
            </a:r>
            <a:endParaRPr/>
          </a:p>
        </p:txBody>
      </p:sp>
      <p:sp>
        <p:nvSpPr>
          <p:cNvPr id="1304" name="Google Shape;1304;p17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Strings:</a:t>
            </a:r>
            <a:r>
              <a:rPr lang="en"/>
              <a:t> immutable sequences of characters</a:t>
            </a:r>
            <a:endParaRPr/>
          </a:p>
          <a:p>
            <a:pPr indent="-342900" lvl="0" marL="457200" rtl="0" algn="l">
              <a:spcBef>
                <a:spcPts val="1000"/>
              </a:spcBef>
              <a:spcAft>
                <a:spcPts val="0"/>
              </a:spcAft>
              <a:buSzPts val="1800"/>
              <a:buChar char="✱"/>
            </a:pPr>
            <a:r>
              <a:rPr b="1" lang="en"/>
              <a:t>Lists:</a:t>
            </a:r>
            <a:r>
              <a:rPr lang="en"/>
              <a:t> mutable sequences used to store collections of items</a:t>
            </a:r>
            <a:endParaRPr/>
          </a:p>
          <a:p>
            <a:pPr indent="-342900" lvl="0" marL="457200" rtl="0" algn="l">
              <a:spcBef>
                <a:spcPts val="1000"/>
              </a:spcBef>
              <a:spcAft>
                <a:spcPts val="1000"/>
              </a:spcAft>
              <a:buSzPts val="1800"/>
              <a:buChar char="✱"/>
            </a:pPr>
            <a:r>
              <a:rPr b="1" lang="en"/>
              <a:t>Dictionaries:</a:t>
            </a:r>
            <a:r>
              <a:rPr lang="en"/>
              <a:t> collections of key-value pairs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75"/>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Instantiation</a:t>
            </a:r>
            <a:endParaRPr/>
          </a:p>
        </p:txBody>
      </p:sp>
      <p:sp>
        <p:nvSpPr>
          <p:cNvPr id="1310" name="Google Shape;1310;p175"/>
          <p:cNvSpPr txBox="1"/>
          <p:nvPr>
            <p:ph idx="1" type="body"/>
          </p:nvPr>
        </p:nvSpPr>
        <p:spPr>
          <a:xfrm>
            <a:off x="452400" y="1132825"/>
            <a:ext cx="38463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u="sng"/>
              <a:t>Instantiation</a:t>
            </a:r>
            <a:r>
              <a:rPr lang="en"/>
              <a:t> is the process of creating an instance (object) of a class.</a:t>
            </a:r>
            <a:endParaRPr/>
          </a:p>
          <a:p>
            <a:pPr indent="-342900" lvl="0" marL="457200" rtl="0" algn="l">
              <a:spcBef>
                <a:spcPts val="1000"/>
              </a:spcBef>
              <a:spcAft>
                <a:spcPts val="1000"/>
              </a:spcAft>
              <a:buSzPts val="1800"/>
              <a:buChar char="✱"/>
            </a:pPr>
            <a:r>
              <a:rPr lang="en"/>
              <a:t>When a class is instantiated, a new object is created with its own set of attributes and methods.</a:t>
            </a:r>
            <a:endParaRPr/>
          </a:p>
        </p:txBody>
      </p:sp>
      <p:sp>
        <p:nvSpPr>
          <p:cNvPr id="1311" name="Google Shape;1311;p175"/>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my_string = "Hello,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my_list = [1, 2, 3, 4, 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my_dict = {"key": "value"}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Custom Class</a:t>
            </a:r>
            <a:endParaRPr/>
          </a:p>
        </p:txBody>
      </p:sp>
      <p:sp>
        <p:nvSpPr>
          <p:cNvPr id="1317" name="Google Shape;1317;p176"/>
          <p:cNvSpPr/>
          <p:nvPr/>
        </p:nvSpPr>
        <p:spPr>
          <a:xfrm>
            <a:off x="452400" y="1249800"/>
            <a:ext cx="5684100" cy="26439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76"/>
          <p:cNvSpPr txBox="1"/>
          <p:nvPr>
            <p:ph idx="1" type="body"/>
          </p:nvPr>
        </p:nvSpPr>
        <p:spPr>
          <a:xfrm>
            <a:off x="603054" y="1491868"/>
            <a:ext cx="5382900" cy="215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class MyClass:</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def __init__(self, param1, param2):</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self.param1 = param1</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self.param2 = param2</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def my_method(self):</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self.param1 + self.param2</a:t>
            </a:r>
            <a:endParaRPr>
              <a:solidFill>
                <a:schemeClr val="dk1"/>
              </a:solidFill>
              <a:latin typeface="Consolas"/>
              <a:ea typeface="Consolas"/>
              <a:cs typeface="Consolas"/>
              <a:sym typeface="Consolas"/>
            </a:endParaRPr>
          </a:p>
        </p:txBody>
      </p:sp>
      <p:sp>
        <p:nvSpPr>
          <p:cNvPr id="1319" name="Google Shape;1319;p176"/>
          <p:cNvSpPr/>
          <p:nvPr/>
        </p:nvSpPr>
        <p:spPr>
          <a:xfrm>
            <a:off x="5696625" y="591300"/>
            <a:ext cx="3299700" cy="1170000"/>
          </a:xfrm>
          <a:prstGeom prst="roundRect">
            <a:avLst>
              <a:gd fmla="val 16667" name="adj"/>
            </a:avLst>
          </a:prstGeom>
          <a:solidFill>
            <a:srgbClr val="D7FFEE"/>
          </a:solidFill>
          <a:ln cap="flat" cmpd="sng" w="952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600">
                <a:latin typeface="Poppins"/>
                <a:ea typeface="Poppins"/>
                <a:cs typeface="Poppins"/>
                <a:sym typeface="Poppins"/>
              </a:rPr>
              <a:t>A class is defined using the </a:t>
            </a:r>
            <a:r>
              <a:rPr b="1" lang="en" sz="1600">
                <a:latin typeface="Consolas"/>
                <a:ea typeface="Consolas"/>
                <a:cs typeface="Consolas"/>
                <a:sym typeface="Consolas"/>
              </a:rPr>
              <a:t>class</a:t>
            </a:r>
            <a:r>
              <a:rPr lang="en" sz="1600">
                <a:latin typeface="Poppins"/>
                <a:ea typeface="Poppins"/>
                <a:cs typeface="Poppins"/>
                <a:sym typeface="Poppins"/>
              </a:rPr>
              <a:t> keyword followed by the class name.</a:t>
            </a:r>
            <a:endParaRPr sz="1600">
              <a:latin typeface="Poppins"/>
              <a:ea typeface="Poppins"/>
              <a:cs typeface="Poppins"/>
              <a:sym typeface="Poppins"/>
            </a:endParaRPr>
          </a:p>
        </p:txBody>
      </p:sp>
      <p:sp>
        <p:nvSpPr>
          <p:cNvPr id="1320" name="Google Shape;1320;p176"/>
          <p:cNvSpPr/>
          <p:nvPr/>
        </p:nvSpPr>
        <p:spPr>
          <a:xfrm>
            <a:off x="5467750" y="2142425"/>
            <a:ext cx="3471600" cy="858300"/>
          </a:xfrm>
          <a:prstGeom prst="roundRect">
            <a:avLst>
              <a:gd fmla="val 16667" name="adj"/>
            </a:avLst>
          </a:prstGeom>
          <a:solidFill>
            <a:srgbClr val="D7FFEE"/>
          </a:solidFill>
          <a:ln cap="flat" cmpd="sng" w="952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600">
                <a:latin typeface="Poppins"/>
                <a:ea typeface="Poppins"/>
                <a:cs typeface="Poppins"/>
                <a:sym typeface="Poppins"/>
              </a:rPr>
              <a:t>The </a:t>
            </a:r>
            <a:r>
              <a:rPr b="1" lang="en" sz="1600">
                <a:latin typeface="Consolas"/>
                <a:ea typeface="Consolas"/>
                <a:cs typeface="Consolas"/>
                <a:sym typeface="Consolas"/>
              </a:rPr>
              <a:t>__init__</a:t>
            </a:r>
            <a:r>
              <a:rPr lang="en" sz="1600">
                <a:latin typeface="Poppins"/>
                <a:ea typeface="Poppins"/>
                <a:cs typeface="Poppins"/>
                <a:sym typeface="Poppins"/>
              </a:rPr>
              <a:t> method initializes the object's attributes.</a:t>
            </a:r>
            <a:endParaRPr sz="1600">
              <a:latin typeface="Poppins"/>
              <a:ea typeface="Poppins"/>
              <a:cs typeface="Poppins"/>
              <a:sym typeface="Poppins"/>
            </a:endParaRPr>
          </a:p>
        </p:txBody>
      </p:sp>
      <p:sp>
        <p:nvSpPr>
          <p:cNvPr id="1321" name="Google Shape;1321;p176"/>
          <p:cNvSpPr/>
          <p:nvPr/>
        </p:nvSpPr>
        <p:spPr>
          <a:xfrm>
            <a:off x="1837425" y="3788925"/>
            <a:ext cx="4742700" cy="884100"/>
          </a:xfrm>
          <a:prstGeom prst="roundRect">
            <a:avLst>
              <a:gd fmla="val 16667" name="adj"/>
            </a:avLst>
          </a:prstGeom>
          <a:solidFill>
            <a:srgbClr val="D7FFEE"/>
          </a:solidFill>
          <a:ln cap="flat" cmpd="sng" w="952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600">
                <a:latin typeface="Poppins"/>
                <a:ea typeface="Poppins"/>
                <a:cs typeface="Poppins"/>
                <a:sym typeface="Poppins"/>
              </a:rPr>
              <a:t>Methods are defined within the class to perform actions on the object's data.</a:t>
            </a:r>
            <a:endParaRPr sz="1600">
              <a:latin typeface="Poppins"/>
              <a:ea typeface="Poppins"/>
              <a:cs typeface="Poppins"/>
              <a:sym typeface="Poppins"/>
            </a:endParaRPr>
          </a:p>
        </p:txBody>
      </p:sp>
      <p:grpSp>
        <p:nvGrpSpPr>
          <p:cNvPr id="1322" name="Google Shape;1322;p176"/>
          <p:cNvGrpSpPr/>
          <p:nvPr/>
        </p:nvGrpSpPr>
        <p:grpSpPr>
          <a:xfrm>
            <a:off x="89100" y="4739882"/>
            <a:ext cx="324008" cy="322851"/>
            <a:chOff x="0" y="3867912"/>
            <a:chExt cx="1280160" cy="1275588"/>
          </a:xfrm>
        </p:grpSpPr>
        <p:sp>
          <p:nvSpPr>
            <p:cNvPr id="1323" name="Google Shape;1323;p176"/>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76"/>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76"/>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77"/>
          <p:cNvSpPr txBox="1"/>
          <p:nvPr>
            <p:ph type="title"/>
          </p:nvPr>
        </p:nvSpPr>
        <p:spPr>
          <a:xfrm>
            <a:off x="884825" y="2317200"/>
            <a:ext cx="5047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Linked Lists</a:t>
            </a:r>
            <a:endParaRPr/>
          </a:p>
        </p:txBody>
      </p:sp>
      <p:sp>
        <p:nvSpPr>
          <p:cNvPr id="1331" name="Google Shape;1331;p17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minutes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7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Tutor</a:t>
            </a:r>
            <a:endParaRPr/>
          </a:p>
        </p:txBody>
      </p:sp>
      <p:sp>
        <p:nvSpPr>
          <p:cNvPr id="1337" name="Google Shape;1337;p178"/>
          <p:cNvSpPr txBox="1"/>
          <p:nvPr>
            <p:ph idx="1" type="body"/>
          </p:nvPr>
        </p:nvSpPr>
        <p:spPr>
          <a:xfrm>
            <a:off x="452400" y="1132825"/>
            <a:ext cx="37011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won't be able to use this in an interview, but this is a great visualization of tracing code.</a:t>
            </a:r>
            <a:endParaRPr/>
          </a:p>
          <a:p>
            <a:pPr indent="0" lvl="0" marL="0" rtl="0" algn="l">
              <a:spcBef>
                <a:spcPts val="1000"/>
              </a:spcBef>
              <a:spcAft>
                <a:spcPts val="1000"/>
              </a:spcAft>
              <a:buNone/>
            </a:pPr>
            <a:r>
              <a:rPr lang="en"/>
              <a:t>Use it today in your breakout rooms to check against what you think should be occurring!</a:t>
            </a:r>
            <a:endParaRPr/>
          </a:p>
        </p:txBody>
      </p:sp>
      <p:pic>
        <p:nvPicPr>
          <p:cNvPr id="1338" name="Google Shape;1338;p178">
            <a:hlinkClick r:id="rId3"/>
          </p:cNvPr>
          <p:cNvPicPr preferRelativeResize="0"/>
          <p:nvPr/>
        </p:nvPicPr>
        <p:blipFill rotWithShape="1">
          <a:blip r:embed="rId4">
            <a:alphaModFix/>
          </a:blip>
          <a:srcRect b="17376" l="0" r="0" t="0"/>
          <a:stretch/>
        </p:blipFill>
        <p:spPr>
          <a:xfrm>
            <a:off x="4399200" y="744100"/>
            <a:ext cx="4443626" cy="3771726"/>
          </a:xfrm>
          <a:prstGeom prst="rect">
            <a:avLst/>
          </a:prstGeom>
          <a:noFill/>
          <a:ln>
            <a:noFill/>
          </a:ln>
        </p:spPr>
      </p:pic>
      <p:sp>
        <p:nvSpPr>
          <p:cNvPr id="1339" name="Google Shape;1339;p178"/>
          <p:cNvSpPr txBox="1"/>
          <p:nvPr/>
        </p:nvSpPr>
        <p:spPr>
          <a:xfrm>
            <a:off x="4915775" y="483250"/>
            <a:ext cx="3416100" cy="19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oppins"/>
                <a:ea typeface="Poppins"/>
                <a:cs typeface="Poppins"/>
                <a:sym typeface="Poppins"/>
              </a:rPr>
              <a:t>https://pythontutor.com/</a:t>
            </a:r>
            <a:endParaRPr sz="10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17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Arrays vs Linked Lists</a:t>
            </a:r>
            <a:endParaRPr/>
          </a:p>
        </p:txBody>
      </p:sp>
      <p:grpSp>
        <p:nvGrpSpPr>
          <p:cNvPr id="1345" name="Google Shape;1345;p179"/>
          <p:cNvGrpSpPr/>
          <p:nvPr/>
        </p:nvGrpSpPr>
        <p:grpSpPr>
          <a:xfrm>
            <a:off x="1335700" y="1873950"/>
            <a:ext cx="677700" cy="697800"/>
            <a:chOff x="1335700" y="1535075"/>
            <a:chExt cx="677700" cy="697800"/>
          </a:xfrm>
        </p:grpSpPr>
        <p:sp>
          <p:nvSpPr>
            <p:cNvPr id="1346" name="Google Shape;1346;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200">
                <a:solidFill>
                  <a:schemeClr val="dk1"/>
                </a:solidFill>
                <a:latin typeface="Consolas"/>
                <a:ea typeface="Consolas"/>
                <a:cs typeface="Consolas"/>
                <a:sym typeface="Consolas"/>
              </a:endParaRPr>
            </a:p>
          </p:txBody>
        </p:sp>
        <p:sp>
          <p:nvSpPr>
            <p:cNvPr id="1347" name="Google Shape;1347;p179"/>
            <p:cNvSpPr txBox="1"/>
            <p:nvPr/>
          </p:nvSpPr>
          <p:spPr>
            <a:xfrm>
              <a:off x="1415350" y="1622375"/>
              <a:ext cx="518400" cy="5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2</a:t>
              </a:r>
              <a:endParaRPr b="1" sz="2200">
                <a:solidFill>
                  <a:schemeClr val="dk1"/>
                </a:solidFill>
                <a:latin typeface="Consolas"/>
                <a:ea typeface="Consolas"/>
                <a:cs typeface="Consolas"/>
                <a:sym typeface="Consolas"/>
              </a:endParaRPr>
            </a:p>
          </p:txBody>
        </p:sp>
      </p:grpSp>
      <p:grpSp>
        <p:nvGrpSpPr>
          <p:cNvPr id="1348" name="Google Shape;1348;p179"/>
          <p:cNvGrpSpPr/>
          <p:nvPr/>
        </p:nvGrpSpPr>
        <p:grpSpPr>
          <a:xfrm>
            <a:off x="2013400" y="1873950"/>
            <a:ext cx="677700" cy="697800"/>
            <a:chOff x="1335700" y="1535075"/>
            <a:chExt cx="677700" cy="697800"/>
          </a:xfrm>
        </p:grpSpPr>
        <p:sp>
          <p:nvSpPr>
            <p:cNvPr id="1349" name="Google Shape;1349;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200">
                <a:solidFill>
                  <a:schemeClr val="dk1"/>
                </a:solidFill>
                <a:latin typeface="Consolas"/>
                <a:ea typeface="Consolas"/>
                <a:cs typeface="Consolas"/>
                <a:sym typeface="Consolas"/>
              </a:endParaRPr>
            </a:p>
          </p:txBody>
        </p:sp>
        <p:sp>
          <p:nvSpPr>
            <p:cNvPr id="1350" name="Google Shape;1350;p179"/>
            <p:cNvSpPr txBox="1"/>
            <p:nvPr/>
          </p:nvSpPr>
          <p:spPr>
            <a:xfrm>
              <a:off x="1415350" y="1622375"/>
              <a:ext cx="518400" cy="5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4</a:t>
              </a:r>
              <a:endParaRPr b="1" sz="2200">
                <a:solidFill>
                  <a:schemeClr val="dk1"/>
                </a:solidFill>
                <a:latin typeface="Consolas"/>
                <a:ea typeface="Consolas"/>
                <a:cs typeface="Consolas"/>
                <a:sym typeface="Consolas"/>
              </a:endParaRPr>
            </a:p>
          </p:txBody>
        </p:sp>
      </p:grpSp>
      <p:grpSp>
        <p:nvGrpSpPr>
          <p:cNvPr id="1351" name="Google Shape;1351;p179"/>
          <p:cNvGrpSpPr/>
          <p:nvPr/>
        </p:nvGrpSpPr>
        <p:grpSpPr>
          <a:xfrm>
            <a:off x="2691100" y="1873950"/>
            <a:ext cx="677700" cy="697800"/>
            <a:chOff x="1335700" y="1535075"/>
            <a:chExt cx="677700" cy="697800"/>
          </a:xfrm>
        </p:grpSpPr>
        <p:sp>
          <p:nvSpPr>
            <p:cNvPr id="1352" name="Google Shape;1352;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200">
                <a:solidFill>
                  <a:schemeClr val="dk1"/>
                </a:solidFill>
                <a:latin typeface="Consolas"/>
                <a:ea typeface="Consolas"/>
                <a:cs typeface="Consolas"/>
                <a:sym typeface="Consolas"/>
              </a:endParaRPr>
            </a:p>
          </p:txBody>
        </p:sp>
        <p:sp>
          <p:nvSpPr>
            <p:cNvPr id="1353" name="Google Shape;1353;p179"/>
            <p:cNvSpPr txBox="1"/>
            <p:nvPr/>
          </p:nvSpPr>
          <p:spPr>
            <a:xfrm>
              <a:off x="1415350" y="1622375"/>
              <a:ext cx="518400" cy="5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8</a:t>
              </a:r>
              <a:endParaRPr b="1" sz="2200">
                <a:solidFill>
                  <a:schemeClr val="dk1"/>
                </a:solidFill>
                <a:latin typeface="Consolas"/>
                <a:ea typeface="Consolas"/>
                <a:cs typeface="Consolas"/>
                <a:sym typeface="Consolas"/>
              </a:endParaRPr>
            </a:p>
          </p:txBody>
        </p:sp>
      </p:grpSp>
      <p:grpSp>
        <p:nvGrpSpPr>
          <p:cNvPr id="1354" name="Google Shape;1354;p179"/>
          <p:cNvGrpSpPr/>
          <p:nvPr/>
        </p:nvGrpSpPr>
        <p:grpSpPr>
          <a:xfrm>
            <a:off x="3368800" y="1873950"/>
            <a:ext cx="677700" cy="697800"/>
            <a:chOff x="1335700" y="1535075"/>
            <a:chExt cx="677700" cy="697800"/>
          </a:xfrm>
        </p:grpSpPr>
        <p:sp>
          <p:nvSpPr>
            <p:cNvPr id="1355" name="Google Shape;1355;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200">
                <a:solidFill>
                  <a:schemeClr val="dk1"/>
                </a:solidFill>
                <a:latin typeface="Consolas"/>
                <a:ea typeface="Consolas"/>
                <a:cs typeface="Consolas"/>
                <a:sym typeface="Consolas"/>
              </a:endParaRPr>
            </a:p>
          </p:txBody>
        </p:sp>
        <p:sp>
          <p:nvSpPr>
            <p:cNvPr id="1356" name="Google Shape;1356;p179"/>
            <p:cNvSpPr txBox="1"/>
            <p:nvPr/>
          </p:nvSpPr>
          <p:spPr>
            <a:xfrm>
              <a:off x="1415350" y="1622375"/>
              <a:ext cx="518400" cy="5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1</a:t>
              </a:r>
              <a:endParaRPr b="1" sz="2200">
                <a:solidFill>
                  <a:schemeClr val="dk1"/>
                </a:solidFill>
                <a:latin typeface="Consolas"/>
                <a:ea typeface="Consolas"/>
                <a:cs typeface="Consolas"/>
                <a:sym typeface="Consolas"/>
              </a:endParaRPr>
            </a:p>
          </p:txBody>
        </p:sp>
      </p:grpSp>
      <p:grpSp>
        <p:nvGrpSpPr>
          <p:cNvPr id="1357" name="Google Shape;1357;p179"/>
          <p:cNvGrpSpPr/>
          <p:nvPr/>
        </p:nvGrpSpPr>
        <p:grpSpPr>
          <a:xfrm>
            <a:off x="4046500" y="1873950"/>
            <a:ext cx="677700" cy="697800"/>
            <a:chOff x="1335700" y="1535075"/>
            <a:chExt cx="677700" cy="697800"/>
          </a:xfrm>
        </p:grpSpPr>
        <p:sp>
          <p:nvSpPr>
            <p:cNvPr id="1358" name="Google Shape;1358;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200">
                <a:solidFill>
                  <a:schemeClr val="dk1"/>
                </a:solidFill>
                <a:latin typeface="Consolas"/>
                <a:ea typeface="Consolas"/>
                <a:cs typeface="Consolas"/>
                <a:sym typeface="Consolas"/>
              </a:endParaRPr>
            </a:p>
          </p:txBody>
        </p:sp>
        <p:sp>
          <p:nvSpPr>
            <p:cNvPr id="1359" name="Google Shape;1359;p179"/>
            <p:cNvSpPr txBox="1"/>
            <p:nvPr/>
          </p:nvSpPr>
          <p:spPr>
            <a:xfrm>
              <a:off x="1415350" y="1622375"/>
              <a:ext cx="518400" cy="5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3</a:t>
              </a:r>
              <a:endParaRPr b="1" sz="2200">
                <a:solidFill>
                  <a:schemeClr val="dk1"/>
                </a:solidFill>
                <a:latin typeface="Consolas"/>
                <a:ea typeface="Consolas"/>
                <a:cs typeface="Consolas"/>
                <a:sym typeface="Consolas"/>
              </a:endParaRPr>
            </a:p>
          </p:txBody>
        </p:sp>
      </p:grpSp>
      <p:grpSp>
        <p:nvGrpSpPr>
          <p:cNvPr id="1360" name="Google Shape;1360;p179"/>
          <p:cNvGrpSpPr/>
          <p:nvPr/>
        </p:nvGrpSpPr>
        <p:grpSpPr>
          <a:xfrm>
            <a:off x="1335700" y="3083000"/>
            <a:ext cx="1413450" cy="697808"/>
            <a:chOff x="1335700" y="3083000"/>
            <a:chExt cx="1413450" cy="697808"/>
          </a:xfrm>
        </p:grpSpPr>
        <p:grpSp>
          <p:nvGrpSpPr>
            <p:cNvPr id="1361" name="Google Shape;1361;p179"/>
            <p:cNvGrpSpPr/>
            <p:nvPr/>
          </p:nvGrpSpPr>
          <p:grpSpPr>
            <a:xfrm>
              <a:off x="1335700" y="3083000"/>
              <a:ext cx="677700" cy="697800"/>
              <a:chOff x="1335700" y="1535075"/>
              <a:chExt cx="677700" cy="697800"/>
            </a:xfrm>
          </p:grpSpPr>
          <p:sp>
            <p:nvSpPr>
              <p:cNvPr id="1362" name="Google Shape;1362;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63" name="Google Shape;1363;p179"/>
              <p:cNvSpPr txBox="1"/>
              <p:nvPr/>
            </p:nvSpPr>
            <p:spPr>
              <a:xfrm>
                <a:off x="1415350" y="1622375"/>
                <a:ext cx="518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2</a:t>
                </a:r>
                <a:endParaRPr b="1" sz="2200">
                  <a:solidFill>
                    <a:schemeClr val="dk1"/>
                  </a:solidFill>
                  <a:latin typeface="Consolas"/>
                  <a:ea typeface="Consolas"/>
                  <a:cs typeface="Consolas"/>
                  <a:sym typeface="Consolas"/>
                </a:endParaRPr>
              </a:p>
            </p:txBody>
          </p:sp>
        </p:grpSp>
        <p:sp>
          <p:nvSpPr>
            <p:cNvPr id="1364" name="Google Shape;1364;p179"/>
            <p:cNvSpPr/>
            <p:nvPr/>
          </p:nvSpPr>
          <p:spPr>
            <a:xfrm>
              <a:off x="2013400" y="3083008"/>
              <a:ext cx="2592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1365" name="Google Shape;1365;p179"/>
            <p:cNvCxnSpPr/>
            <p:nvPr/>
          </p:nvCxnSpPr>
          <p:spPr>
            <a:xfrm>
              <a:off x="2131150" y="3431900"/>
              <a:ext cx="618000" cy="0"/>
            </a:xfrm>
            <a:prstGeom prst="straightConnector1">
              <a:avLst/>
            </a:prstGeom>
            <a:noFill/>
            <a:ln cap="flat" cmpd="sng" w="28575">
              <a:solidFill>
                <a:srgbClr val="00C98E"/>
              </a:solidFill>
              <a:prstDash val="solid"/>
              <a:round/>
              <a:headEnd len="med" w="med" type="none"/>
              <a:tailEnd len="med" w="med" type="triangle"/>
            </a:ln>
          </p:spPr>
        </p:cxnSp>
      </p:grpSp>
      <p:grpSp>
        <p:nvGrpSpPr>
          <p:cNvPr id="1366" name="Google Shape;1366;p179"/>
          <p:cNvGrpSpPr/>
          <p:nvPr/>
        </p:nvGrpSpPr>
        <p:grpSpPr>
          <a:xfrm>
            <a:off x="2731225" y="3082997"/>
            <a:ext cx="1413450" cy="697808"/>
            <a:chOff x="1335700" y="3083000"/>
            <a:chExt cx="1413450" cy="697808"/>
          </a:xfrm>
        </p:grpSpPr>
        <p:grpSp>
          <p:nvGrpSpPr>
            <p:cNvPr id="1367" name="Google Shape;1367;p179"/>
            <p:cNvGrpSpPr/>
            <p:nvPr/>
          </p:nvGrpSpPr>
          <p:grpSpPr>
            <a:xfrm>
              <a:off x="1335700" y="3083000"/>
              <a:ext cx="677700" cy="697800"/>
              <a:chOff x="1335700" y="1535075"/>
              <a:chExt cx="677700" cy="697800"/>
            </a:xfrm>
          </p:grpSpPr>
          <p:sp>
            <p:nvSpPr>
              <p:cNvPr id="1368" name="Google Shape;1368;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69" name="Google Shape;1369;p179"/>
              <p:cNvSpPr txBox="1"/>
              <p:nvPr/>
            </p:nvSpPr>
            <p:spPr>
              <a:xfrm>
                <a:off x="1424313" y="1622375"/>
                <a:ext cx="518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4</a:t>
                </a:r>
                <a:endParaRPr b="1" sz="2200">
                  <a:solidFill>
                    <a:schemeClr val="dk1"/>
                  </a:solidFill>
                  <a:latin typeface="Consolas"/>
                  <a:ea typeface="Consolas"/>
                  <a:cs typeface="Consolas"/>
                  <a:sym typeface="Consolas"/>
                </a:endParaRPr>
              </a:p>
            </p:txBody>
          </p:sp>
        </p:grpSp>
        <p:sp>
          <p:nvSpPr>
            <p:cNvPr id="1370" name="Google Shape;1370;p179"/>
            <p:cNvSpPr/>
            <p:nvPr/>
          </p:nvSpPr>
          <p:spPr>
            <a:xfrm>
              <a:off x="2013400" y="3083008"/>
              <a:ext cx="2592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1371" name="Google Shape;1371;p179"/>
            <p:cNvCxnSpPr/>
            <p:nvPr/>
          </p:nvCxnSpPr>
          <p:spPr>
            <a:xfrm>
              <a:off x="2131150" y="3431900"/>
              <a:ext cx="618000" cy="0"/>
            </a:xfrm>
            <a:prstGeom prst="straightConnector1">
              <a:avLst/>
            </a:prstGeom>
            <a:noFill/>
            <a:ln cap="flat" cmpd="sng" w="28575">
              <a:solidFill>
                <a:srgbClr val="00C98E"/>
              </a:solidFill>
              <a:prstDash val="solid"/>
              <a:round/>
              <a:headEnd len="med" w="med" type="none"/>
              <a:tailEnd len="med" w="med" type="triangle"/>
            </a:ln>
          </p:spPr>
        </p:cxnSp>
      </p:grpSp>
      <p:grpSp>
        <p:nvGrpSpPr>
          <p:cNvPr id="1372" name="Google Shape;1372;p179"/>
          <p:cNvGrpSpPr/>
          <p:nvPr/>
        </p:nvGrpSpPr>
        <p:grpSpPr>
          <a:xfrm>
            <a:off x="4144675" y="3083000"/>
            <a:ext cx="1413450" cy="697808"/>
            <a:chOff x="1335700" y="3083000"/>
            <a:chExt cx="1413450" cy="697808"/>
          </a:xfrm>
        </p:grpSpPr>
        <p:grpSp>
          <p:nvGrpSpPr>
            <p:cNvPr id="1373" name="Google Shape;1373;p179"/>
            <p:cNvGrpSpPr/>
            <p:nvPr/>
          </p:nvGrpSpPr>
          <p:grpSpPr>
            <a:xfrm>
              <a:off x="1335700" y="3083000"/>
              <a:ext cx="677700" cy="697800"/>
              <a:chOff x="1335700" y="1535075"/>
              <a:chExt cx="677700" cy="697800"/>
            </a:xfrm>
          </p:grpSpPr>
          <p:sp>
            <p:nvSpPr>
              <p:cNvPr id="1374" name="Google Shape;1374;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75" name="Google Shape;1375;p179"/>
              <p:cNvSpPr txBox="1"/>
              <p:nvPr/>
            </p:nvSpPr>
            <p:spPr>
              <a:xfrm>
                <a:off x="1415350" y="1622375"/>
                <a:ext cx="518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8</a:t>
                </a:r>
                <a:endParaRPr b="1" sz="2200">
                  <a:solidFill>
                    <a:schemeClr val="dk1"/>
                  </a:solidFill>
                  <a:latin typeface="Consolas"/>
                  <a:ea typeface="Consolas"/>
                  <a:cs typeface="Consolas"/>
                  <a:sym typeface="Consolas"/>
                </a:endParaRPr>
              </a:p>
            </p:txBody>
          </p:sp>
        </p:grpSp>
        <p:sp>
          <p:nvSpPr>
            <p:cNvPr id="1376" name="Google Shape;1376;p179"/>
            <p:cNvSpPr/>
            <p:nvPr/>
          </p:nvSpPr>
          <p:spPr>
            <a:xfrm>
              <a:off x="2013400" y="3083008"/>
              <a:ext cx="2592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1377" name="Google Shape;1377;p179"/>
            <p:cNvCxnSpPr/>
            <p:nvPr/>
          </p:nvCxnSpPr>
          <p:spPr>
            <a:xfrm>
              <a:off x="2131150" y="3431900"/>
              <a:ext cx="618000" cy="0"/>
            </a:xfrm>
            <a:prstGeom prst="straightConnector1">
              <a:avLst/>
            </a:prstGeom>
            <a:noFill/>
            <a:ln cap="flat" cmpd="sng" w="28575">
              <a:solidFill>
                <a:srgbClr val="00C98E"/>
              </a:solidFill>
              <a:prstDash val="solid"/>
              <a:round/>
              <a:headEnd len="med" w="med" type="none"/>
              <a:tailEnd len="med" w="med" type="triangle"/>
            </a:ln>
          </p:spPr>
        </p:cxnSp>
      </p:grpSp>
      <p:grpSp>
        <p:nvGrpSpPr>
          <p:cNvPr id="1378" name="Google Shape;1378;p179"/>
          <p:cNvGrpSpPr/>
          <p:nvPr/>
        </p:nvGrpSpPr>
        <p:grpSpPr>
          <a:xfrm>
            <a:off x="5558125" y="3083000"/>
            <a:ext cx="1413450" cy="697808"/>
            <a:chOff x="1335700" y="3083000"/>
            <a:chExt cx="1413450" cy="697808"/>
          </a:xfrm>
        </p:grpSpPr>
        <p:grpSp>
          <p:nvGrpSpPr>
            <p:cNvPr id="1379" name="Google Shape;1379;p179"/>
            <p:cNvGrpSpPr/>
            <p:nvPr/>
          </p:nvGrpSpPr>
          <p:grpSpPr>
            <a:xfrm>
              <a:off x="1335700" y="3083000"/>
              <a:ext cx="677700" cy="697800"/>
              <a:chOff x="1335700" y="1535075"/>
              <a:chExt cx="677700" cy="697800"/>
            </a:xfrm>
          </p:grpSpPr>
          <p:sp>
            <p:nvSpPr>
              <p:cNvPr id="1380" name="Google Shape;1380;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81" name="Google Shape;1381;p179"/>
              <p:cNvSpPr txBox="1"/>
              <p:nvPr/>
            </p:nvSpPr>
            <p:spPr>
              <a:xfrm>
                <a:off x="1415350" y="1622375"/>
                <a:ext cx="518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1</a:t>
                </a:r>
                <a:endParaRPr b="1" sz="2200">
                  <a:solidFill>
                    <a:schemeClr val="dk1"/>
                  </a:solidFill>
                  <a:latin typeface="Consolas"/>
                  <a:ea typeface="Consolas"/>
                  <a:cs typeface="Consolas"/>
                  <a:sym typeface="Consolas"/>
                </a:endParaRPr>
              </a:p>
            </p:txBody>
          </p:sp>
        </p:grpSp>
        <p:sp>
          <p:nvSpPr>
            <p:cNvPr id="1382" name="Google Shape;1382;p179"/>
            <p:cNvSpPr/>
            <p:nvPr/>
          </p:nvSpPr>
          <p:spPr>
            <a:xfrm>
              <a:off x="2013400" y="3083008"/>
              <a:ext cx="2592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1383" name="Google Shape;1383;p179"/>
            <p:cNvCxnSpPr/>
            <p:nvPr/>
          </p:nvCxnSpPr>
          <p:spPr>
            <a:xfrm>
              <a:off x="2131150" y="3431900"/>
              <a:ext cx="618000" cy="0"/>
            </a:xfrm>
            <a:prstGeom prst="straightConnector1">
              <a:avLst/>
            </a:prstGeom>
            <a:noFill/>
            <a:ln cap="flat" cmpd="sng" w="28575">
              <a:solidFill>
                <a:srgbClr val="00C98E"/>
              </a:solidFill>
              <a:prstDash val="solid"/>
              <a:round/>
              <a:headEnd len="med" w="med" type="none"/>
              <a:tailEnd len="med" w="med" type="triangle"/>
            </a:ln>
          </p:spPr>
        </p:cxnSp>
      </p:grpSp>
      <p:grpSp>
        <p:nvGrpSpPr>
          <p:cNvPr id="1384" name="Google Shape;1384;p179"/>
          <p:cNvGrpSpPr/>
          <p:nvPr/>
        </p:nvGrpSpPr>
        <p:grpSpPr>
          <a:xfrm>
            <a:off x="6953650" y="3083000"/>
            <a:ext cx="936900" cy="697808"/>
            <a:chOff x="1335700" y="3083000"/>
            <a:chExt cx="936900" cy="697808"/>
          </a:xfrm>
        </p:grpSpPr>
        <p:grpSp>
          <p:nvGrpSpPr>
            <p:cNvPr id="1385" name="Google Shape;1385;p179"/>
            <p:cNvGrpSpPr/>
            <p:nvPr/>
          </p:nvGrpSpPr>
          <p:grpSpPr>
            <a:xfrm>
              <a:off x="1335700" y="3083000"/>
              <a:ext cx="677700" cy="697800"/>
              <a:chOff x="1335700" y="1535075"/>
              <a:chExt cx="677700" cy="697800"/>
            </a:xfrm>
          </p:grpSpPr>
          <p:sp>
            <p:nvSpPr>
              <p:cNvPr id="1386" name="Google Shape;1386;p179"/>
              <p:cNvSpPr/>
              <p:nvPr/>
            </p:nvSpPr>
            <p:spPr>
              <a:xfrm>
                <a:off x="1335700" y="1535075"/>
                <a:ext cx="6777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87" name="Google Shape;1387;p179"/>
              <p:cNvSpPr txBox="1"/>
              <p:nvPr/>
            </p:nvSpPr>
            <p:spPr>
              <a:xfrm>
                <a:off x="1424313" y="1622375"/>
                <a:ext cx="518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Consolas"/>
                    <a:ea typeface="Consolas"/>
                    <a:cs typeface="Consolas"/>
                    <a:sym typeface="Consolas"/>
                  </a:rPr>
                  <a:t>3</a:t>
                </a:r>
                <a:endParaRPr b="1" sz="2200">
                  <a:solidFill>
                    <a:schemeClr val="dk1"/>
                  </a:solidFill>
                  <a:latin typeface="Consolas"/>
                  <a:ea typeface="Consolas"/>
                  <a:cs typeface="Consolas"/>
                  <a:sym typeface="Consolas"/>
                </a:endParaRPr>
              </a:p>
            </p:txBody>
          </p:sp>
        </p:grpSp>
        <p:sp>
          <p:nvSpPr>
            <p:cNvPr id="1388" name="Google Shape;1388;p179"/>
            <p:cNvSpPr/>
            <p:nvPr/>
          </p:nvSpPr>
          <p:spPr>
            <a:xfrm>
              <a:off x="2013400" y="3083008"/>
              <a:ext cx="259200" cy="697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
        <p:nvSpPr>
          <p:cNvPr id="1389" name="Google Shape;1389;p179"/>
          <p:cNvSpPr txBox="1"/>
          <p:nvPr>
            <p:ph idx="1" type="body"/>
          </p:nvPr>
        </p:nvSpPr>
        <p:spPr>
          <a:xfrm>
            <a:off x="452400" y="1132825"/>
            <a:ext cx="82392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Arrays cannot dynamically grow, but linked lists can!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8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1395" name="Google Shape;1395;p18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Python Tutor:</a:t>
            </a:r>
            <a:endParaRPr/>
          </a:p>
          <a:p>
            <a:pPr indent="-342900" lvl="0" marL="457200" rtl="0" algn="l">
              <a:spcBef>
                <a:spcPts val="1000"/>
              </a:spcBef>
              <a:spcAft>
                <a:spcPts val="0"/>
              </a:spcAft>
              <a:buSzPts val="1800"/>
              <a:buAutoNum type="arabicPeriod"/>
            </a:pPr>
            <a:r>
              <a:rPr lang="en"/>
              <a:t>Create a Node class.</a:t>
            </a:r>
            <a:endParaRPr/>
          </a:p>
          <a:p>
            <a:pPr indent="-342900" lvl="0" marL="457200" rtl="0" algn="l">
              <a:spcBef>
                <a:spcPts val="1000"/>
              </a:spcBef>
              <a:spcAft>
                <a:spcPts val="1000"/>
              </a:spcAft>
              <a:buSzPts val="1800"/>
              <a:buAutoNum type="arabicPeriod"/>
            </a:pPr>
            <a:r>
              <a:rPr lang="en"/>
              <a:t>Go through the steps to see what happened.</a:t>
            </a:r>
            <a:endParaRPr/>
          </a:p>
        </p:txBody>
      </p:sp>
      <p:sp>
        <p:nvSpPr>
          <p:cNvPr id="1396" name="Google Shape;1396;p18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t>class Node:</a:t>
            </a:r>
            <a:endParaRPr sz="1700"/>
          </a:p>
          <a:p>
            <a:pPr indent="0" lvl="0" marL="0" rtl="0" algn="l">
              <a:spcBef>
                <a:spcPts val="0"/>
              </a:spcBef>
              <a:spcAft>
                <a:spcPts val="0"/>
              </a:spcAft>
              <a:buClr>
                <a:schemeClr val="dk1"/>
              </a:buClr>
              <a:buSzPts val="1100"/>
              <a:buFont typeface="Arial"/>
              <a:buNone/>
            </a:pPr>
            <a:r>
              <a:rPr lang="en" sz="1700"/>
              <a:t>	def __init__(self, value):</a:t>
            </a:r>
            <a:endParaRPr sz="1700"/>
          </a:p>
          <a:p>
            <a:pPr indent="0" lvl="0" marL="0" rtl="0" algn="l">
              <a:spcBef>
                <a:spcPts val="0"/>
              </a:spcBef>
              <a:spcAft>
                <a:spcPts val="0"/>
              </a:spcAft>
              <a:buClr>
                <a:schemeClr val="dk1"/>
              </a:buClr>
              <a:buSzPts val="1100"/>
              <a:buFont typeface="Arial"/>
              <a:buNone/>
            </a:pPr>
            <a:r>
              <a:rPr lang="en" sz="1700"/>
              <a:t>		self.value = value</a:t>
            </a:r>
            <a:endParaRPr sz="1700"/>
          </a:p>
          <a:p>
            <a:pPr indent="0" lvl="0" marL="0" rtl="0" algn="l">
              <a:spcBef>
                <a:spcPts val="0"/>
              </a:spcBef>
              <a:spcAft>
                <a:spcPts val="0"/>
              </a:spcAft>
              <a:buClr>
                <a:schemeClr val="dk1"/>
              </a:buClr>
              <a:buSzPts val="1100"/>
              <a:buFont typeface="Arial"/>
              <a:buNone/>
            </a:pPr>
            <a:r>
              <a:rPr lang="en" sz="1700"/>
              <a:t>		self.next = None</a:t>
            </a:r>
            <a:endParaRPr sz="1700"/>
          </a:p>
          <a:p>
            <a:pPr indent="0" lvl="0" marL="0" rtl="0" algn="l">
              <a:spcBef>
                <a:spcPts val="0"/>
              </a:spcBef>
              <a:spcAft>
                <a:spcPts val="0"/>
              </a:spcAft>
              <a:buClr>
                <a:schemeClr val="dk1"/>
              </a:buClr>
              <a:buSzPts val="1100"/>
              <a:buFont typeface="Arial"/>
              <a:buNone/>
            </a:pPr>
            <a:r>
              <a:t/>
            </a:r>
            <a:endParaRPr sz="1700"/>
          </a:p>
          <a:p>
            <a:pPr indent="0" lvl="0" marL="0" rtl="0" algn="l">
              <a:spcBef>
                <a:spcPts val="0"/>
              </a:spcBef>
              <a:spcAft>
                <a:spcPts val="0"/>
              </a:spcAft>
              <a:buClr>
                <a:schemeClr val="dk1"/>
              </a:buClr>
              <a:buSzPts val="1100"/>
              <a:buFont typeface="Arial"/>
              <a:buNone/>
            </a:pPr>
            <a:r>
              <a:rPr lang="en" sz="1700"/>
              <a:t>x = Node(2)</a:t>
            </a:r>
            <a:endParaRPr sz="1700"/>
          </a:p>
          <a:p>
            <a:pPr indent="0" lvl="0" marL="0" rtl="0" algn="l">
              <a:spcBef>
                <a:spcPts val="0"/>
              </a:spcBef>
              <a:spcAft>
                <a:spcPts val="0"/>
              </a:spcAft>
              <a:buNone/>
            </a:pPr>
            <a:r>
              <a:rPr lang="en" sz="1700"/>
              <a:t>print(x.value)</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8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1402" name="Google Shape;1402;p18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Python Tutor:</a:t>
            </a:r>
            <a:endParaRPr/>
          </a:p>
          <a:p>
            <a:pPr indent="-342900" lvl="0" marL="457200" rtl="0" algn="l">
              <a:spcBef>
                <a:spcPts val="1000"/>
              </a:spcBef>
              <a:spcAft>
                <a:spcPts val="0"/>
              </a:spcAft>
              <a:buSzPts val="1800"/>
              <a:buAutoNum type="arabicPeriod"/>
            </a:pPr>
            <a:r>
              <a:rPr lang="en"/>
              <a:t>Add a Node.</a:t>
            </a:r>
            <a:endParaRPr/>
          </a:p>
          <a:p>
            <a:pPr indent="-342900" lvl="0" marL="457200" rtl="0" algn="l">
              <a:spcBef>
                <a:spcPts val="1000"/>
              </a:spcBef>
              <a:spcAft>
                <a:spcPts val="1000"/>
              </a:spcAft>
              <a:buSzPts val="1800"/>
              <a:buAutoNum type="arabicPeriod"/>
            </a:pPr>
            <a:r>
              <a:rPr lang="en"/>
              <a:t>Go through the steps again to see what has changed.</a:t>
            </a:r>
            <a:endParaRPr/>
          </a:p>
        </p:txBody>
      </p:sp>
      <p:sp>
        <p:nvSpPr>
          <p:cNvPr id="1403" name="Google Shape;1403;p18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class Node:</a:t>
            </a:r>
            <a:endParaRPr sz="1700"/>
          </a:p>
          <a:p>
            <a:pPr indent="0" lvl="0" marL="0" rtl="0" algn="l">
              <a:spcBef>
                <a:spcPts val="0"/>
              </a:spcBef>
              <a:spcAft>
                <a:spcPts val="0"/>
              </a:spcAft>
              <a:buNone/>
            </a:pPr>
            <a:r>
              <a:rPr lang="en" sz="1700"/>
              <a:t>	def __init__(self, value):</a:t>
            </a:r>
            <a:endParaRPr sz="1700"/>
          </a:p>
          <a:p>
            <a:pPr indent="0" lvl="0" marL="0" rtl="0" algn="l">
              <a:spcBef>
                <a:spcPts val="0"/>
              </a:spcBef>
              <a:spcAft>
                <a:spcPts val="0"/>
              </a:spcAft>
              <a:buNone/>
            </a:pPr>
            <a:r>
              <a:rPr lang="en" sz="1700"/>
              <a:t>		self.value = value</a:t>
            </a:r>
            <a:endParaRPr sz="1700"/>
          </a:p>
          <a:p>
            <a:pPr indent="0" lvl="0" marL="0" rtl="0" algn="l">
              <a:spcBef>
                <a:spcPts val="0"/>
              </a:spcBef>
              <a:spcAft>
                <a:spcPts val="0"/>
              </a:spcAft>
              <a:buNone/>
            </a:pPr>
            <a:r>
              <a:rPr lang="en" sz="1700"/>
              <a:t>		self.next = None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x = Node(2)</a:t>
            </a:r>
            <a:endParaRPr sz="1700"/>
          </a:p>
          <a:p>
            <a:pPr indent="0" lvl="0" marL="0" rtl="0" algn="l">
              <a:spcBef>
                <a:spcPts val="0"/>
              </a:spcBef>
              <a:spcAft>
                <a:spcPts val="0"/>
              </a:spcAft>
              <a:buNone/>
            </a:pPr>
            <a:r>
              <a:rPr b="1" lang="en" sz="1700"/>
              <a:t>y = Node(4)</a:t>
            </a:r>
            <a:endParaRPr b="1" sz="1700"/>
          </a:p>
          <a:p>
            <a:pPr indent="0" lvl="0" marL="0" rtl="0" algn="l">
              <a:spcBef>
                <a:spcPts val="0"/>
              </a:spcBef>
              <a:spcAft>
                <a:spcPts val="0"/>
              </a:spcAft>
              <a:buNone/>
            </a:pPr>
            <a:r>
              <a:rPr lang="en" sz="1700"/>
              <a:t>print(x.value)</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82"/>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ctr">
              <a:spcBef>
                <a:spcPts val="0"/>
              </a:spcBef>
              <a:spcAft>
                <a:spcPts val="1000"/>
              </a:spcAft>
              <a:buNone/>
            </a:pPr>
            <a:r>
              <a:rPr lang="en" sz="3000"/>
              <a:t>How can we connect </a:t>
            </a:r>
            <a:r>
              <a:rPr b="1" lang="en" sz="3000">
                <a:latin typeface="Consolas"/>
                <a:ea typeface="Consolas"/>
                <a:cs typeface="Consolas"/>
                <a:sym typeface="Consolas"/>
              </a:rPr>
              <a:t>x</a:t>
            </a:r>
            <a:r>
              <a:rPr lang="en" sz="3000"/>
              <a:t> to </a:t>
            </a:r>
            <a:r>
              <a:rPr b="1" lang="en" sz="3000">
                <a:latin typeface="Consolas"/>
                <a:ea typeface="Consolas"/>
                <a:cs typeface="Consolas"/>
                <a:sym typeface="Consolas"/>
              </a:rPr>
              <a:t>y</a:t>
            </a:r>
            <a:r>
              <a:rPr lang="en" sz="3000"/>
              <a:t>?</a:t>
            </a:r>
            <a:endParaRPr sz="3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8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1414" name="Google Shape;1414;p18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Go through the steps in Python Tutor. What's changed?</a:t>
            </a:r>
            <a:endParaRPr/>
          </a:p>
        </p:txBody>
      </p:sp>
      <p:sp>
        <p:nvSpPr>
          <p:cNvPr id="1415" name="Google Shape;1415;p18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class Node:</a:t>
            </a:r>
            <a:endParaRPr sz="1700"/>
          </a:p>
          <a:p>
            <a:pPr indent="0" lvl="0" marL="0" rtl="0" algn="l">
              <a:spcBef>
                <a:spcPts val="0"/>
              </a:spcBef>
              <a:spcAft>
                <a:spcPts val="0"/>
              </a:spcAft>
              <a:buNone/>
            </a:pPr>
            <a:r>
              <a:rPr lang="en" sz="1700"/>
              <a:t>	def __init__(self, value):</a:t>
            </a:r>
            <a:endParaRPr sz="1700"/>
          </a:p>
          <a:p>
            <a:pPr indent="0" lvl="0" marL="0" rtl="0" algn="l">
              <a:spcBef>
                <a:spcPts val="0"/>
              </a:spcBef>
              <a:spcAft>
                <a:spcPts val="0"/>
              </a:spcAft>
              <a:buNone/>
            </a:pPr>
            <a:r>
              <a:rPr lang="en" sz="1700"/>
              <a:t>		self.value = value</a:t>
            </a:r>
            <a:endParaRPr sz="1700"/>
          </a:p>
          <a:p>
            <a:pPr indent="0" lvl="0" marL="0" rtl="0" algn="l">
              <a:spcBef>
                <a:spcPts val="0"/>
              </a:spcBef>
              <a:spcAft>
                <a:spcPts val="0"/>
              </a:spcAft>
              <a:buNone/>
            </a:pPr>
            <a:r>
              <a:rPr lang="en" sz="1700"/>
              <a:t>		self.next = None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x = Node(2)</a:t>
            </a:r>
            <a:endParaRPr sz="1700"/>
          </a:p>
          <a:p>
            <a:pPr indent="0" lvl="0" marL="0" rtl="0" algn="l">
              <a:spcBef>
                <a:spcPts val="0"/>
              </a:spcBef>
              <a:spcAft>
                <a:spcPts val="0"/>
              </a:spcAft>
              <a:buNone/>
            </a:pPr>
            <a:r>
              <a:rPr lang="en" sz="1700"/>
              <a:t>y = Node(4)</a:t>
            </a:r>
            <a:endParaRPr sz="1700"/>
          </a:p>
          <a:p>
            <a:pPr indent="0" lvl="0" marL="0" rtl="0" algn="l">
              <a:spcBef>
                <a:spcPts val="0"/>
              </a:spcBef>
              <a:spcAft>
                <a:spcPts val="0"/>
              </a:spcAft>
              <a:buNone/>
            </a:pPr>
            <a:r>
              <a:rPr lang="en" sz="1700"/>
              <a:t>x.next = y</a:t>
            </a:r>
            <a:endParaRPr sz="1700"/>
          </a:p>
          <a:p>
            <a:pPr indent="0" lvl="0" marL="0" rtl="0" algn="l">
              <a:spcBef>
                <a:spcPts val="0"/>
              </a:spcBef>
              <a:spcAft>
                <a:spcPts val="0"/>
              </a:spcAft>
              <a:buNone/>
            </a:pPr>
            <a:r>
              <a:rPr lang="en" sz="1700"/>
              <a:t>y = None</a:t>
            </a:r>
            <a:endParaRPr sz="1700"/>
          </a:p>
          <a:p>
            <a:pPr indent="0" lvl="0" marL="0" rtl="0" algn="l">
              <a:spcBef>
                <a:spcPts val="0"/>
              </a:spcBef>
              <a:spcAft>
                <a:spcPts val="0"/>
              </a:spcAft>
              <a:buNone/>
            </a:pPr>
            <a:r>
              <a:rPr lang="en" sz="1700"/>
              <a:t>print(x.value)</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8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 Node</a:t>
            </a:r>
            <a:endParaRPr/>
          </a:p>
        </p:txBody>
      </p:sp>
      <p:sp>
        <p:nvSpPr>
          <p:cNvPr id="1421" name="Google Shape;1421;p18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Go through the steps in Python Tutor to trace the code.</a:t>
            </a:r>
            <a:endParaRPr/>
          </a:p>
        </p:txBody>
      </p:sp>
      <p:sp>
        <p:nvSpPr>
          <p:cNvPr id="1422" name="Google Shape;1422;p18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current = a</a:t>
            </a:r>
            <a:endParaRPr sz="1700"/>
          </a:p>
          <a:p>
            <a:pPr indent="0" lvl="0" marL="0" rtl="0" algn="l">
              <a:spcBef>
                <a:spcPts val="0"/>
              </a:spcBef>
              <a:spcAft>
                <a:spcPts val="0"/>
              </a:spcAft>
              <a:buNone/>
            </a:pPr>
            <a:r>
              <a:rPr lang="en" sz="1700"/>
              <a:t>while current != None:</a:t>
            </a:r>
            <a:endParaRPr sz="1700"/>
          </a:p>
          <a:p>
            <a:pPr indent="0" lvl="0" marL="0" rtl="0" algn="l">
              <a:spcBef>
                <a:spcPts val="0"/>
              </a:spcBef>
              <a:spcAft>
                <a:spcPts val="0"/>
              </a:spcAft>
              <a:buNone/>
            </a:pPr>
            <a:r>
              <a:rPr lang="en" sz="1700"/>
              <a:t>	print (current.value)</a:t>
            </a:r>
            <a:endParaRPr sz="1700"/>
          </a:p>
          <a:p>
            <a:pPr indent="0" lvl="0" marL="0" rtl="0" algn="l">
              <a:spcBef>
                <a:spcPts val="0"/>
              </a:spcBef>
              <a:spcAft>
                <a:spcPts val="0"/>
              </a:spcAft>
              <a:buNone/>
            </a:pPr>
            <a:r>
              <a:rPr lang="en" sz="1700"/>
              <a:t>	current = current.next</a:t>
            </a:r>
            <a:endParaRPr sz="1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85"/>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428" name="Google Shape;1428;p185"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86"/>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434" name="Google Shape;1434;p18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8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440" name="Google Shape;1440;p18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1" name="Google Shape;1441;p187"/>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88"/>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447" name="Google Shape;1447;p18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18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9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8" name="Google Shape;1458;p190"/>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459" name="Google Shape;1459;p190"/>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460" name="Google Shape;1460;p190"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91"/>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66" name="Google Shape;1466;p19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7" name="Google Shape;1467;p19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Mock Interview on Thursday! 1 student volunteer interviewing with me!</a:t>
            </a:r>
            <a:endParaRPr/>
          </a:p>
        </p:txBody>
      </p:sp>
      <p:pic>
        <p:nvPicPr>
          <p:cNvPr id="1468" name="Google Shape;1468;p191"/>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