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71.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73.xml"/>
  <Override ContentType="application/vnd.openxmlformats-officedocument.presentationml.slideLayout+xml" PartName="/ppt/slideLayouts/slideLayout160.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823" r:id="rId5"/>
    <p:sldMasterId id="2147483824" r:id="rId6"/>
    <p:sldMasterId id="2147483825" r:id="rId7"/>
    <p:sldMasterId id="2147483826" r:id="rId8"/>
    <p:sldMasterId id="2147483827" r:id="rId9"/>
    <p:sldMasterId id="2147483828" r:id="rId10"/>
    <p:sldMasterId id="2147483829" r:id="rId11"/>
    <p:sldMasterId id="2147483830"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Lst>
  <p:sldSz cy="5143500" cx="9144000"/>
  <p:notesSz cx="6858000" cy="9144000"/>
  <p:embeddedFontLst>
    <p:embeddedFont>
      <p:font typeface="Space Mono"/>
      <p:regular r:id="rId39"/>
      <p:bold r:id="rId40"/>
      <p:italic r:id="rId41"/>
      <p:boldItalic r:id="rId42"/>
    </p:embeddedFont>
    <p:embeddedFont>
      <p:font typeface="Proxima Nova"/>
      <p:regular r:id="rId43"/>
      <p:bold r:id="rId44"/>
      <p:italic r:id="rId45"/>
      <p:boldItalic r:id="rId46"/>
    </p:embeddedFont>
    <p:embeddedFont>
      <p:font typeface="Poppins"/>
      <p:regular r:id="rId47"/>
      <p:bold r:id="rId48"/>
      <p:italic r:id="rId49"/>
      <p:boldItalic r:id="rId50"/>
    </p:embeddedFont>
    <p:embeddedFont>
      <p:font typeface="Poppins Light"/>
      <p:regular r:id="rId51"/>
      <p:bold r:id="rId52"/>
      <p:italic r:id="rId53"/>
      <p:boldItalic r:id="rId54"/>
    </p:embeddedFont>
    <p:embeddedFont>
      <p:font typeface="Poppins Medium"/>
      <p:regular r:id="rId55"/>
      <p:bold r:id="rId56"/>
      <p:italic r:id="rId57"/>
      <p:boldItalic r:id="rId58"/>
    </p:embeddedFont>
    <p:embeddedFont>
      <p:font typeface="Helvetica Neue"/>
      <p:regular r:id="rId59"/>
      <p:bold r:id="rId60"/>
      <p:italic r:id="rId61"/>
      <p:boldItalic r:id="rId62"/>
    </p:embeddedFont>
    <p:embeddedFont>
      <p:font typeface="Roboto Mono"/>
      <p:regular r:id="rId63"/>
      <p:bold r:id="rId64"/>
      <p:italic r:id="rId65"/>
      <p:boldItalic r:id="rId66"/>
    </p:embeddedFont>
    <p:embeddedFont>
      <p:font typeface="Helvetica Neue Light"/>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BB03704-AC0A-4754-844D-DD72759CE807}">
  <a:tblStyle styleId="{2BB03704-AC0A-4754-844D-DD72759CE80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aceMono-bold.fntdata"/><Relationship Id="rId42" Type="http://schemas.openxmlformats.org/officeDocument/2006/relationships/font" Target="fonts/SpaceMono-boldItalic.fntdata"/><Relationship Id="rId41" Type="http://schemas.openxmlformats.org/officeDocument/2006/relationships/font" Target="fonts/SpaceMono-italic.fntdata"/><Relationship Id="rId44" Type="http://schemas.openxmlformats.org/officeDocument/2006/relationships/font" Target="fonts/ProximaNova-bold.fntdata"/><Relationship Id="rId43" Type="http://schemas.openxmlformats.org/officeDocument/2006/relationships/font" Target="fonts/ProximaNova-regular.fntdata"/><Relationship Id="rId46" Type="http://schemas.openxmlformats.org/officeDocument/2006/relationships/font" Target="fonts/ProximaNova-boldItalic.fntdata"/><Relationship Id="rId45" Type="http://schemas.openxmlformats.org/officeDocument/2006/relationships/font" Target="fonts/ProximaNova-italic.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Poppins-bold.fntdata"/><Relationship Id="rId47" Type="http://schemas.openxmlformats.org/officeDocument/2006/relationships/font" Target="fonts/Poppins-regular.fntdata"/><Relationship Id="rId49" Type="http://schemas.openxmlformats.org/officeDocument/2006/relationships/font" Target="fonts/Poppi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8.xml"/><Relationship Id="rId30" Type="http://schemas.openxmlformats.org/officeDocument/2006/relationships/slide" Target="slides/slide17.xml"/><Relationship Id="rId33" Type="http://schemas.openxmlformats.org/officeDocument/2006/relationships/slide" Target="slides/slide20.xml"/><Relationship Id="rId32" Type="http://schemas.openxmlformats.org/officeDocument/2006/relationships/slide" Target="slides/slide19.xml"/><Relationship Id="rId35" Type="http://schemas.openxmlformats.org/officeDocument/2006/relationships/slide" Target="slides/slide22.xml"/><Relationship Id="rId34" Type="http://schemas.openxmlformats.org/officeDocument/2006/relationships/slide" Target="slides/slide21.xml"/><Relationship Id="rId70" Type="http://schemas.openxmlformats.org/officeDocument/2006/relationships/font" Target="fonts/HelveticaNeueLight-boldItalic.fntdata"/><Relationship Id="rId37" Type="http://schemas.openxmlformats.org/officeDocument/2006/relationships/slide" Target="slides/slide24.xml"/><Relationship Id="rId36" Type="http://schemas.openxmlformats.org/officeDocument/2006/relationships/slide" Target="slides/slide23.xml"/><Relationship Id="rId39" Type="http://schemas.openxmlformats.org/officeDocument/2006/relationships/font" Target="fonts/SpaceMono-regular.fntdata"/><Relationship Id="rId38" Type="http://schemas.openxmlformats.org/officeDocument/2006/relationships/slide" Target="slides/slide25.xml"/><Relationship Id="rId62" Type="http://schemas.openxmlformats.org/officeDocument/2006/relationships/font" Target="fonts/HelveticaNeue-boldItalic.fntdata"/><Relationship Id="rId61" Type="http://schemas.openxmlformats.org/officeDocument/2006/relationships/font" Target="fonts/HelveticaNeue-italic.fntdata"/><Relationship Id="rId20" Type="http://schemas.openxmlformats.org/officeDocument/2006/relationships/slide" Target="slides/slide7.xml"/><Relationship Id="rId64" Type="http://schemas.openxmlformats.org/officeDocument/2006/relationships/font" Target="fonts/RobotoMono-bold.fntdata"/><Relationship Id="rId63" Type="http://schemas.openxmlformats.org/officeDocument/2006/relationships/font" Target="fonts/RobotoMono-regular.fntdata"/><Relationship Id="rId22" Type="http://schemas.openxmlformats.org/officeDocument/2006/relationships/slide" Target="slides/slide9.xml"/><Relationship Id="rId66" Type="http://schemas.openxmlformats.org/officeDocument/2006/relationships/font" Target="fonts/RobotoMono-boldItalic.fntdata"/><Relationship Id="rId21" Type="http://schemas.openxmlformats.org/officeDocument/2006/relationships/slide" Target="slides/slide8.xml"/><Relationship Id="rId65" Type="http://schemas.openxmlformats.org/officeDocument/2006/relationships/font" Target="fonts/RobotoMono-italic.fntdata"/><Relationship Id="rId24" Type="http://schemas.openxmlformats.org/officeDocument/2006/relationships/slide" Target="slides/slide11.xml"/><Relationship Id="rId68" Type="http://schemas.openxmlformats.org/officeDocument/2006/relationships/font" Target="fonts/HelveticaNeueLight-bold.fntdata"/><Relationship Id="rId23" Type="http://schemas.openxmlformats.org/officeDocument/2006/relationships/slide" Target="slides/slide10.xml"/><Relationship Id="rId67" Type="http://schemas.openxmlformats.org/officeDocument/2006/relationships/font" Target="fonts/HelveticaNeueLight-regular.fntdata"/><Relationship Id="rId60" Type="http://schemas.openxmlformats.org/officeDocument/2006/relationships/font" Target="fonts/HelveticaNeue-bold.fntdata"/><Relationship Id="rId26" Type="http://schemas.openxmlformats.org/officeDocument/2006/relationships/slide" Target="slides/slide13.xml"/><Relationship Id="rId25" Type="http://schemas.openxmlformats.org/officeDocument/2006/relationships/slide" Target="slides/slide12.xml"/><Relationship Id="rId69" Type="http://schemas.openxmlformats.org/officeDocument/2006/relationships/font" Target="fonts/HelveticaNeueLight-italic.fntdata"/><Relationship Id="rId28" Type="http://schemas.openxmlformats.org/officeDocument/2006/relationships/slide" Target="slides/slide15.xml"/><Relationship Id="rId27" Type="http://schemas.openxmlformats.org/officeDocument/2006/relationships/slide" Target="slides/slide14.xml"/><Relationship Id="rId29" Type="http://schemas.openxmlformats.org/officeDocument/2006/relationships/slide" Target="slides/slide16.xml"/><Relationship Id="rId51" Type="http://schemas.openxmlformats.org/officeDocument/2006/relationships/font" Target="fonts/PoppinsLight-regular.fntdata"/><Relationship Id="rId50" Type="http://schemas.openxmlformats.org/officeDocument/2006/relationships/font" Target="fonts/Poppins-boldItalic.fntdata"/><Relationship Id="rId53" Type="http://schemas.openxmlformats.org/officeDocument/2006/relationships/font" Target="fonts/PoppinsLight-italic.fntdata"/><Relationship Id="rId52" Type="http://schemas.openxmlformats.org/officeDocument/2006/relationships/font" Target="fonts/PoppinsLight-bold.fntdata"/><Relationship Id="rId11" Type="http://schemas.openxmlformats.org/officeDocument/2006/relationships/slideMaster" Target="slideMasters/slideMaster7.xml"/><Relationship Id="rId55" Type="http://schemas.openxmlformats.org/officeDocument/2006/relationships/font" Target="fonts/PoppinsMedium-regular.fntdata"/><Relationship Id="rId10" Type="http://schemas.openxmlformats.org/officeDocument/2006/relationships/slideMaster" Target="slideMasters/slideMaster6.xml"/><Relationship Id="rId54" Type="http://schemas.openxmlformats.org/officeDocument/2006/relationships/font" Target="fonts/PoppinsLight-boldItalic.fntdata"/><Relationship Id="rId13" Type="http://schemas.openxmlformats.org/officeDocument/2006/relationships/notesMaster" Target="notesMasters/notesMaster1.xml"/><Relationship Id="rId57" Type="http://schemas.openxmlformats.org/officeDocument/2006/relationships/font" Target="fonts/PoppinsMedium-italic.fntdata"/><Relationship Id="rId12" Type="http://schemas.openxmlformats.org/officeDocument/2006/relationships/slideMaster" Target="slideMasters/slideMaster8.xml"/><Relationship Id="rId56" Type="http://schemas.openxmlformats.org/officeDocument/2006/relationships/font" Target="fonts/PoppinsMedium-bold.fntdata"/><Relationship Id="rId15" Type="http://schemas.openxmlformats.org/officeDocument/2006/relationships/slide" Target="slides/slide2.xml"/><Relationship Id="rId59" Type="http://schemas.openxmlformats.org/officeDocument/2006/relationships/font" Target="fonts/HelveticaNeue-regular.fntdata"/><Relationship Id="rId14" Type="http://schemas.openxmlformats.org/officeDocument/2006/relationships/slide" Target="slides/slide1.xml"/><Relationship Id="rId58" Type="http://schemas.openxmlformats.org/officeDocument/2006/relationships/font" Target="fonts/PoppinsMedium-boldItalic.fntdata"/><Relationship Id="rId17" Type="http://schemas.openxmlformats.org/officeDocument/2006/relationships/slide" Target="slides/slide4.xml"/><Relationship Id="rId16" Type="http://schemas.openxmlformats.org/officeDocument/2006/relationships/slide" Target="slides/slide3.xml"/><Relationship Id="rId19" Type="http://schemas.openxmlformats.org/officeDocument/2006/relationships/slide" Target="slides/slide6.xml"/><Relationship Id="rId1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2206e072f2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1" name="Google Shape;1311;g32206e072f2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Congratulate students for completing the course and set a celebratory tone.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students’ hard work and perseverance.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Build excitement for the session and celebrate their journey.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Congratulations, everyone! You’ve reached the final session of TIP101! This is such an incredible accomplishment, and you should all feel proud of the effort and dedication you’ve put into this course.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Today, we’re going to celebrate, reflect on what we’ve achieved, and wrap up with a final round of collaborative problem-solving.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thing you’re most proud of accomplishing during TIP101?" Highlight a few responses to foster community and celebration.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286621ddf1_0_1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3286621ddf1_0_1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Provide a clear outline of the final session's activities.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Review the schedule and set expectations for the flow of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what we have planned for our final session: We’ll start with a welcome and celebration, followed by a short break. Then, we’ll dive into one last round of collaborative problem-solving before wrapping up with reflections and final reminders.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Pause and ask if anyone has questions about the agenda.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3286621ddf1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3" name="Google Shape;1323;g3286621ddf1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SLIDES_API23049524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SLIDES_API23049524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3f67d5352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3f67d5352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3f67d5352c2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3f67d5352c2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3f683b64589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3" name="Google Shape;1353;g3f683b64589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 encourage you to take advantage of two upcoming opportunities to practice interviewing: Technical Interview Week and Behavioral Interview Week.</a:t>
            </a:r>
            <a:endParaRPr/>
          </a:p>
          <a:p>
            <a:pPr indent="0" lvl="0" marL="0" rtl="0" algn="l">
              <a:spcBef>
                <a:spcPts val="0"/>
              </a:spcBef>
              <a:spcAft>
                <a:spcPts val="0"/>
              </a:spcAft>
              <a:buNone/>
            </a:pPr>
            <a:r>
              <a:rPr lang="en"/>
              <a:t>Each semester CodePath works with hundreds of tech professionals who volunteer their time to help you practice your interview skills - both behavioral and technical interviews.</a:t>
            </a:r>
            <a:endParaRPr/>
          </a:p>
          <a:p>
            <a:pPr indent="0" lvl="0" marL="0" rtl="0" algn="l">
              <a:spcBef>
                <a:spcPts val="0"/>
              </a:spcBef>
              <a:spcAft>
                <a:spcPts val="0"/>
              </a:spcAft>
              <a:buNone/>
            </a:pPr>
            <a:r>
              <a:rPr lang="en"/>
              <a:t>You can sign up to take part in a 1:1 mock interview, followed by honest feedback and advice on where to improve.</a:t>
            </a:r>
            <a:endParaRPr/>
          </a:p>
          <a:p>
            <a:pPr indent="0" lvl="0" marL="0" rtl="0" algn="l">
              <a:spcBef>
                <a:spcPts val="0"/>
              </a:spcBef>
              <a:spcAft>
                <a:spcPts val="0"/>
              </a:spcAft>
              <a:buNone/>
            </a:pPr>
            <a:r>
              <a:rPr lang="en"/>
              <a:t>It’s the best way to practice, grow your confidence, and also make a new professional contact. Definitely recommend signing up ASAP! Spots are limited and first come first served.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3f683b64589_0_41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2" name="Google Shape;1372;g3f683b64589_0_41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3" name="Google Shape;1373;g3f683b64589_0_41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3f683b64589_0_44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401" name="Google Shape;1401;g3f683b64589_0_44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Three steps. Click Enroll, then watch for our email and click Confirm Enrollment — that is the step people miss — and finish your course: pass and finish as a completer. Once the course ends, your application lives under Courses in the Student Hub, which is also where to find the button if you didn't apply during the course.</a:t>
            </a:r>
            <a:endParaRPr/>
          </a:p>
        </p:txBody>
      </p:sp>
      <p:sp>
        <p:nvSpPr>
          <p:cNvPr id="1402" name="Google Shape;1402;g3f683b64589_0_44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3f683b64589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3f683b64589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3286621ddf1_0_10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3286621ddf1_0_1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3f67d5352c2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3f67d5352c2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Create a collaborative and reflective space to celebrate individual and group accomplishments.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celebratory activity where students share their achievements and add them to a showcase (e.g., Padlet or chat).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It’s time to celebrate! Break into your groups and share something you’re proud of—whether it’s a new skill, a challenge you overcame, or a milestone you reached in this course.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also contribute to the Accomplishments Showcase. Add your highlights, shout-outs, or inspirational messages. Think of this as a virtual trophy wall!</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I’ve shared the link to our showcase in the chat. Take a moment to add your contributions now.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sharing by giving examples: "I’m proud of how engaged you’ve been in solving problems as a group—what’s something you’re proud of?"</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specific contributions in the showcase and thank students for their participation.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3f67d5352c2_0_1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3" name="Google Shape;1443;g3f67d5352c2_0_1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Create a collaborative and reflective space to celebrate individual and group accomplishments.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celebratory activity where students share their achievements and add them to a showcase (e.g., Padlet or chat).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It’s time to celebrate! Break into your groups and share something you’re proud of—whether it’s a new skill, a challenge you overcame, or a milestone you reached in this course.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also contribute to the Accomplishments Showcase. Add your highlights, shout-outs, or inspirational messages. Think of this as a virtual trophy wall!</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I’ve shared the link to our showcase in the chat. Take a moment to add your contributions now.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sharing by giving examples: "I’m proud of how engaged you’ve been in solving problems as a group—what’s something you’re proud of?"</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specific contributions in the showcase and thank students for their participation.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f67d5352c2_0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3f67d5352c2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Create a collaborative and reflective space to celebrate individual and group accomplishments.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celebratory activity where students share their achievements and add them to a showcase (e.g., Padlet or chat).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It’s time to celebrate! Break into your groups and share something you’re proud of—whether it’s a new skill, a challenge you overcame, or a milestone you reached in this course.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also contribute to the Accomplishments Showcase. Add your highlights, shout-outs, or inspirational messages. Think of this as a virtual trophy wall!</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I’ve shared the link to our showcase in the chat. Take a moment to add your contributions now.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sharing by giving examples: "I’m proud of how engaged you’ve been in solving problems as a group—what’s something you’re proud of?"</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specific contributions in the showcase and thank students for their participation.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3f67d5352c2_0_1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3f67d5352c2_0_1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Create a collaborative and reflective space to celebrate individual and group accomplishments.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celebratory activity where students share their achievements and add them to a showcase (e.g., Padlet or chat).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It’s time to celebrate! Break into your groups and share something you’re proud of—whether it’s a new skill, a challenge you overcame, or a milestone you reached in this course.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also contribute to the Accomplishments Showcase. Add your highlights, shout-outs, or inspirational messages. Think of this as a virtual trophy wall!</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I’ve shared the link to our showcase in the chat. Take a moment to add your contributions now.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sharing by giving examples: "I’m proud of how engaged you’ve been in solving problems as a group—what’s something you’re proud of?"</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specific contributions in the showcase and thank students for their participation.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g3f67d5352c2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1" name="Google Shape;1461;g3f67d5352c2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Create a collaborative and reflective space to celebrate individual and group accomplishments.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celebratory activity where students share their achievements and add them to a showcase (e.g., Padlet or chat).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It’s time to celebrate! Break into your groups and share something you’re proud of—whether it’s a new skill, a challenge you overcame, or a milestone you reached in this course.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also contribute to the Accomplishments Showcase. Add your highlights, shout-outs, or inspirational messages. Think of this as a virtual trophy wall!</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I’ve shared the link to our showcase in the chat. Take a moment to add your contributions now.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sharing by giving examples: "I’m proud of how engaged you’ve been in solving problems as a group—what’s something you’re proud of?"</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specific contributions in the showcase and thank students for their participation.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3226d4f9860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8" name="Google Shape;1468;g3226d4f9860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3226d4f9860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3226d4f9860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226d4f9860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0" name="Google Shape;1480;g3226d4f9860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3226d4f9860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g3226d4f9860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3226d4f9860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3226d4f9860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3f683b64589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3f683b64589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3f683b64589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6" name="Google Shape;1506;g3f683b64589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SLIDES_API23049524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SLIDES_API23049524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3f68804262b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2" name="Google Shape;1522;g3f68804262b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Congratulate students for completing the course and set a celebratory tone.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students’ hard work and perseverance.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Build excitement for the session and celebrate their journey.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Congratulations, everyone! You’ve reached the final session of TIP101! This is such an incredible accomplishment, and you should all feel proud of the effort and dedication you’ve put into this course.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Today, we’re going to celebrate, reflect on what we’ve achieved, and wrap up with a final round of collaborative problem-solving.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thing you’re most proud of accomplishing during TIP101?" Highlight a few responses to foster community and celebration.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1.png"/><Relationship Id="rId3" Type="http://schemas.openxmlformats.org/officeDocument/2006/relationships/image" Target="../media/image49.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22.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6.png"/><Relationship Id="rId4" Type="http://schemas.openxmlformats.org/officeDocument/2006/relationships/image" Target="../media/image5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33.png"/><Relationship Id="rId5"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91.png"/><Relationship Id="rId4" Type="http://schemas.openxmlformats.org/officeDocument/2006/relationships/image" Target="../media/image17.png"/><Relationship Id="rId5"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28.png"/><Relationship Id="rId5"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18.png"/><Relationship Id="rId4" Type="http://schemas.openxmlformats.org/officeDocument/2006/relationships/image" Target="../media/image74.png"/><Relationship Id="rId5"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0.png"/><Relationship Id="rId4" Type="http://schemas.openxmlformats.org/officeDocument/2006/relationships/image" Target="../media/image3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6.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9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1.png"/><Relationship Id="rId3" Type="http://schemas.openxmlformats.org/officeDocument/2006/relationships/image" Target="../media/image49.png"/><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3.png"/><Relationship Id="rId3" Type="http://schemas.openxmlformats.org/officeDocument/2006/relationships/image" Target="../media/image22.png"/><Relationship Id="rId4"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3.png"/><Relationship Id="rId3" Type="http://schemas.openxmlformats.org/officeDocument/2006/relationships/image" Target="../media/image6.png"/><Relationship Id="rId4" Type="http://schemas.openxmlformats.org/officeDocument/2006/relationships/image" Target="../media/image5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3.png"/><Relationship Id="rId3" Type="http://schemas.openxmlformats.org/officeDocument/2006/relationships/image" Target="../media/image6.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3.png"/><Relationship Id="rId3"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33.png"/><Relationship Id="rId5"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91.png"/><Relationship Id="rId4" Type="http://schemas.openxmlformats.org/officeDocument/2006/relationships/image" Target="../media/image17.png"/><Relationship Id="rId5"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28.png"/><Relationship Id="rId5"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18.png"/><Relationship Id="rId4" Type="http://schemas.openxmlformats.org/officeDocument/2006/relationships/image" Target="../media/image74.png"/><Relationship Id="rId5"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30.png"/><Relationship Id="rId4" Type="http://schemas.openxmlformats.org/officeDocument/2006/relationships/image" Target="../media/image3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0.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 Id="rId3" Type="http://schemas.openxmlformats.org/officeDocument/2006/relationships/image" Target="../media/image1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6.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9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1.png"/><Relationship Id="rId3" Type="http://schemas.openxmlformats.org/officeDocument/2006/relationships/image" Target="../media/image49.png"/><Relationship Id="rId4"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3.png"/><Relationship Id="rId3" Type="http://schemas.openxmlformats.org/officeDocument/2006/relationships/image" Target="../media/image22.png"/><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3.png"/><Relationship Id="rId3" Type="http://schemas.openxmlformats.org/officeDocument/2006/relationships/image" Target="../media/image6.png"/><Relationship Id="rId4" Type="http://schemas.openxmlformats.org/officeDocument/2006/relationships/image" Target="../media/image50.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3.png"/><Relationship Id="rId3"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3.png"/><Relationship Id="rId3" Type="http://schemas.openxmlformats.org/officeDocument/2006/relationships/image" Target="../media/image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105.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107.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5.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3.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33.png"/><Relationship Id="rId5"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 Id="rId3" Type="http://schemas.openxmlformats.org/officeDocument/2006/relationships/image" Target="../media/image91.png"/><Relationship Id="rId4" Type="http://schemas.openxmlformats.org/officeDocument/2006/relationships/image" Target="../media/image17.png"/><Relationship Id="rId5" Type="http://schemas.openxmlformats.org/officeDocument/2006/relationships/image" Target="../media/image6.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6.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6.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6.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28.png"/><Relationship Id="rId5" Type="http://schemas.openxmlformats.org/officeDocument/2006/relationships/image" Target="../media/image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 Id="rId3" Type="http://schemas.openxmlformats.org/officeDocument/2006/relationships/image" Target="../media/image18.png"/><Relationship Id="rId4" Type="http://schemas.openxmlformats.org/officeDocument/2006/relationships/image" Target="../media/image74.png"/><Relationship Id="rId5" Type="http://schemas.openxmlformats.org/officeDocument/2006/relationships/image" Target="../media/image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0.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 Id="rId3" Type="http://schemas.openxmlformats.org/officeDocument/2006/relationships/image" Target="../media/image18.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1.png"/><Relationship Id="rId3" Type="http://schemas.openxmlformats.org/officeDocument/2006/relationships/image" Target="../media/image124.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 Id="rId3" Type="http://schemas.openxmlformats.org/officeDocument/2006/relationships/image" Target="../media/image18.png"/><Relationship Id="rId4" Type="http://schemas.openxmlformats.org/officeDocument/2006/relationships/image" Target="../media/image74.png"/><Relationship Id="rId5" Type="http://schemas.openxmlformats.org/officeDocument/2006/relationships/image" Target="../media/image6.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1.png"/><Relationship Id="rId3"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9.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7.png"/><Relationship Id="rId3" Type="http://schemas.openxmlformats.org/officeDocument/2006/relationships/image" Target="../media/image13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1.png"/><Relationship Id="rId3" Type="http://schemas.openxmlformats.org/officeDocument/2006/relationships/image" Target="../media/image49.png"/><Relationship Id="rId4" Type="http://schemas.openxmlformats.org/officeDocument/2006/relationships/image" Target="../media/image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3.png"/><Relationship Id="rId3" Type="http://schemas.openxmlformats.org/officeDocument/2006/relationships/image" Target="../media/image22.png"/><Relationship Id="rId4" Type="http://schemas.openxmlformats.org/officeDocument/2006/relationships/image" Target="../media/image6.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3.png"/><Relationship Id="rId3" Type="http://schemas.openxmlformats.org/officeDocument/2006/relationships/image" Target="../media/image6.png"/><Relationship Id="rId4" Type="http://schemas.openxmlformats.org/officeDocument/2006/relationships/image" Target="../media/image50.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3.png"/><Relationship Id="rId3" Type="http://schemas.openxmlformats.org/officeDocument/2006/relationships/image" Target="../media/image6.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3.png"/><Relationship Id="rId3" Type="http://schemas.openxmlformats.org/officeDocument/2006/relationships/image" Target="../media/image6.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png"/><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5.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3.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33.png"/><Relationship Id="rId5" Type="http://schemas.openxmlformats.org/officeDocument/2006/relationships/image" Target="../media/image6.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5.png"/><Relationship Id="rId3" Type="http://schemas.openxmlformats.org/officeDocument/2006/relationships/image" Target="../media/image91.png"/><Relationship Id="rId4" Type="http://schemas.openxmlformats.org/officeDocument/2006/relationships/image" Target="../media/image17.png"/><Relationship Id="rId5" Type="http://schemas.openxmlformats.org/officeDocument/2006/relationships/image" Target="../media/image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6.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6.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6.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28.png"/><Relationship Id="rId5" Type="http://schemas.openxmlformats.org/officeDocument/2006/relationships/image" Target="../media/image6.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5.png"/><Relationship Id="rId3" Type="http://schemas.openxmlformats.org/officeDocument/2006/relationships/image" Target="../media/image18.png"/><Relationship Id="rId4" Type="http://schemas.openxmlformats.org/officeDocument/2006/relationships/image" Target="../media/image74.png"/><Relationship Id="rId5" Type="http://schemas.openxmlformats.org/officeDocument/2006/relationships/image" Target="../media/image6.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30.png"/><Relationship Id="rId4" Type="http://schemas.openxmlformats.org/officeDocument/2006/relationships/image" Target="../media/image32.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70.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6.png"/><Relationship Id="rId3" Type="http://schemas.openxmlformats.org/officeDocument/2006/relationships/image" Target="../media/image18.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6.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90.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6.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1.png"/><Relationship Id="rId3" Type="http://schemas.openxmlformats.org/officeDocument/2006/relationships/image" Target="../media/image49.png"/><Relationship Id="rId4" Type="http://schemas.openxmlformats.org/officeDocument/2006/relationships/image" Target="../media/image2.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3.png"/><Relationship Id="rId3" Type="http://schemas.openxmlformats.org/officeDocument/2006/relationships/image" Target="../media/image22.png"/><Relationship Id="rId4" Type="http://schemas.openxmlformats.org/officeDocument/2006/relationships/image" Target="../media/image6.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3.png"/><Relationship Id="rId3" Type="http://schemas.openxmlformats.org/officeDocument/2006/relationships/image" Target="../media/image6.png"/><Relationship Id="rId4" Type="http://schemas.openxmlformats.org/officeDocument/2006/relationships/image" Target="../media/image50.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3.png"/><Relationship Id="rId3" Type="http://schemas.openxmlformats.org/officeDocument/2006/relationships/image" Target="../media/image6.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3.png"/><Relationship Id="rId3" Type="http://schemas.openxmlformats.org/officeDocument/2006/relationships/image" Target="../media/image6.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5.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3.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33.png"/><Relationship Id="rId5" Type="http://schemas.openxmlformats.org/officeDocument/2006/relationships/image" Target="../media/image6.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5.png"/><Relationship Id="rId3" Type="http://schemas.openxmlformats.org/officeDocument/2006/relationships/image" Target="../media/image91.png"/><Relationship Id="rId4" Type="http://schemas.openxmlformats.org/officeDocument/2006/relationships/image" Target="../media/image17.png"/><Relationship Id="rId5" Type="http://schemas.openxmlformats.org/officeDocument/2006/relationships/image" Target="../media/image6.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6.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6.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6.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28.png"/><Relationship Id="rId5" Type="http://schemas.openxmlformats.org/officeDocument/2006/relationships/image" Target="../media/image6.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5.png"/><Relationship Id="rId3" Type="http://schemas.openxmlformats.org/officeDocument/2006/relationships/image" Target="../media/image18.png"/><Relationship Id="rId4" Type="http://schemas.openxmlformats.org/officeDocument/2006/relationships/image" Target="../media/image74.png"/><Relationship Id="rId5" Type="http://schemas.openxmlformats.org/officeDocument/2006/relationships/image" Target="../media/image6.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 Id="rId3" Type="http://schemas.openxmlformats.org/officeDocument/2006/relationships/image" Target="../media/image30.png"/><Relationship Id="rId4" Type="http://schemas.openxmlformats.org/officeDocument/2006/relationships/image" Target="../media/image32.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0.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6.png"/><Relationship Id="rId3" Type="http://schemas.openxmlformats.org/officeDocument/2006/relationships/image" Target="../media/image18.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6.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90.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2.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51.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grpSp>
        <p:nvGrpSpPr>
          <p:cNvPr id="69" name="Google Shape;69;p17"/>
          <p:cNvGrpSpPr/>
          <p:nvPr/>
        </p:nvGrpSpPr>
        <p:grpSpPr>
          <a:xfrm rot="5400000">
            <a:off x="5719749" y="1629787"/>
            <a:ext cx="4964577" cy="1883925"/>
            <a:chOff x="4152224" y="1218499"/>
            <a:chExt cx="4964577" cy="1883925"/>
          </a:xfrm>
        </p:grpSpPr>
        <p:pic>
          <p:nvPicPr>
            <p:cNvPr id="70" name="Google Shape;70;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1" name="Google Shape;71;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2" name="Google Shape;72;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3" name="Google Shape;73;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7"/>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75" name="Google Shape;75;p17"/>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6" name="Shape 76"/>
        <p:cNvGrpSpPr/>
        <p:nvPr/>
      </p:nvGrpSpPr>
      <p:grpSpPr>
        <a:xfrm>
          <a:off x="0" y="0"/>
          <a:ext cx="0" cy="0"/>
          <a:chOff x="0" y="0"/>
          <a:chExt cx="0" cy="0"/>
        </a:xfrm>
      </p:grpSpPr>
      <p:pic>
        <p:nvPicPr>
          <p:cNvPr id="77" name="Google Shape;77;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8" name="Google Shape;78;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9" name="Google Shape;79;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0" name="Google Shape;80;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1" name="Google Shape;81;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 name="Google Shape;82;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3" name="Google Shape;83;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4" name="Google Shape;84;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5" name="Shape 85"/>
        <p:cNvGrpSpPr/>
        <p:nvPr/>
      </p:nvGrpSpPr>
      <p:grpSpPr>
        <a:xfrm>
          <a:off x="0" y="0"/>
          <a:ext cx="0" cy="0"/>
          <a:chOff x="0" y="0"/>
          <a:chExt cx="0" cy="0"/>
        </a:xfrm>
      </p:grpSpPr>
      <p:pic>
        <p:nvPicPr>
          <p:cNvPr id="86" name="Google Shape;86;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7" name="Google Shape;87;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8" name="Google Shape;88;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9" name="Google Shape;89;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90" name="Google Shape;90;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 name="Google Shape;91;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3" name="Shape 93"/>
        <p:cNvGrpSpPr/>
        <p:nvPr/>
      </p:nvGrpSpPr>
      <p:grpSpPr>
        <a:xfrm>
          <a:off x="0" y="0"/>
          <a:ext cx="0" cy="0"/>
          <a:chOff x="0" y="0"/>
          <a:chExt cx="0" cy="0"/>
        </a:xfrm>
      </p:grpSpPr>
      <p:pic>
        <p:nvPicPr>
          <p:cNvPr id="94" name="Google Shape;94;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5" name="Google Shape;95;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6" name="Google Shape;96;p20"/>
          <p:cNvGrpSpPr/>
          <p:nvPr/>
        </p:nvGrpSpPr>
        <p:grpSpPr>
          <a:xfrm>
            <a:off x="5709066" y="201260"/>
            <a:ext cx="2296623" cy="4424889"/>
            <a:chOff x="5598780" y="137712"/>
            <a:chExt cx="2577001" cy="4664652"/>
          </a:xfrm>
        </p:grpSpPr>
        <p:pic>
          <p:nvPicPr>
            <p:cNvPr id="97" name="Google Shape;97;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8" name="Google Shape;98;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0" name="Google Shape;100;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1" name="Google Shape;101;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2" name="Google Shape;102;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3" name="Shape 103"/>
        <p:cNvGrpSpPr/>
        <p:nvPr/>
      </p:nvGrpSpPr>
      <p:grpSpPr>
        <a:xfrm>
          <a:off x="0" y="0"/>
          <a:ext cx="0" cy="0"/>
          <a:chOff x="0" y="0"/>
          <a:chExt cx="0" cy="0"/>
        </a:xfrm>
      </p:grpSpPr>
      <p:pic>
        <p:nvPicPr>
          <p:cNvPr id="104" name="Google Shape;104;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5" name="Google Shape;105;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6" name="Google Shape;106;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7" name="Google Shape;107;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8" name="Google Shape;108;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1" name="Shape 111"/>
        <p:cNvGrpSpPr/>
        <p:nvPr/>
      </p:nvGrpSpPr>
      <p:grpSpPr>
        <a:xfrm>
          <a:off x="0" y="0"/>
          <a:ext cx="0" cy="0"/>
          <a:chOff x="0" y="0"/>
          <a:chExt cx="0" cy="0"/>
        </a:xfrm>
      </p:grpSpPr>
      <p:pic>
        <p:nvPicPr>
          <p:cNvPr id="112" name="Google Shape;112;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3" name="Google Shape;113;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4" name="Google Shape;114;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5" name="Google Shape;115;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6" name="Google Shape;116;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7" name="Google Shape;117;p22"/>
          <p:cNvGrpSpPr/>
          <p:nvPr/>
        </p:nvGrpSpPr>
        <p:grpSpPr>
          <a:xfrm>
            <a:off x="4344100" y="398125"/>
            <a:ext cx="4546500" cy="4222800"/>
            <a:chOff x="4344100" y="398125"/>
            <a:chExt cx="4546500" cy="4222800"/>
          </a:xfrm>
        </p:grpSpPr>
        <p:sp>
          <p:nvSpPr>
            <p:cNvPr id="118" name="Google Shape;118;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22"/>
            <p:cNvGrpSpPr/>
            <p:nvPr/>
          </p:nvGrpSpPr>
          <p:grpSpPr>
            <a:xfrm>
              <a:off x="4445450" y="524200"/>
              <a:ext cx="399495" cy="101100"/>
              <a:chOff x="4445450" y="524200"/>
              <a:chExt cx="399495" cy="101100"/>
            </a:xfrm>
          </p:grpSpPr>
          <p:sp>
            <p:nvSpPr>
              <p:cNvPr id="120" name="Google Shape;120;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 name="Google Shape;123;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4" name="Shape 124"/>
        <p:cNvGrpSpPr/>
        <p:nvPr/>
      </p:nvGrpSpPr>
      <p:grpSpPr>
        <a:xfrm>
          <a:off x="0" y="0"/>
          <a:ext cx="0" cy="0"/>
          <a:chOff x="0" y="0"/>
          <a:chExt cx="0" cy="0"/>
        </a:xfrm>
      </p:grpSpPr>
      <p:pic>
        <p:nvPicPr>
          <p:cNvPr id="125" name="Google Shape;125;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6" name="Google Shape;126;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7" name="Google Shape;127;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8" name="Google Shape;128;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9" name="Google Shape;129;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30" name="Shape 130"/>
        <p:cNvGrpSpPr/>
        <p:nvPr/>
      </p:nvGrpSpPr>
      <p:grpSpPr>
        <a:xfrm>
          <a:off x="0" y="0"/>
          <a:ext cx="0" cy="0"/>
          <a:chOff x="0" y="0"/>
          <a:chExt cx="0" cy="0"/>
        </a:xfrm>
      </p:grpSpPr>
      <p:pic>
        <p:nvPicPr>
          <p:cNvPr id="131" name="Google Shape;131;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2" name="Google Shape;132;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4" name="Google Shape;134;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5" name="Google Shape;135;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7" name="Google Shape;137;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8" name="Google Shape;138;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9" name="Shape 139"/>
        <p:cNvGrpSpPr/>
        <p:nvPr/>
      </p:nvGrpSpPr>
      <p:grpSpPr>
        <a:xfrm>
          <a:off x="0" y="0"/>
          <a:ext cx="0" cy="0"/>
          <a:chOff x="0" y="0"/>
          <a:chExt cx="0" cy="0"/>
        </a:xfrm>
      </p:grpSpPr>
      <p:pic>
        <p:nvPicPr>
          <p:cNvPr id="140" name="Google Shape;140;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1" name="Google Shape;141;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2" name="Google Shape;142;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3" name="Google Shape;143;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4" name="Google Shape;144;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5" name="Google Shape;145;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6" name="Google Shape;146;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7" name="Google Shape;147;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8" name="Google Shape;148;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9" name="Shape 149"/>
        <p:cNvGrpSpPr/>
        <p:nvPr/>
      </p:nvGrpSpPr>
      <p:grpSpPr>
        <a:xfrm>
          <a:off x="0" y="0"/>
          <a:ext cx="0" cy="0"/>
          <a:chOff x="0" y="0"/>
          <a:chExt cx="0" cy="0"/>
        </a:xfrm>
      </p:grpSpPr>
      <p:pic>
        <p:nvPicPr>
          <p:cNvPr id="150" name="Google Shape;150;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1" name="Google Shape;151;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2" name="Google Shape;152;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3" name="Google Shape;153;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4" name="Google Shape;154;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5" name="Google Shape;155;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6" name="Google Shape;156;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7" name="Google Shape;157;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8" name="Shape 158"/>
        <p:cNvGrpSpPr/>
        <p:nvPr/>
      </p:nvGrpSpPr>
      <p:grpSpPr>
        <a:xfrm>
          <a:off x="0" y="0"/>
          <a:ext cx="0" cy="0"/>
          <a:chOff x="0" y="0"/>
          <a:chExt cx="0" cy="0"/>
        </a:xfrm>
      </p:grpSpPr>
      <p:pic>
        <p:nvPicPr>
          <p:cNvPr id="159" name="Google Shape;159;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60" name="Google Shape;160;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1" name="Google Shape;161;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2" name="Google Shape;162;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3" name="Google Shape;163;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4" name="Google Shape;164;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5" name="Google Shape;165;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6" name="Google Shape;166;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7" name="Google Shape;167;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8" name="Shape 168"/>
        <p:cNvGrpSpPr/>
        <p:nvPr/>
      </p:nvGrpSpPr>
      <p:grpSpPr>
        <a:xfrm>
          <a:off x="0" y="0"/>
          <a:ext cx="0" cy="0"/>
          <a:chOff x="0" y="0"/>
          <a:chExt cx="0" cy="0"/>
        </a:xfrm>
      </p:grpSpPr>
      <p:pic>
        <p:nvPicPr>
          <p:cNvPr id="169" name="Google Shape;169;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70" name="Google Shape;170;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1" name="Google Shape;171;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2" name="Google Shape;172;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3" name="Google Shape;173;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4" name="Google Shape;174;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6" name="Google Shape;176;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7" name="Google Shape;177;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8" name="Shape 178"/>
        <p:cNvGrpSpPr/>
        <p:nvPr/>
      </p:nvGrpSpPr>
      <p:grpSpPr>
        <a:xfrm>
          <a:off x="0" y="0"/>
          <a:ext cx="0" cy="0"/>
          <a:chOff x="0" y="0"/>
          <a:chExt cx="0" cy="0"/>
        </a:xfrm>
      </p:grpSpPr>
      <p:pic>
        <p:nvPicPr>
          <p:cNvPr id="179" name="Google Shape;179;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80" name="Google Shape;180;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1" name="Google Shape;181;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2" name="Google Shape;182;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3" name="Google Shape;183;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4" name="Google Shape;184;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6" name="Google Shape;186;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7" name="Google Shape;187;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8" name="Shape 188"/>
        <p:cNvGrpSpPr/>
        <p:nvPr/>
      </p:nvGrpSpPr>
      <p:grpSpPr>
        <a:xfrm>
          <a:off x="0" y="0"/>
          <a:ext cx="0" cy="0"/>
          <a:chOff x="0" y="0"/>
          <a:chExt cx="0" cy="0"/>
        </a:xfrm>
      </p:grpSpPr>
      <p:pic>
        <p:nvPicPr>
          <p:cNvPr id="189" name="Google Shape;189;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0" name="Google Shape;190;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1" name="Google Shape;191;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2" name="Google Shape;192;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3" name="Google Shape;193;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4" name="Google Shape;194;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6" name="Google Shape;196;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7" name="Google Shape;197;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8" name="Shape 198"/>
        <p:cNvGrpSpPr/>
        <p:nvPr/>
      </p:nvGrpSpPr>
      <p:grpSpPr>
        <a:xfrm>
          <a:off x="0" y="0"/>
          <a:ext cx="0" cy="0"/>
          <a:chOff x="0" y="0"/>
          <a:chExt cx="0" cy="0"/>
        </a:xfrm>
      </p:grpSpPr>
      <p:pic>
        <p:nvPicPr>
          <p:cNvPr id="199" name="Google Shape;199;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0" name="Google Shape;200;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1" name="Google Shape;201;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2" name="Google Shape;202;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3" name="Google Shape;203;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6" name="Google Shape;206;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7" name="Google Shape;207;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8" name="Google Shape;208;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09" name="Shape 209"/>
        <p:cNvGrpSpPr/>
        <p:nvPr/>
      </p:nvGrpSpPr>
      <p:grpSpPr>
        <a:xfrm>
          <a:off x="0" y="0"/>
          <a:ext cx="0" cy="0"/>
          <a:chOff x="0" y="0"/>
          <a:chExt cx="0" cy="0"/>
        </a:xfrm>
      </p:grpSpPr>
      <p:pic>
        <p:nvPicPr>
          <p:cNvPr id="210" name="Google Shape;210;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1" name="Google Shape;211;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2" name="Google Shape;212;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3" name="Google Shape;213;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4" name="Google Shape;214;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5" name="Google Shape;215;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7" name="Google Shape;217;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8" name="Google Shape;218;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219" name="Shape 219"/>
        <p:cNvGrpSpPr/>
        <p:nvPr/>
      </p:nvGrpSpPr>
      <p:grpSpPr>
        <a:xfrm>
          <a:off x="0" y="0"/>
          <a:ext cx="0" cy="0"/>
          <a:chOff x="0" y="0"/>
          <a:chExt cx="0" cy="0"/>
        </a:xfrm>
      </p:grpSpPr>
      <p:pic>
        <p:nvPicPr>
          <p:cNvPr id="220" name="Google Shape;220;p3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21" name="Google Shape;221;p33"/>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22" name="Google Shape;222;p3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23" name="Google Shape;223;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33"/>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225" name="Google Shape;225;p33"/>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6" name="Shape 226"/>
        <p:cNvGrpSpPr/>
        <p:nvPr/>
      </p:nvGrpSpPr>
      <p:grpSpPr>
        <a:xfrm>
          <a:off x="0" y="0"/>
          <a:ext cx="0" cy="0"/>
          <a:chOff x="0" y="0"/>
          <a:chExt cx="0" cy="0"/>
        </a:xfrm>
      </p:grpSpPr>
      <p:pic>
        <p:nvPicPr>
          <p:cNvPr id="227" name="Google Shape;227;p3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8" name="Google Shape;228;p3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9" name="Google Shape;229;p3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30" name="Google Shape;230;p3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31" name="Google Shape;231;p3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34" name="Google Shape;234;p3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35" name="Google Shape;235;p3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6" name="Shape 236"/>
        <p:cNvGrpSpPr/>
        <p:nvPr/>
      </p:nvGrpSpPr>
      <p:grpSpPr>
        <a:xfrm>
          <a:off x="0" y="0"/>
          <a:ext cx="0" cy="0"/>
          <a:chOff x="0" y="0"/>
          <a:chExt cx="0" cy="0"/>
        </a:xfrm>
      </p:grpSpPr>
      <p:pic>
        <p:nvPicPr>
          <p:cNvPr id="237" name="Google Shape;237;p35"/>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8" name="Google Shape;238;p3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5"/>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40" name="Google Shape;240;p35"/>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41" name="Google Shape;241;p35"/>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42" name="Google Shape;242;p35"/>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43" name="Shape 243"/>
        <p:cNvGrpSpPr/>
        <p:nvPr/>
      </p:nvGrpSpPr>
      <p:grpSpPr>
        <a:xfrm>
          <a:off x="0" y="0"/>
          <a:ext cx="0" cy="0"/>
          <a:chOff x="0" y="0"/>
          <a:chExt cx="0" cy="0"/>
        </a:xfrm>
      </p:grpSpPr>
      <p:pic>
        <p:nvPicPr>
          <p:cNvPr descr="Divider1.png" id="244" name="Google Shape;244;p3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45" name="Google Shape;245;p36"/>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6" name="Google Shape;246;p36"/>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7" name="Shape 247"/>
        <p:cNvGrpSpPr/>
        <p:nvPr/>
      </p:nvGrpSpPr>
      <p:grpSpPr>
        <a:xfrm>
          <a:off x="0" y="0"/>
          <a:ext cx="0" cy="0"/>
          <a:chOff x="0" y="0"/>
          <a:chExt cx="0" cy="0"/>
        </a:xfrm>
      </p:grpSpPr>
      <p:pic>
        <p:nvPicPr>
          <p:cNvPr id="248" name="Google Shape;248;p37"/>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9" name="Google Shape;249;p37"/>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50" name="Google Shape;250;p37"/>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7"/>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52" name="Shape 252"/>
        <p:cNvGrpSpPr/>
        <p:nvPr/>
      </p:nvGrpSpPr>
      <p:grpSpPr>
        <a:xfrm>
          <a:off x="0" y="0"/>
          <a:ext cx="0" cy="0"/>
          <a:chOff x="0" y="0"/>
          <a:chExt cx="0" cy="0"/>
        </a:xfrm>
      </p:grpSpPr>
      <p:pic>
        <p:nvPicPr>
          <p:cNvPr id="253" name="Google Shape;253;p38"/>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54" name="Shape 254"/>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55" name="Shape 255"/>
        <p:cNvGrpSpPr/>
        <p:nvPr/>
      </p:nvGrpSpPr>
      <p:grpSpPr>
        <a:xfrm>
          <a:off x="0" y="0"/>
          <a:ext cx="0" cy="0"/>
          <a:chOff x="0" y="0"/>
          <a:chExt cx="0" cy="0"/>
        </a:xfrm>
      </p:grpSpPr>
      <p:grpSp>
        <p:nvGrpSpPr>
          <p:cNvPr id="256" name="Google Shape;256;p40"/>
          <p:cNvGrpSpPr/>
          <p:nvPr/>
        </p:nvGrpSpPr>
        <p:grpSpPr>
          <a:xfrm>
            <a:off x="6262100" y="-3850"/>
            <a:ext cx="2886900" cy="485125"/>
            <a:chOff x="6262100" y="-3850"/>
            <a:chExt cx="2886900" cy="485125"/>
          </a:xfrm>
        </p:grpSpPr>
        <p:pic>
          <p:nvPicPr>
            <p:cNvPr descr="1.png" id="257" name="Google Shape;257;p40"/>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8" name="Google Shape;258;p40"/>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9" name="Google Shape;259;p40"/>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60" name="Google Shape;260;p40"/>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61" name="Google Shape;261;p4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62" name="Google Shape;262;p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40"/>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64" name="Google Shape;264;p40"/>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65" name="Google Shape;265;p40"/>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6" name="Google Shape;266;p40"/>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7" name="Google Shape;267;p40"/>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8" name="Google Shape;268;p40"/>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9" name="Google Shape;269;p40"/>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73" name="Shape 273"/>
        <p:cNvGrpSpPr/>
        <p:nvPr/>
      </p:nvGrpSpPr>
      <p:grpSpPr>
        <a:xfrm>
          <a:off x="0" y="0"/>
          <a:ext cx="0" cy="0"/>
          <a:chOff x="0" y="0"/>
          <a:chExt cx="0" cy="0"/>
        </a:xfrm>
      </p:grpSpPr>
      <p:pic>
        <p:nvPicPr>
          <p:cNvPr id="274" name="Google Shape;274;p42"/>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75" name="Google Shape;275;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76" name="Shape 276"/>
        <p:cNvGrpSpPr/>
        <p:nvPr/>
      </p:nvGrpSpPr>
      <p:grpSpPr>
        <a:xfrm>
          <a:off x="0" y="0"/>
          <a:ext cx="0" cy="0"/>
          <a:chOff x="0" y="0"/>
          <a:chExt cx="0" cy="0"/>
        </a:xfrm>
      </p:grpSpPr>
      <p:pic>
        <p:nvPicPr>
          <p:cNvPr id="277" name="Google Shape;277;p4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78" name="Google Shape;278;p43"/>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79" name="Google Shape;279;p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80" name="Google Shape;280;p43"/>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81" name="Shape 281"/>
        <p:cNvGrpSpPr/>
        <p:nvPr/>
      </p:nvGrpSpPr>
      <p:grpSpPr>
        <a:xfrm>
          <a:off x="0" y="0"/>
          <a:ext cx="0" cy="0"/>
          <a:chOff x="0" y="0"/>
          <a:chExt cx="0" cy="0"/>
        </a:xfrm>
      </p:grpSpPr>
      <p:pic>
        <p:nvPicPr>
          <p:cNvPr descr="Divider4.png" id="282" name="Google Shape;282;p44"/>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83" name="Google Shape;283;p44"/>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84" name="Google Shape;284;p44"/>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85" name="Google Shape;285;p44"/>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86" name="Google Shape;286;p44"/>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87" name="Google Shape;287;p44"/>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88" name="Shape 288"/>
        <p:cNvGrpSpPr/>
        <p:nvPr/>
      </p:nvGrpSpPr>
      <p:grpSpPr>
        <a:xfrm>
          <a:off x="0" y="0"/>
          <a:ext cx="0" cy="0"/>
          <a:chOff x="0" y="0"/>
          <a:chExt cx="0" cy="0"/>
        </a:xfrm>
      </p:grpSpPr>
      <p:sp>
        <p:nvSpPr>
          <p:cNvPr id="289" name="Google Shape;289;p45"/>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290" name="Google Shape;290;p45"/>
          <p:cNvGrpSpPr/>
          <p:nvPr/>
        </p:nvGrpSpPr>
        <p:grpSpPr>
          <a:xfrm rot="5400000">
            <a:off x="5719749" y="1629787"/>
            <a:ext cx="4964577" cy="1883925"/>
            <a:chOff x="4152224" y="1218499"/>
            <a:chExt cx="4964577" cy="1883925"/>
          </a:xfrm>
        </p:grpSpPr>
        <p:pic>
          <p:nvPicPr>
            <p:cNvPr id="291" name="Google Shape;291;p45"/>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92" name="Google Shape;292;p45"/>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93" name="Google Shape;293;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4" name="Google Shape;294;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95" name="Shape 295"/>
        <p:cNvGrpSpPr/>
        <p:nvPr/>
      </p:nvGrpSpPr>
      <p:grpSpPr>
        <a:xfrm>
          <a:off x="0" y="0"/>
          <a:ext cx="0" cy="0"/>
          <a:chOff x="0" y="0"/>
          <a:chExt cx="0" cy="0"/>
        </a:xfrm>
      </p:grpSpPr>
      <p:pic>
        <p:nvPicPr>
          <p:cNvPr id="296" name="Google Shape;296;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7" name="Google Shape;297;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98" name="Google Shape;298;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99" name="Google Shape;299;p4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00" name="Google Shape;300;p4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01" name="Google Shape;301;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02" name="Google Shape;302;p46"/>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303" name="Google Shape;303;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304" name="Shape 304"/>
        <p:cNvGrpSpPr/>
        <p:nvPr/>
      </p:nvGrpSpPr>
      <p:grpSpPr>
        <a:xfrm>
          <a:off x="0" y="0"/>
          <a:ext cx="0" cy="0"/>
          <a:chOff x="0" y="0"/>
          <a:chExt cx="0" cy="0"/>
        </a:xfrm>
      </p:grpSpPr>
      <p:pic>
        <p:nvPicPr>
          <p:cNvPr id="305" name="Google Shape;305;p47"/>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6" name="Google Shape;306;p47"/>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07" name="Google Shape;307;p47"/>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08" name="Google Shape;308;p47"/>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09" name="Google Shape;309;p4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10" name="Google Shape;310;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1" name="Google Shape;311;p4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12" name="Shape 312"/>
        <p:cNvGrpSpPr/>
        <p:nvPr/>
      </p:nvGrpSpPr>
      <p:grpSpPr>
        <a:xfrm>
          <a:off x="0" y="0"/>
          <a:ext cx="0" cy="0"/>
          <a:chOff x="0" y="0"/>
          <a:chExt cx="0" cy="0"/>
        </a:xfrm>
      </p:grpSpPr>
      <p:pic>
        <p:nvPicPr>
          <p:cNvPr id="313" name="Google Shape;313;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4" name="Google Shape;314;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15" name="Google Shape;315;p48"/>
          <p:cNvGrpSpPr/>
          <p:nvPr/>
        </p:nvGrpSpPr>
        <p:grpSpPr>
          <a:xfrm>
            <a:off x="5709066" y="201260"/>
            <a:ext cx="2296623" cy="4424889"/>
            <a:chOff x="5598780" y="137712"/>
            <a:chExt cx="2577001" cy="4664652"/>
          </a:xfrm>
        </p:grpSpPr>
        <p:pic>
          <p:nvPicPr>
            <p:cNvPr id="316" name="Google Shape;316;p48"/>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17" name="Google Shape;317;p48"/>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8" name="Google Shape;318;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9" name="Google Shape;319;p4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20" name="Google Shape;320;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48"/>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22" name="Shape 322"/>
        <p:cNvGrpSpPr/>
        <p:nvPr/>
      </p:nvGrpSpPr>
      <p:grpSpPr>
        <a:xfrm>
          <a:off x="0" y="0"/>
          <a:ext cx="0" cy="0"/>
          <a:chOff x="0" y="0"/>
          <a:chExt cx="0" cy="0"/>
        </a:xfrm>
      </p:grpSpPr>
      <p:pic>
        <p:nvPicPr>
          <p:cNvPr id="323" name="Google Shape;323;p4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24" name="Google Shape;324;p4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5" name="Google Shape;325;p4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6" name="Google Shape;326;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7" name="Google Shape;327;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8" name="Google Shape;328;p49"/>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9" name="Google Shape;329;p49"/>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30" name="Shape 330"/>
        <p:cNvGrpSpPr/>
        <p:nvPr/>
      </p:nvGrpSpPr>
      <p:grpSpPr>
        <a:xfrm>
          <a:off x="0" y="0"/>
          <a:ext cx="0" cy="0"/>
          <a:chOff x="0" y="0"/>
          <a:chExt cx="0" cy="0"/>
        </a:xfrm>
      </p:grpSpPr>
      <p:pic>
        <p:nvPicPr>
          <p:cNvPr id="331" name="Google Shape;331;p50"/>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32" name="Google Shape;332;p50"/>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33" name="Google Shape;333;p50"/>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4" name="Google Shape;334;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5" name="Google Shape;335;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36" name="Google Shape;336;p50"/>
          <p:cNvGrpSpPr/>
          <p:nvPr/>
        </p:nvGrpSpPr>
        <p:grpSpPr>
          <a:xfrm>
            <a:off x="4344100" y="398125"/>
            <a:ext cx="4546500" cy="4222800"/>
            <a:chOff x="4344100" y="398125"/>
            <a:chExt cx="4546500" cy="4222800"/>
          </a:xfrm>
        </p:grpSpPr>
        <p:sp>
          <p:nvSpPr>
            <p:cNvPr id="337" name="Google Shape;337;p50"/>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8" name="Google Shape;338;p50"/>
            <p:cNvGrpSpPr/>
            <p:nvPr/>
          </p:nvGrpSpPr>
          <p:grpSpPr>
            <a:xfrm>
              <a:off x="4445450" y="524200"/>
              <a:ext cx="399495" cy="101100"/>
              <a:chOff x="4445450" y="524200"/>
              <a:chExt cx="399495" cy="101100"/>
            </a:xfrm>
          </p:grpSpPr>
          <p:sp>
            <p:nvSpPr>
              <p:cNvPr id="339" name="Google Shape;339;p50"/>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0"/>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0"/>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 name="Google Shape;342;p50"/>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43" name="Shape 343"/>
        <p:cNvGrpSpPr/>
        <p:nvPr/>
      </p:nvGrpSpPr>
      <p:grpSpPr>
        <a:xfrm>
          <a:off x="0" y="0"/>
          <a:ext cx="0" cy="0"/>
          <a:chOff x="0" y="0"/>
          <a:chExt cx="0" cy="0"/>
        </a:xfrm>
      </p:grpSpPr>
      <p:pic>
        <p:nvPicPr>
          <p:cNvPr id="344" name="Google Shape;344;p5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45" name="Google Shape;345;p5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6" name="Google Shape;346;p5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7" name="Google Shape;347;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8" name="Google Shape;348;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49" name="Shape 349"/>
        <p:cNvGrpSpPr/>
        <p:nvPr/>
      </p:nvGrpSpPr>
      <p:grpSpPr>
        <a:xfrm>
          <a:off x="0" y="0"/>
          <a:ext cx="0" cy="0"/>
          <a:chOff x="0" y="0"/>
          <a:chExt cx="0" cy="0"/>
        </a:xfrm>
      </p:grpSpPr>
      <p:pic>
        <p:nvPicPr>
          <p:cNvPr id="350" name="Google Shape;350;p52"/>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51" name="Google Shape;351;p52"/>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2"/>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53" name="Google Shape;353;p5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54" name="Google Shape;354;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5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6" name="Google Shape;356;p5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57" name="Google Shape;357;p52"/>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58" name="Shape 358"/>
        <p:cNvGrpSpPr/>
        <p:nvPr/>
      </p:nvGrpSpPr>
      <p:grpSpPr>
        <a:xfrm>
          <a:off x="0" y="0"/>
          <a:ext cx="0" cy="0"/>
          <a:chOff x="0" y="0"/>
          <a:chExt cx="0" cy="0"/>
        </a:xfrm>
      </p:grpSpPr>
      <p:pic>
        <p:nvPicPr>
          <p:cNvPr id="359" name="Google Shape;359;p53"/>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60" name="Google Shape;360;p53"/>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61" name="Google Shape;361;p53"/>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2" name="Google Shape;362;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3" name="Google Shape;363;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64" name="Google Shape;364;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65" name="Google Shape;365;p5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66" name="Google Shape;366;p5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67" name="Google Shape;367;p53"/>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68" name="Shape 368"/>
        <p:cNvGrpSpPr/>
        <p:nvPr/>
      </p:nvGrpSpPr>
      <p:grpSpPr>
        <a:xfrm>
          <a:off x="0" y="0"/>
          <a:ext cx="0" cy="0"/>
          <a:chOff x="0" y="0"/>
          <a:chExt cx="0" cy="0"/>
        </a:xfrm>
      </p:grpSpPr>
      <p:pic>
        <p:nvPicPr>
          <p:cNvPr id="369" name="Google Shape;369;p5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70" name="Google Shape;370;p54"/>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71" name="Google Shape;371;p54"/>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2" name="Google Shape;372;p5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73" name="Google Shape;373;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74" name="Google Shape;374;p54"/>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75" name="Google Shape;375;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76" name="Google Shape;376;p54"/>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77" name="Shape 377"/>
        <p:cNvGrpSpPr/>
        <p:nvPr/>
      </p:nvGrpSpPr>
      <p:grpSpPr>
        <a:xfrm>
          <a:off x="0" y="0"/>
          <a:ext cx="0" cy="0"/>
          <a:chOff x="0" y="0"/>
          <a:chExt cx="0" cy="0"/>
        </a:xfrm>
      </p:grpSpPr>
      <p:pic>
        <p:nvPicPr>
          <p:cNvPr id="378" name="Google Shape;378;p55"/>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79" name="Google Shape;379;p5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80" name="Google Shape;380;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1" name="Google Shape;381;p5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2" name="Google Shape;382;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3" name="Google Shape;383;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4" name="Google Shape;384;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85" name="Google Shape;385;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86" name="Google Shape;386;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87" name="Shape 387"/>
        <p:cNvGrpSpPr/>
        <p:nvPr/>
      </p:nvGrpSpPr>
      <p:grpSpPr>
        <a:xfrm>
          <a:off x="0" y="0"/>
          <a:ext cx="0" cy="0"/>
          <a:chOff x="0" y="0"/>
          <a:chExt cx="0" cy="0"/>
        </a:xfrm>
      </p:grpSpPr>
      <p:pic>
        <p:nvPicPr>
          <p:cNvPr id="388" name="Google Shape;388;p56"/>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89" name="Google Shape;389;p56"/>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90" name="Google Shape;390;p5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91" name="Google Shape;391;p56"/>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2" name="Google Shape;392;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3" name="Google Shape;393;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4" name="Google Shape;394;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395" name="Google Shape;395;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6" name="Google Shape;396;p5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397" name="Shape 397"/>
        <p:cNvGrpSpPr/>
        <p:nvPr/>
      </p:nvGrpSpPr>
      <p:grpSpPr>
        <a:xfrm>
          <a:off x="0" y="0"/>
          <a:ext cx="0" cy="0"/>
          <a:chOff x="0" y="0"/>
          <a:chExt cx="0" cy="0"/>
        </a:xfrm>
      </p:grpSpPr>
      <p:pic>
        <p:nvPicPr>
          <p:cNvPr id="398" name="Google Shape;398;p57"/>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99" name="Google Shape;399;p5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00" name="Google Shape;400;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1" name="Google Shape;401;p57"/>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2" name="Google Shape;402;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3" name="Google Shape;403;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4" name="Google Shape;404;p5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05" name="Google Shape;405;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6" name="Google Shape;406;p57"/>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407" name="Google Shape;407;p57"/>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408" name="Google Shape;408;p57"/>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09" name="Shape 409"/>
        <p:cNvGrpSpPr/>
        <p:nvPr/>
      </p:nvGrpSpPr>
      <p:grpSpPr>
        <a:xfrm>
          <a:off x="0" y="0"/>
          <a:ext cx="0" cy="0"/>
          <a:chOff x="0" y="0"/>
          <a:chExt cx="0" cy="0"/>
        </a:xfrm>
      </p:grpSpPr>
      <p:pic>
        <p:nvPicPr>
          <p:cNvPr id="410" name="Google Shape;410;p58"/>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11" name="Google Shape;411;p58"/>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12" name="Google Shape;412;p5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13" name="Google Shape;413;p58"/>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14" name="Google Shape;414;p5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15" name="Google Shape;415;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6" name="Google Shape;416;p5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17" name="Google Shape;417;p5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8" name="Google Shape;418;p5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19" name="Shape 419"/>
        <p:cNvGrpSpPr/>
        <p:nvPr/>
      </p:nvGrpSpPr>
      <p:grpSpPr>
        <a:xfrm>
          <a:off x="0" y="0"/>
          <a:ext cx="0" cy="0"/>
          <a:chOff x="0" y="0"/>
          <a:chExt cx="0" cy="0"/>
        </a:xfrm>
      </p:grpSpPr>
      <p:pic>
        <p:nvPicPr>
          <p:cNvPr id="420" name="Google Shape;420;p59"/>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21" name="Google Shape;421;p59"/>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22" name="Google Shape;422;p59"/>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23" name="Google Shape;423;p5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24" name="Google Shape;424;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5" name="Google Shape;425;p59"/>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9"/>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27" name="Google Shape;427;p59"/>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8" name="Google Shape;428;p59"/>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29" name="Google Shape;429;p59"/>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30" name="Shape 430"/>
        <p:cNvGrpSpPr/>
        <p:nvPr/>
      </p:nvGrpSpPr>
      <p:grpSpPr>
        <a:xfrm>
          <a:off x="0" y="0"/>
          <a:ext cx="0" cy="0"/>
          <a:chOff x="0" y="0"/>
          <a:chExt cx="0" cy="0"/>
        </a:xfrm>
      </p:grpSpPr>
      <p:pic>
        <p:nvPicPr>
          <p:cNvPr id="431" name="Google Shape;431;p6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32" name="Google Shape;432;p60"/>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33" name="Google Shape;433;p6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34" name="Google Shape;434;p6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5" name="Google Shape;435;p6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36" name="Google Shape;436;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7" name="Google Shape;437;p6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38" name="Google Shape;438;p6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9" name="Google Shape;439;p6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40" name="Shape 440"/>
        <p:cNvGrpSpPr/>
        <p:nvPr/>
      </p:nvGrpSpPr>
      <p:grpSpPr>
        <a:xfrm>
          <a:off x="0" y="0"/>
          <a:ext cx="0" cy="0"/>
          <a:chOff x="0" y="0"/>
          <a:chExt cx="0" cy="0"/>
        </a:xfrm>
      </p:grpSpPr>
      <p:pic>
        <p:nvPicPr>
          <p:cNvPr id="441" name="Google Shape;441;p6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42" name="Google Shape;442;p6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43" name="Google Shape;443;p6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44" name="Google Shape;444;p61"/>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5" name="Google Shape;445;p6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46" name="Google Shape;446;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6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48" name="Google Shape;448;p6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9" name="Google Shape;449;p6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50" name="Shape 450"/>
        <p:cNvGrpSpPr/>
        <p:nvPr/>
      </p:nvGrpSpPr>
      <p:grpSpPr>
        <a:xfrm>
          <a:off x="0" y="0"/>
          <a:ext cx="0" cy="0"/>
          <a:chOff x="0" y="0"/>
          <a:chExt cx="0" cy="0"/>
        </a:xfrm>
      </p:grpSpPr>
      <p:pic>
        <p:nvPicPr>
          <p:cNvPr id="451" name="Google Shape;451;p62"/>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52" name="Google Shape;452;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3" name="Google Shape;453;p62"/>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54" name="Google Shape;454;p62"/>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55" name="Google Shape;455;p62"/>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56" name="Google Shape;456;p62"/>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57" name="Shape 457"/>
        <p:cNvGrpSpPr/>
        <p:nvPr/>
      </p:nvGrpSpPr>
      <p:grpSpPr>
        <a:xfrm>
          <a:off x="0" y="0"/>
          <a:ext cx="0" cy="0"/>
          <a:chOff x="0" y="0"/>
          <a:chExt cx="0" cy="0"/>
        </a:xfrm>
      </p:grpSpPr>
      <p:pic>
        <p:nvPicPr>
          <p:cNvPr descr="Divider1.png" id="458" name="Google Shape;458;p6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59" name="Google Shape;459;p63"/>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0" name="Google Shape;460;p6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61" name="Shape 461"/>
        <p:cNvGrpSpPr/>
        <p:nvPr/>
      </p:nvGrpSpPr>
      <p:grpSpPr>
        <a:xfrm>
          <a:off x="0" y="0"/>
          <a:ext cx="0" cy="0"/>
          <a:chOff x="0" y="0"/>
          <a:chExt cx="0" cy="0"/>
        </a:xfrm>
      </p:grpSpPr>
      <p:pic>
        <p:nvPicPr>
          <p:cNvPr id="462" name="Google Shape;462;p64"/>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63" name="Google Shape;463;p64"/>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64" name="Google Shape;464;p64"/>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4"/>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66" name="Shape 466"/>
        <p:cNvGrpSpPr/>
        <p:nvPr/>
      </p:nvGrpSpPr>
      <p:grpSpPr>
        <a:xfrm>
          <a:off x="0" y="0"/>
          <a:ext cx="0" cy="0"/>
          <a:chOff x="0" y="0"/>
          <a:chExt cx="0" cy="0"/>
        </a:xfrm>
      </p:grpSpPr>
      <p:pic>
        <p:nvPicPr>
          <p:cNvPr id="467" name="Google Shape;467;p6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68" name="Shape 468"/>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69" name="Shape 469"/>
        <p:cNvGrpSpPr/>
        <p:nvPr/>
      </p:nvGrpSpPr>
      <p:grpSpPr>
        <a:xfrm>
          <a:off x="0" y="0"/>
          <a:ext cx="0" cy="0"/>
          <a:chOff x="0" y="0"/>
          <a:chExt cx="0" cy="0"/>
        </a:xfrm>
      </p:grpSpPr>
      <p:grpSp>
        <p:nvGrpSpPr>
          <p:cNvPr id="470" name="Google Shape;470;p67"/>
          <p:cNvGrpSpPr/>
          <p:nvPr/>
        </p:nvGrpSpPr>
        <p:grpSpPr>
          <a:xfrm>
            <a:off x="6262100" y="-3850"/>
            <a:ext cx="2886900" cy="485125"/>
            <a:chOff x="6262100" y="-3850"/>
            <a:chExt cx="2886900" cy="485125"/>
          </a:xfrm>
        </p:grpSpPr>
        <p:pic>
          <p:nvPicPr>
            <p:cNvPr descr="1.png" id="471" name="Google Shape;471;p67"/>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72" name="Google Shape;472;p67"/>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73" name="Google Shape;473;p67"/>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74" name="Google Shape;474;p67"/>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75" name="Google Shape;475;p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76" name="Google Shape;476;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7" name="Google Shape;477;p67"/>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78" name="Google Shape;478;p67"/>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79" name="Google Shape;479;p67"/>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80" name="Google Shape;480;p67"/>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81" name="Google Shape;481;p67"/>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82" name="Google Shape;482;p67"/>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83" name="Google Shape;483;p67"/>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487" name="Shape 487"/>
        <p:cNvGrpSpPr/>
        <p:nvPr/>
      </p:nvGrpSpPr>
      <p:grpSpPr>
        <a:xfrm>
          <a:off x="0" y="0"/>
          <a:ext cx="0" cy="0"/>
          <a:chOff x="0" y="0"/>
          <a:chExt cx="0" cy="0"/>
        </a:xfrm>
      </p:grpSpPr>
      <p:pic>
        <p:nvPicPr>
          <p:cNvPr id="488" name="Google Shape;488;p6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89" name="Google Shape;489;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490" name="Shape 490"/>
        <p:cNvGrpSpPr/>
        <p:nvPr/>
      </p:nvGrpSpPr>
      <p:grpSpPr>
        <a:xfrm>
          <a:off x="0" y="0"/>
          <a:ext cx="0" cy="0"/>
          <a:chOff x="0" y="0"/>
          <a:chExt cx="0" cy="0"/>
        </a:xfrm>
      </p:grpSpPr>
      <p:pic>
        <p:nvPicPr>
          <p:cNvPr id="491" name="Google Shape;491;p7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492" name="Google Shape;492;p70"/>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493" name="Google Shape;493;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70"/>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495" name="Shape 495"/>
        <p:cNvGrpSpPr/>
        <p:nvPr/>
      </p:nvGrpSpPr>
      <p:grpSpPr>
        <a:xfrm>
          <a:off x="0" y="0"/>
          <a:ext cx="0" cy="0"/>
          <a:chOff x="0" y="0"/>
          <a:chExt cx="0" cy="0"/>
        </a:xfrm>
      </p:grpSpPr>
      <p:pic>
        <p:nvPicPr>
          <p:cNvPr descr="Divider4.png" id="496" name="Google Shape;496;p7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497" name="Google Shape;497;p71"/>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498" name="Google Shape;498;p71"/>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499" name="Google Shape;499;p71"/>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00" name="Google Shape;500;p71"/>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01" name="Google Shape;501;p71"/>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02" name="Shape 502"/>
        <p:cNvGrpSpPr/>
        <p:nvPr/>
      </p:nvGrpSpPr>
      <p:grpSpPr>
        <a:xfrm>
          <a:off x="0" y="0"/>
          <a:ext cx="0" cy="0"/>
          <a:chOff x="0" y="0"/>
          <a:chExt cx="0" cy="0"/>
        </a:xfrm>
      </p:grpSpPr>
      <p:sp>
        <p:nvSpPr>
          <p:cNvPr id="503" name="Google Shape;503;p72"/>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504" name="Google Shape;504;p72"/>
          <p:cNvGrpSpPr/>
          <p:nvPr/>
        </p:nvGrpSpPr>
        <p:grpSpPr>
          <a:xfrm rot="5400000">
            <a:off x="5719749" y="1629787"/>
            <a:ext cx="4964577" cy="1883925"/>
            <a:chOff x="4152224" y="1218499"/>
            <a:chExt cx="4964577" cy="1883925"/>
          </a:xfrm>
        </p:grpSpPr>
        <p:pic>
          <p:nvPicPr>
            <p:cNvPr id="505" name="Google Shape;505;p72"/>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06" name="Google Shape;506;p72"/>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07" name="Google Shape;507;p7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8" name="Google Shape;508;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09" name="Shape 509"/>
        <p:cNvGrpSpPr/>
        <p:nvPr/>
      </p:nvGrpSpPr>
      <p:grpSpPr>
        <a:xfrm>
          <a:off x="0" y="0"/>
          <a:ext cx="0" cy="0"/>
          <a:chOff x="0" y="0"/>
          <a:chExt cx="0" cy="0"/>
        </a:xfrm>
      </p:grpSpPr>
      <p:pic>
        <p:nvPicPr>
          <p:cNvPr id="510" name="Google Shape;510;p7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11" name="Google Shape;511;p7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12" name="Google Shape;512;p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13" name="Google Shape;513;p7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14" name="Google Shape;514;p7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15" name="Google Shape;515;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16" name="Google Shape;516;p7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17" name="Google Shape;517;p7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18" name="Shape 518"/>
        <p:cNvGrpSpPr/>
        <p:nvPr/>
      </p:nvGrpSpPr>
      <p:grpSpPr>
        <a:xfrm>
          <a:off x="0" y="0"/>
          <a:ext cx="0" cy="0"/>
          <a:chOff x="0" y="0"/>
          <a:chExt cx="0" cy="0"/>
        </a:xfrm>
      </p:grpSpPr>
      <p:pic>
        <p:nvPicPr>
          <p:cNvPr id="519" name="Google Shape;519;p7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0" name="Google Shape;520;p7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21" name="Google Shape;521;p74"/>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22" name="Google Shape;522;p7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23" name="Google Shape;523;p7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24" name="Google Shape;524;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5" name="Google Shape;525;p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26" name="Shape 526"/>
        <p:cNvGrpSpPr/>
        <p:nvPr/>
      </p:nvGrpSpPr>
      <p:grpSpPr>
        <a:xfrm>
          <a:off x="0" y="0"/>
          <a:ext cx="0" cy="0"/>
          <a:chOff x="0" y="0"/>
          <a:chExt cx="0" cy="0"/>
        </a:xfrm>
      </p:grpSpPr>
      <p:pic>
        <p:nvPicPr>
          <p:cNvPr id="527" name="Google Shape;527;p7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28" name="Google Shape;528;p7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29" name="Google Shape;529;p75"/>
          <p:cNvGrpSpPr/>
          <p:nvPr/>
        </p:nvGrpSpPr>
        <p:grpSpPr>
          <a:xfrm>
            <a:off x="5709066" y="201260"/>
            <a:ext cx="2296623" cy="4424889"/>
            <a:chOff x="5598780" y="137712"/>
            <a:chExt cx="2577001" cy="4664652"/>
          </a:xfrm>
        </p:grpSpPr>
        <p:pic>
          <p:nvPicPr>
            <p:cNvPr id="530" name="Google Shape;530;p75"/>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31" name="Google Shape;531;p75"/>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2" name="Google Shape;532;p7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3" name="Google Shape;533;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4" name="Google Shape;534;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35" name="Google Shape;535;p75"/>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36" name="Shape 536"/>
        <p:cNvGrpSpPr/>
        <p:nvPr/>
      </p:nvGrpSpPr>
      <p:grpSpPr>
        <a:xfrm>
          <a:off x="0" y="0"/>
          <a:ext cx="0" cy="0"/>
          <a:chOff x="0" y="0"/>
          <a:chExt cx="0" cy="0"/>
        </a:xfrm>
      </p:grpSpPr>
      <p:pic>
        <p:nvPicPr>
          <p:cNvPr id="537" name="Google Shape;537;p7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38" name="Google Shape;538;p7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39" name="Google Shape;539;p7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0" name="Google Shape;540;p7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1" name="Google Shape;541;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2" name="Google Shape;542;p76"/>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3" name="Google Shape;543;p76"/>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44" name="Shape 544"/>
        <p:cNvGrpSpPr/>
        <p:nvPr/>
      </p:nvGrpSpPr>
      <p:grpSpPr>
        <a:xfrm>
          <a:off x="0" y="0"/>
          <a:ext cx="0" cy="0"/>
          <a:chOff x="0" y="0"/>
          <a:chExt cx="0" cy="0"/>
        </a:xfrm>
      </p:grpSpPr>
      <p:pic>
        <p:nvPicPr>
          <p:cNvPr id="545" name="Google Shape;545;p77"/>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46" name="Google Shape;546;p7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7" name="Google Shape;547;p7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8" name="Google Shape;548;p7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9" name="Google Shape;549;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50" name="Google Shape;550;p77"/>
          <p:cNvGrpSpPr/>
          <p:nvPr/>
        </p:nvGrpSpPr>
        <p:grpSpPr>
          <a:xfrm>
            <a:off x="4344100" y="398125"/>
            <a:ext cx="4546500" cy="4222800"/>
            <a:chOff x="4344100" y="398125"/>
            <a:chExt cx="4546500" cy="4222800"/>
          </a:xfrm>
        </p:grpSpPr>
        <p:sp>
          <p:nvSpPr>
            <p:cNvPr id="551" name="Google Shape;551;p77"/>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 name="Google Shape;552;p77"/>
            <p:cNvGrpSpPr/>
            <p:nvPr/>
          </p:nvGrpSpPr>
          <p:grpSpPr>
            <a:xfrm>
              <a:off x="4445450" y="524200"/>
              <a:ext cx="399495" cy="101100"/>
              <a:chOff x="4445450" y="524200"/>
              <a:chExt cx="399495" cy="101100"/>
            </a:xfrm>
          </p:grpSpPr>
          <p:sp>
            <p:nvSpPr>
              <p:cNvPr id="553" name="Google Shape;553;p77"/>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7"/>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7"/>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6" name="Google Shape;556;p77"/>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57" name="Shape 557"/>
        <p:cNvGrpSpPr/>
        <p:nvPr/>
      </p:nvGrpSpPr>
      <p:grpSpPr>
        <a:xfrm>
          <a:off x="0" y="0"/>
          <a:ext cx="0" cy="0"/>
          <a:chOff x="0" y="0"/>
          <a:chExt cx="0" cy="0"/>
        </a:xfrm>
      </p:grpSpPr>
      <p:pic>
        <p:nvPicPr>
          <p:cNvPr id="558" name="Google Shape;558;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59" name="Google Shape;559;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0" name="Google Shape;560;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1" name="Google Shape;561;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2" name="Google Shape;562;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63" name="Shape 563"/>
        <p:cNvGrpSpPr/>
        <p:nvPr/>
      </p:nvGrpSpPr>
      <p:grpSpPr>
        <a:xfrm>
          <a:off x="0" y="0"/>
          <a:ext cx="0" cy="0"/>
          <a:chOff x="0" y="0"/>
          <a:chExt cx="0" cy="0"/>
        </a:xfrm>
      </p:grpSpPr>
      <p:pic>
        <p:nvPicPr>
          <p:cNvPr id="564" name="Google Shape;564;p7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65" name="Google Shape;565;p79"/>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9"/>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67" name="Google Shape;567;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8" name="Google Shape;568;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9" name="Google Shape;569;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0" name="Google Shape;570;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71" name="Google Shape;571;p79"/>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ython Code Block">
  <p:cSld name="CUSTOM_7_1_1">
    <p:spTree>
      <p:nvGrpSpPr>
        <p:cNvPr id="572" name="Shape 572"/>
        <p:cNvGrpSpPr/>
        <p:nvPr/>
      </p:nvGrpSpPr>
      <p:grpSpPr>
        <a:xfrm>
          <a:off x="0" y="0"/>
          <a:ext cx="0" cy="0"/>
          <a:chOff x="0" y="0"/>
          <a:chExt cx="0" cy="0"/>
        </a:xfrm>
      </p:grpSpPr>
      <p:pic>
        <p:nvPicPr>
          <p:cNvPr id="573" name="Google Shape;573;p80"/>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74" name="Google Shape;574;p80"/>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80"/>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76" name="Google Shape;576;p8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77" name="Google Shape;577;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8" name="Google Shape;578;p80"/>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9" name="Google Shape;579;p80"/>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80" name="Google Shape;580;p80"/>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581" name="Google Shape;581;p80"/>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Python</a:t>
            </a:r>
            <a:endParaRPr b="1" sz="1900">
              <a:latin typeface="Space Mono"/>
              <a:ea typeface="Space Mono"/>
              <a:cs typeface="Space Mono"/>
              <a:sym typeface="Space Mono"/>
            </a:endParaRPr>
          </a:p>
        </p:txBody>
      </p:sp>
      <p:pic>
        <p:nvPicPr>
          <p:cNvPr descr="Snake " id="582" name="Google Shape;582;p80" title="Snake "/>
          <p:cNvPicPr preferRelativeResize="0"/>
          <p:nvPr/>
        </p:nvPicPr>
        <p:blipFill>
          <a:blip r:embed="rId4">
            <a:alphaModFix/>
          </a:blip>
          <a:stretch>
            <a:fillRect/>
          </a:stretch>
        </p:blipFill>
        <p:spPr>
          <a:xfrm>
            <a:off x="4511175" y="227125"/>
            <a:ext cx="431100" cy="431100"/>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ava Code Block 1">
  <p:cSld name="CUSTOM_7_1_1_1">
    <p:spTree>
      <p:nvGrpSpPr>
        <p:cNvPr id="583" name="Shape 583"/>
        <p:cNvGrpSpPr/>
        <p:nvPr/>
      </p:nvGrpSpPr>
      <p:grpSpPr>
        <a:xfrm>
          <a:off x="0" y="0"/>
          <a:ext cx="0" cy="0"/>
          <a:chOff x="0" y="0"/>
          <a:chExt cx="0" cy="0"/>
        </a:xfrm>
      </p:grpSpPr>
      <p:pic>
        <p:nvPicPr>
          <p:cNvPr id="584" name="Google Shape;584;p8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85" name="Google Shape;585;p81"/>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8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87" name="Google Shape;587;p8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88" name="Google Shape;588;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9" name="Google Shape;589;p81"/>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90" name="Google Shape;590;p81"/>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91" name="Google Shape;591;p81"/>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592" name="Google Shape;592;p81"/>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Java</a:t>
            </a:r>
            <a:endParaRPr b="1" sz="1900">
              <a:latin typeface="Space Mono"/>
              <a:ea typeface="Space Mono"/>
              <a:cs typeface="Space Mono"/>
              <a:sym typeface="Space Mono"/>
            </a:endParaRPr>
          </a:p>
        </p:txBody>
      </p:sp>
      <p:pic>
        <p:nvPicPr>
          <p:cNvPr descr="Coffee cup " id="593" name="Google Shape;593;p81" title="Coffee cup "/>
          <p:cNvPicPr preferRelativeResize="0"/>
          <p:nvPr/>
        </p:nvPicPr>
        <p:blipFill>
          <a:blip r:embed="rId4">
            <a:alphaModFix/>
          </a:blip>
          <a:stretch>
            <a:fillRect/>
          </a:stretch>
        </p:blipFill>
        <p:spPr>
          <a:xfrm>
            <a:off x="4561425" y="234775"/>
            <a:ext cx="461700" cy="461700"/>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94" name="Shape 594"/>
        <p:cNvGrpSpPr/>
        <p:nvPr/>
      </p:nvGrpSpPr>
      <p:grpSpPr>
        <a:xfrm>
          <a:off x="0" y="0"/>
          <a:ext cx="0" cy="0"/>
          <a:chOff x="0" y="0"/>
          <a:chExt cx="0" cy="0"/>
        </a:xfrm>
      </p:grpSpPr>
      <p:pic>
        <p:nvPicPr>
          <p:cNvPr id="595" name="Google Shape;595;p8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596" name="Google Shape;596;p8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597" name="Google Shape;597;p8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98" name="Google Shape;598;p8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99" name="Google Shape;599;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0" name="Google Shape;600;p8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601" name="Google Shape;601;p8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02" name="Google Shape;602;p8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03" name="Google Shape;603;p8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604" name="Shape 604"/>
        <p:cNvGrpSpPr/>
        <p:nvPr/>
      </p:nvGrpSpPr>
      <p:grpSpPr>
        <a:xfrm>
          <a:off x="0" y="0"/>
          <a:ext cx="0" cy="0"/>
          <a:chOff x="0" y="0"/>
          <a:chExt cx="0" cy="0"/>
        </a:xfrm>
      </p:grpSpPr>
      <p:pic>
        <p:nvPicPr>
          <p:cNvPr id="605" name="Google Shape;605;p8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06" name="Google Shape;606;p8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607" name="Google Shape;607;p8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8" name="Google Shape;608;p8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09" name="Google Shape;609;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10" name="Google Shape;610;p8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11" name="Google Shape;611;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12" name="Google Shape;612;p8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13" name="Shape 613"/>
        <p:cNvGrpSpPr/>
        <p:nvPr/>
      </p:nvGrpSpPr>
      <p:grpSpPr>
        <a:xfrm>
          <a:off x="0" y="0"/>
          <a:ext cx="0" cy="0"/>
          <a:chOff x="0" y="0"/>
          <a:chExt cx="0" cy="0"/>
        </a:xfrm>
      </p:grpSpPr>
      <p:pic>
        <p:nvPicPr>
          <p:cNvPr id="614" name="Google Shape;614;p8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15" name="Google Shape;615;p8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16" name="Google Shape;616;p8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17" name="Google Shape;617;p8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8" name="Google Shape;618;p8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9" name="Google Shape;619;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0" name="Google Shape;620;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21" name="Google Shape;621;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2" name="Google Shape;622;p8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23" name="Shape 623"/>
        <p:cNvGrpSpPr/>
        <p:nvPr/>
      </p:nvGrpSpPr>
      <p:grpSpPr>
        <a:xfrm>
          <a:off x="0" y="0"/>
          <a:ext cx="0" cy="0"/>
          <a:chOff x="0" y="0"/>
          <a:chExt cx="0" cy="0"/>
        </a:xfrm>
      </p:grpSpPr>
      <p:pic>
        <p:nvPicPr>
          <p:cNvPr id="624" name="Google Shape;624;p8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25" name="Google Shape;625;p8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26" name="Google Shape;626;p8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27" name="Google Shape;627;p8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8" name="Google Shape;628;p8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9" name="Google Shape;629;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0" name="Google Shape;630;p8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31" name="Google Shape;631;p8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2" name="Google Shape;632;p8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33" name="Shape 633"/>
        <p:cNvGrpSpPr/>
        <p:nvPr/>
      </p:nvGrpSpPr>
      <p:grpSpPr>
        <a:xfrm>
          <a:off x="0" y="0"/>
          <a:ext cx="0" cy="0"/>
          <a:chOff x="0" y="0"/>
          <a:chExt cx="0" cy="0"/>
        </a:xfrm>
      </p:grpSpPr>
      <p:pic>
        <p:nvPicPr>
          <p:cNvPr id="634" name="Google Shape;634;p8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35" name="Google Shape;635;p8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36" name="Google Shape;636;p8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37" name="Google Shape;637;p8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38" name="Google Shape;638;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39" name="Google Shape;639;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0" name="Google Shape;640;p8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41" name="Google Shape;641;p8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42" name="Google Shape;642;p8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43" name="Google Shape;643;p86"/>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644" name="Google Shape;644;p86"/>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45" name="Shape 645"/>
        <p:cNvGrpSpPr/>
        <p:nvPr/>
      </p:nvGrpSpPr>
      <p:grpSpPr>
        <a:xfrm>
          <a:off x="0" y="0"/>
          <a:ext cx="0" cy="0"/>
          <a:chOff x="0" y="0"/>
          <a:chExt cx="0" cy="0"/>
        </a:xfrm>
      </p:grpSpPr>
      <p:pic>
        <p:nvPicPr>
          <p:cNvPr id="646" name="Google Shape;646;p8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47" name="Google Shape;647;p8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48" name="Google Shape;648;p8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49" name="Google Shape;649;p8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0" name="Google Shape;650;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1" name="Google Shape;651;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2" name="Google Shape;652;p8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53" name="Google Shape;653;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4" name="Google Shape;654;p8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55" name="Shape 655"/>
        <p:cNvGrpSpPr/>
        <p:nvPr/>
      </p:nvGrpSpPr>
      <p:grpSpPr>
        <a:xfrm>
          <a:off x="0" y="0"/>
          <a:ext cx="0" cy="0"/>
          <a:chOff x="0" y="0"/>
          <a:chExt cx="0" cy="0"/>
        </a:xfrm>
      </p:grpSpPr>
      <p:pic>
        <p:nvPicPr>
          <p:cNvPr id="656" name="Google Shape;656;p8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57" name="Google Shape;657;p8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58" name="Google Shape;658;p8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59" name="Google Shape;659;p8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60" name="Google Shape;660;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1" name="Google Shape;661;p8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8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63" name="Google Shape;663;p8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64" name="Google Shape;664;p8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65" name="Google Shape;665;p8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66" name="Shape 666"/>
        <p:cNvGrpSpPr/>
        <p:nvPr/>
      </p:nvGrpSpPr>
      <p:grpSpPr>
        <a:xfrm>
          <a:off x="0" y="0"/>
          <a:ext cx="0" cy="0"/>
          <a:chOff x="0" y="0"/>
          <a:chExt cx="0" cy="0"/>
        </a:xfrm>
      </p:grpSpPr>
      <p:pic>
        <p:nvPicPr>
          <p:cNvPr id="667" name="Google Shape;667;p8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68" name="Google Shape;668;p8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69" name="Google Shape;669;p8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70" name="Google Shape;670;p8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71" name="Google Shape;671;p8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72" name="Google Shape;672;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3" name="Google Shape;673;p8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74" name="Google Shape;674;p8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75" name="Google Shape;675;p8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76" name="Shape 676"/>
        <p:cNvGrpSpPr/>
        <p:nvPr/>
      </p:nvGrpSpPr>
      <p:grpSpPr>
        <a:xfrm>
          <a:off x="0" y="0"/>
          <a:ext cx="0" cy="0"/>
          <a:chOff x="0" y="0"/>
          <a:chExt cx="0" cy="0"/>
        </a:xfrm>
      </p:grpSpPr>
      <p:pic>
        <p:nvPicPr>
          <p:cNvPr id="677" name="Google Shape;677;p9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78" name="Google Shape;678;p9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79" name="Google Shape;679;p9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80" name="Google Shape;680;p9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1" name="Google Shape;681;p9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82" name="Google Shape;682;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3" name="Google Shape;683;p9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84" name="Google Shape;684;p9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85" name="Google Shape;685;p9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86" name="Shape 686"/>
        <p:cNvGrpSpPr/>
        <p:nvPr/>
      </p:nvGrpSpPr>
      <p:grpSpPr>
        <a:xfrm>
          <a:off x="0" y="0"/>
          <a:ext cx="0" cy="0"/>
          <a:chOff x="0" y="0"/>
          <a:chExt cx="0" cy="0"/>
        </a:xfrm>
      </p:grpSpPr>
      <p:pic>
        <p:nvPicPr>
          <p:cNvPr descr="Divider1.png" id="687" name="Google Shape;687;p9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88" name="Google Shape;688;p91"/>
          <p:cNvSpPr txBox="1"/>
          <p:nvPr>
            <p:ph type="title"/>
          </p:nvPr>
        </p:nvSpPr>
        <p:spPr>
          <a:xfrm>
            <a:off x="884825" y="2317200"/>
            <a:ext cx="42996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9" name="Google Shape;689;p9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90" name="Shape 690"/>
        <p:cNvGrpSpPr/>
        <p:nvPr/>
      </p:nvGrpSpPr>
      <p:grpSpPr>
        <a:xfrm>
          <a:off x="0" y="0"/>
          <a:ext cx="0" cy="0"/>
          <a:chOff x="0" y="0"/>
          <a:chExt cx="0" cy="0"/>
        </a:xfrm>
      </p:grpSpPr>
      <p:pic>
        <p:nvPicPr>
          <p:cNvPr id="691" name="Google Shape;691;p92"/>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692" name="Google Shape;692;p92"/>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693" name="Google Shape;693;p92"/>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92"/>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695" name="Shape 695"/>
        <p:cNvGrpSpPr/>
        <p:nvPr/>
      </p:nvGrpSpPr>
      <p:grpSpPr>
        <a:xfrm>
          <a:off x="0" y="0"/>
          <a:ext cx="0" cy="0"/>
          <a:chOff x="0" y="0"/>
          <a:chExt cx="0" cy="0"/>
        </a:xfrm>
      </p:grpSpPr>
      <p:pic>
        <p:nvPicPr>
          <p:cNvPr id="696" name="Google Shape;696;p9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697" name="Shape 697"/>
        <p:cNvGrpSpPr/>
        <p:nvPr/>
      </p:nvGrpSpPr>
      <p:grpSpPr>
        <a:xfrm>
          <a:off x="0" y="0"/>
          <a:ext cx="0" cy="0"/>
          <a:chOff x="0" y="0"/>
          <a:chExt cx="0" cy="0"/>
        </a:xfrm>
      </p:grpSpPr>
      <p:sp>
        <p:nvSpPr>
          <p:cNvPr id="698" name="Google Shape;698;p9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9" name="Google Shape;699;p9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700" name="Google Shape;700;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01" name="Shape 701"/>
        <p:cNvGrpSpPr/>
        <p:nvPr/>
      </p:nvGrpSpPr>
      <p:grpSpPr>
        <a:xfrm>
          <a:off x="0" y="0"/>
          <a:ext cx="0" cy="0"/>
          <a:chOff x="0" y="0"/>
          <a:chExt cx="0" cy="0"/>
        </a:xfrm>
      </p:grpSpPr>
      <p:sp>
        <p:nvSpPr>
          <p:cNvPr id="702" name="Google Shape;702;p9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03" name="Google Shape;703;p9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04" name="Google Shape;704;p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Bank Blank Slide">
  <p:cSld name="TITLE_AND_BODY_1_2_1_2_1_1_1_1_1_1">
    <p:spTree>
      <p:nvGrpSpPr>
        <p:cNvPr id="705" name="Shape 705"/>
        <p:cNvGrpSpPr/>
        <p:nvPr/>
      </p:nvGrpSpPr>
      <p:grpSpPr>
        <a:xfrm>
          <a:off x="0" y="0"/>
          <a:ext cx="0" cy="0"/>
          <a:chOff x="0" y="0"/>
          <a:chExt cx="0" cy="0"/>
        </a:xfrm>
      </p:grpSpPr>
      <p:sp>
        <p:nvSpPr>
          <p:cNvPr id="706" name="Google Shape;706;p96"/>
          <p:cNvSpPr txBox="1"/>
          <p:nvPr>
            <p:ph type="title"/>
          </p:nvPr>
        </p:nvSpPr>
        <p:spPr>
          <a:xfrm>
            <a:off x="320275" y="517575"/>
            <a:ext cx="8407500" cy="4593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Clr>
                <a:srgbClr val="FFFFFF"/>
              </a:buClr>
              <a:buSzPts val="3600"/>
              <a:buNone/>
              <a:defRPr sz="3600">
                <a:solidFill>
                  <a:srgbClr val="FFFFFF"/>
                </a:solidFill>
              </a:defRPr>
            </a:lvl2pPr>
            <a:lvl3pPr lvl="2">
              <a:spcBef>
                <a:spcPts val="0"/>
              </a:spcBef>
              <a:spcAft>
                <a:spcPts val="0"/>
              </a:spcAft>
              <a:buClr>
                <a:srgbClr val="FFFFFF"/>
              </a:buClr>
              <a:buSzPts val="3600"/>
              <a:buNone/>
              <a:defRPr sz="3600">
                <a:solidFill>
                  <a:srgbClr val="FFFFFF"/>
                </a:solidFill>
              </a:defRPr>
            </a:lvl3pPr>
            <a:lvl4pPr lvl="3">
              <a:spcBef>
                <a:spcPts val="0"/>
              </a:spcBef>
              <a:spcAft>
                <a:spcPts val="0"/>
              </a:spcAft>
              <a:buClr>
                <a:srgbClr val="FFFFFF"/>
              </a:buClr>
              <a:buSzPts val="3600"/>
              <a:buNone/>
              <a:defRPr sz="3600">
                <a:solidFill>
                  <a:srgbClr val="FFFFFF"/>
                </a:solidFill>
              </a:defRPr>
            </a:lvl4pPr>
            <a:lvl5pPr lvl="4">
              <a:spcBef>
                <a:spcPts val="0"/>
              </a:spcBef>
              <a:spcAft>
                <a:spcPts val="0"/>
              </a:spcAft>
              <a:buClr>
                <a:srgbClr val="FFFFFF"/>
              </a:buClr>
              <a:buSzPts val="3600"/>
              <a:buNone/>
              <a:defRPr sz="3600">
                <a:solidFill>
                  <a:srgbClr val="FFFFFF"/>
                </a:solidFill>
              </a:defRPr>
            </a:lvl5pPr>
            <a:lvl6pPr lvl="5">
              <a:spcBef>
                <a:spcPts val="0"/>
              </a:spcBef>
              <a:spcAft>
                <a:spcPts val="0"/>
              </a:spcAft>
              <a:buClr>
                <a:srgbClr val="FFFFFF"/>
              </a:buClr>
              <a:buSzPts val="3600"/>
              <a:buNone/>
              <a:defRPr sz="3600">
                <a:solidFill>
                  <a:srgbClr val="FFFFFF"/>
                </a:solidFill>
              </a:defRPr>
            </a:lvl6pPr>
            <a:lvl7pPr lvl="6">
              <a:spcBef>
                <a:spcPts val="0"/>
              </a:spcBef>
              <a:spcAft>
                <a:spcPts val="0"/>
              </a:spcAft>
              <a:buClr>
                <a:srgbClr val="FFFFFF"/>
              </a:buClr>
              <a:buSzPts val="3600"/>
              <a:buNone/>
              <a:defRPr sz="3600">
                <a:solidFill>
                  <a:srgbClr val="FFFFFF"/>
                </a:solidFill>
              </a:defRPr>
            </a:lvl7pPr>
            <a:lvl8pPr lvl="7">
              <a:spcBef>
                <a:spcPts val="0"/>
              </a:spcBef>
              <a:spcAft>
                <a:spcPts val="0"/>
              </a:spcAft>
              <a:buClr>
                <a:srgbClr val="FFFFFF"/>
              </a:buClr>
              <a:buSzPts val="3600"/>
              <a:buNone/>
              <a:defRPr sz="3600">
                <a:solidFill>
                  <a:srgbClr val="FFFFFF"/>
                </a:solidFill>
              </a:defRPr>
            </a:lvl8pPr>
            <a:lvl9pPr lvl="8">
              <a:spcBef>
                <a:spcPts val="0"/>
              </a:spcBef>
              <a:spcAft>
                <a:spcPts val="0"/>
              </a:spcAft>
              <a:buClr>
                <a:srgbClr val="FFFFFF"/>
              </a:buClr>
              <a:buSzPts val="3600"/>
              <a:buNone/>
              <a:defRPr sz="3600">
                <a:solidFill>
                  <a:srgbClr val="FFFFFF"/>
                </a:solidFill>
              </a:defRPr>
            </a:lvl9pPr>
          </a:lstStyle>
          <a:p/>
        </p:txBody>
      </p:sp>
      <p:sp>
        <p:nvSpPr>
          <p:cNvPr id="707" name="Google Shape;707;p96"/>
          <p:cNvSpPr txBox="1"/>
          <p:nvPr>
            <p:ph idx="12" type="sldNum"/>
          </p:nvPr>
        </p:nvSpPr>
        <p:spPr>
          <a:xfrm>
            <a:off x="457200" y="4662725"/>
            <a:ext cx="2372100" cy="393600"/>
          </a:xfrm>
          <a:prstGeom prst="rect">
            <a:avLst/>
          </a:prstGeom>
          <a:noFill/>
          <a:ln>
            <a:noFill/>
          </a:ln>
        </p:spPr>
        <p:txBody>
          <a:bodyPr anchorCtr="0" anchor="ctr" bIns="91425" lIns="91425" spcFirstLastPara="1" rIns="91425" wrap="square" tIns="91425">
            <a:noAutofit/>
          </a:bodyPr>
          <a:lstStyle>
            <a:lvl1pPr lvl="0">
              <a:lnSpc>
                <a:spcPct val="100000"/>
              </a:lnSpc>
              <a:buNone/>
              <a:defRPr sz="900">
                <a:latin typeface="Proxima Nova"/>
                <a:ea typeface="Proxima Nova"/>
                <a:cs typeface="Proxima Nova"/>
                <a:sym typeface="Proxima Nova"/>
              </a:defRPr>
            </a:lvl1pPr>
            <a:lvl2pPr lvl="1">
              <a:lnSpc>
                <a:spcPct val="100000"/>
              </a:lnSpc>
              <a:buNone/>
              <a:defRPr sz="900">
                <a:latin typeface="Proxima Nova"/>
                <a:ea typeface="Proxima Nova"/>
                <a:cs typeface="Proxima Nova"/>
                <a:sym typeface="Proxima Nova"/>
              </a:defRPr>
            </a:lvl2pPr>
            <a:lvl3pPr lvl="2">
              <a:lnSpc>
                <a:spcPct val="100000"/>
              </a:lnSpc>
              <a:buNone/>
              <a:defRPr sz="900">
                <a:latin typeface="Proxima Nova"/>
                <a:ea typeface="Proxima Nova"/>
                <a:cs typeface="Proxima Nova"/>
                <a:sym typeface="Proxima Nova"/>
              </a:defRPr>
            </a:lvl3pPr>
            <a:lvl4pPr lvl="3">
              <a:lnSpc>
                <a:spcPct val="100000"/>
              </a:lnSpc>
              <a:buNone/>
              <a:defRPr sz="900">
                <a:latin typeface="Proxima Nova"/>
                <a:ea typeface="Proxima Nova"/>
                <a:cs typeface="Proxima Nova"/>
                <a:sym typeface="Proxima Nova"/>
              </a:defRPr>
            </a:lvl4pPr>
            <a:lvl5pPr lvl="4">
              <a:lnSpc>
                <a:spcPct val="100000"/>
              </a:lnSpc>
              <a:buNone/>
              <a:defRPr sz="900">
                <a:latin typeface="Proxima Nova"/>
                <a:ea typeface="Proxima Nova"/>
                <a:cs typeface="Proxima Nova"/>
                <a:sym typeface="Proxima Nova"/>
              </a:defRPr>
            </a:lvl5pPr>
            <a:lvl6pPr lvl="5">
              <a:lnSpc>
                <a:spcPct val="100000"/>
              </a:lnSpc>
              <a:buNone/>
              <a:defRPr sz="900">
                <a:latin typeface="Proxima Nova"/>
                <a:ea typeface="Proxima Nova"/>
                <a:cs typeface="Proxima Nova"/>
                <a:sym typeface="Proxima Nova"/>
              </a:defRPr>
            </a:lvl6pPr>
            <a:lvl7pPr lvl="6">
              <a:lnSpc>
                <a:spcPct val="100000"/>
              </a:lnSpc>
              <a:buNone/>
              <a:defRPr sz="900">
                <a:latin typeface="Proxima Nova"/>
                <a:ea typeface="Proxima Nova"/>
                <a:cs typeface="Proxima Nova"/>
                <a:sym typeface="Proxima Nova"/>
              </a:defRPr>
            </a:lvl7pPr>
            <a:lvl8pPr lvl="7">
              <a:lnSpc>
                <a:spcPct val="100000"/>
              </a:lnSpc>
              <a:buNone/>
              <a:defRPr sz="900">
                <a:latin typeface="Proxima Nova"/>
                <a:ea typeface="Proxima Nova"/>
                <a:cs typeface="Proxima Nova"/>
                <a:sym typeface="Proxima Nova"/>
              </a:defRPr>
            </a:lvl8pPr>
            <a:lvl9pPr lvl="8">
              <a:lnSpc>
                <a:spcPct val="100000"/>
              </a:lnSpc>
              <a:buNone/>
              <a:defRPr sz="900">
                <a:latin typeface="Proxima Nova"/>
                <a:ea typeface="Proxima Nova"/>
                <a:cs typeface="Proxima Nova"/>
                <a:sym typeface="Proxima Nova"/>
              </a:defRPr>
            </a:lvl9pPr>
          </a:lstStyle>
          <a:p>
            <a:pPr indent="0" lvl="0" marL="0" rtl="0" algn="l">
              <a:spcBef>
                <a:spcPts val="0"/>
              </a:spcBef>
              <a:spcAft>
                <a:spcPts val="0"/>
              </a:spcAft>
              <a:buNone/>
            </a:pPr>
            <a:fld id="{00000000-1234-1234-1234-123412341234}" type="slidenum">
              <a:rPr lang="en"/>
              <a:t>‹#›</a:t>
            </a:fld>
            <a:r>
              <a:rPr lang="en"/>
              <a:t> | © 2018 General Assembly</a:t>
            </a:r>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8" name="Shape 708"/>
        <p:cNvGrpSpPr/>
        <p:nvPr/>
      </p:nvGrpSpPr>
      <p:grpSpPr>
        <a:xfrm>
          <a:off x="0" y="0"/>
          <a:ext cx="0" cy="0"/>
          <a:chOff x="0" y="0"/>
          <a:chExt cx="0" cy="0"/>
        </a:xfrm>
      </p:grpSpPr>
      <p:sp>
        <p:nvSpPr>
          <p:cNvPr id="709" name="Google Shape;709;p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710" name="Shape 710"/>
        <p:cNvGrpSpPr/>
        <p:nvPr/>
      </p:nvGrpSpPr>
      <p:grpSpPr>
        <a:xfrm>
          <a:off x="0" y="0"/>
          <a:ext cx="0" cy="0"/>
          <a:chOff x="0" y="0"/>
          <a:chExt cx="0" cy="0"/>
        </a:xfrm>
      </p:grpSpPr>
      <p:pic>
        <p:nvPicPr>
          <p:cNvPr id="711" name="Google Shape;711;p98"/>
          <p:cNvPicPr preferRelativeResize="0"/>
          <p:nvPr/>
        </p:nvPicPr>
        <p:blipFill rotWithShape="1">
          <a:blip r:embed="rId2">
            <a:alphaModFix/>
          </a:blip>
          <a:srcRect b="25490" l="5866" r="82471" t="11494"/>
          <a:stretch/>
        </p:blipFill>
        <p:spPr>
          <a:xfrm>
            <a:off x="-9525" y="-9400"/>
            <a:ext cx="1076277" cy="1147825"/>
          </a:xfrm>
          <a:prstGeom prst="rect">
            <a:avLst/>
          </a:prstGeom>
          <a:noFill/>
          <a:ln>
            <a:noFill/>
          </a:ln>
        </p:spPr>
      </p:pic>
      <p:sp>
        <p:nvSpPr>
          <p:cNvPr id="712" name="Google Shape;712;p98"/>
          <p:cNvSpPr txBox="1"/>
          <p:nvPr>
            <p:ph type="title"/>
          </p:nvPr>
        </p:nvSpPr>
        <p:spPr>
          <a:xfrm>
            <a:off x="785675" y="368825"/>
            <a:ext cx="7572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Font typeface="Helvetica Neue Light"/>
              <a:buNone/>
              <a:defRPr>
                <a:latin typeface="Helvetica Neue Light"/>
                <a:ea typeface="Helvetica Neue Light"/>
                <a:cs typeface="Helvetica Neue Light"/>
                <a:sym typeface="Helvetica Neue Light"/>
              </a:defRPr>
            </a:lvl1pPr>
            <a:lvl2pPr lvl="1">
              <a:spcBef>
                <a:spcPts val="0"/>
              </a:spcBef>
              <a:spcAft>
                <a:spcPts val="0"/>
              </a:spcAft>
              <a:buSzPts val="2800"/>
              <a:buFont typeface="Helvetica Neue"/>
              <a:buNone/>
              <a:defRPr>
                <a:latin typeface="Helvetica Neue"/>
                <a:ea typeface="Helvetica Neue"/>
                <a:cs typeface="Helvetica Neue"/>
                <a:sym typeface="Helvetica Neue"/>
              </a:defRPr>
            </a:lvl2pPr>
            <a:lvl3pPr lvl="2">
              <a:spcBef>
                <a:spcPts val="0"/>
              </a:spcBef>
              <a:spcAft>
                <a:spcPts val="0"/>
              </a:spcAft>
              <a:buSzPts val="2800"/>
              <a:buFont typeface="Helvetica Neue"/>
              <a:buNone/>
              <a:defRPr>
                <a:latin typeface="Helvetica Neue"/>
                <a:ea typeface="Helvetica Neue"/>
                <a:cs typeface="Helvetica Neue"/>
                <a:sym typeface="Helvetica Neue"/>
              </a:defRPr>
            </a:lvl3pPr>
            <a:lvl4pPr lvl="3">
              <a:spcBef>
                <a:spcPts val="0"/>
              </a:spcBef>
              <a:spcAft>
                <a:spcPts val="0"/>
              </a:spcAft>
              <a:buSzPts val="2800"/>
              <a:buFont typeface="Helvetica Neue"/>
              <a:buNone/>
              <a:defRPr>
                <a:latin typeface="Helvetica Neue"/>
                <a:ea typeface="Helvetica Neue"/>
                <a:cs typeface="Helvetica Neue"/>
                <a:sym typeface="Helvetica Neue"/>
              </a:defRPr>
            </a:lvl4pPr>
            <a:lvl5pPr lvl="4">
              <a:spcBef>
                <a:spcPts val="0"/>
              </a:spcBef>
              <a:spcAft>
                <a:spcPts val="0"/>
              </a:spcAft>
              <a:buSzPts val="2800"/>
              <a:buFont typeface="Helvetica Neue"/>
              <a:buNone/>
              <a:defRPr>
                <a:latin typeface="Helvetica Neue"/>
                <a:ea typeface="Helvetica Neue"/>
                <a:cs typeface="Helvetica Neue"/>
                <a:sym typeface="Helvetica Neue"/>
              </a:defRPr>
            </a:lvl5pPr>
            <a:lvl6pPr lvl="5">
              <a:spcBef>
                <a:spcPts val="0"/>
              </a:spcBef>
              <a:spcAft>
                <a:spcPts val="0"/>
              </a:spcAft>
              <a:buSzPts val="2800"/>
              <a:buFont typeface="Helvetica Neue"/>
              <a:buNone/>
              <a:defRPr>
                <a:latin typeface="Helvetica Neue"/>
                <a:ea typeface="Helvetica Neue"/>
                <a:cs typeface="Helvetica Neue"/>
                <a:sym typeface="Helvetica Neue"/>
              </a:defRPr>
            </a:lvl6pPr>
            <a:lvl7pPr lvl="6">
              <a:spcBef>
                <a:spcPts val="0"/>
              </a:spcBef>
              <a:spcAft>
                <a:spcPts val="0"/>
              </a:spcAft>
              <a:buSzPts val="2800"/>
              <a:buFont typeface="Helvetica Neue"/>
              <a:buNone/>
              <a:defRPr>
                <a:latin typeface="Helvetica Neue"/>
                <a:ea typeface="Helvetica Neue"/>
                <a:cs typeface="Helvetica Neue"/>
                <a:sym typeface="Helvetica Neue"/>
              </a:defRPr>
            </a:lvl7pPr>
            <a:lvl8pPr lvl="7">
              <a:spcBef>
                <a:spcPts val="0"/>
              </a:spcBef>
              <a:spcAft>
                <a:spcPts val="0"/>
              </a:spcAft>
              <a:buSzPts val="2800"/>
              <a:buFont typeface="Helvetica Neue"/>
              <a:buNone/>
              <a:defRPr>
                <a:latin typeface="Helvetica Neue"/>
                <a:ea typeface="Helvetica Neue"/>
                <a:cs typeface="Helvetica Neue"/>
                <a:sym typeface="Helvetica Neue"/>
              </a:defRPr>
            </a:lvl8pPr>
            <a:lvl9pPr lvl="8">
              <a:spcBef>
                <a:spcPts val="0"/>
              </a:spcBef>
              <a:spcAft>
                <a:spcPts val="0"/>
              </a:spcAft>
              <a:buSzPts val="2800"/>
              <a:buFont typeface="Helvetica Neue"/>
              <a:buNone/>
              <a:defRPr>
                <a:latin typeface="Helvetica Neue"/>
                <a:ea typeface="Helvetica Neue"/>
                <a:cs typeface="Helvetica Neue"/>
                <a:sym typeface="Helvetica Neue"/>
              </a:defRPr>
            </a:lvl9pPr>
          </a:lstStyle>
          <a:p/>
        </p:txBody>
      </p:sp>
      <p:sp>
        <p:nvSpPr>
          <p:cNvPr id="713" name="Google Shape;713;p98"/>
          <p:cNvSpPr txBox="1"/>
          <p:nvPr>
            <p:ph idx="1" type="body"/>
          </p:nvPr>
        </p:nvSpPr>
        <p:spPr>
          <a:xfrm>
            <a:off x="785675" y="1363075"/>
            <a:ext cx="7572600" cy="3205800"/>
          </a:xfrm>
          <a:prstGeom prst="rect">
            <a:avLst/>
          </a:prstGeom>
        </p:spPr>
        <p:txBody>
          <a:bodyPr anchorCtr="0" anchor="t" bIns="91425" lIns="91425" spcFirstLastPara="1" rIns="91425" wrap="square" tIns="91425">
            <a:noAutofit/>
          </a:bodyPr>
          <a:lstStyle>
            <a:lvl1pPr indent="-342900" lvl="0" marL="457200">
              <a:lnSpc>
                <a:spcPct val="114000"/>
              </a:lnSpc>
              <a:spcBef>
                <a:spcPts val="0"/>
              </a:spcBef>
              <a:spcAft>
                <a:spcPts val="0"/>
              </a:spcAft>
              <a:buSzPts val="1800"/>
              <a:buFont typeface="Helvetica Neue Light"/>
              <a:buChar char="●"/>
              <a:defRPr>
                <a:latin typeface="Helvetica Neue Light"/>
                <a:ea typeface="Helvetica Neue Light"/>
                <a:cs typeface="Helvetica Neue Light"/>
                <a:sym typeface="Helvetica Neue Light"/>
              </a:defRPr>
            </a:lvl1pPr>
            <a:lvl2pPr indent="-317500" lvl="1" marL="914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2pPr>
            <a:lvl3pPr indent="-317500" lvl="2" marL="1371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3pPr>
            <a:lvl4pPr indent="-317500" lvl="3" marL="1828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4pPr>
            <a:lvl5pPr indent="-317500" lvl="4" marL="22860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5pPr>
            <a:lvl6pPr indent="-317500" lvl="5" marL="27432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6pPr>
            <a:lvl7pPr indent="-317500" lvl="6" marL="3200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7pPr>
            <a:lvl8pPr indent="-317500" lvl="7" marL="3657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8pPr>
            <a:lvl9pPr indent="-317500" lvl="8" marL="4114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9pPr>
          </a:lstStyle>
          <a:p/>
        </p:txBody>
      </p:sp>
      <p:sp>
        <p:nvSpPr>
          <p:cNvPr id="714" name="Google Shape;714;p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715" name="Google Shape;715;p98"/>
          <p:cNvPicPr preferRelativeResize="0"/>
          <p:nvPr/>
        </p:nvPicPr>
        <p:blipFill rotWithShape="1">
          <a:blip r:embed="rId3">
            <a:alphaModFix/>
          </a:blip>
          <a:srcRect b="23144" l="19848" r="19842" t="23144"/>
          <a:stretch/>
        </p:blipFill>
        <p:spPr>
          <a:xfrm>
            <a:off x="8154475" y="4661112"/>
            <a:ext cx="446675" cy="397822"/>
          </a:xfrm>
          <a:prstGeom prst="rect">
            <a:avLst/>
          </a:prstGeom>
          <a:noFill/>
          <a:ln>
            <a:noFill/>
          </a:ln>
        </p:spPr>
      </p:pic>
      <p:pic>
        <p:nvPicPr>
          <p:cNvPr id="716" name="Google Shape;716;p98"/>
          <p:cNvPicPr preferRelativeResize="0"/>
          <p:nvPr/>
        </p:nvPicPr>
        <p:blipFill rotWithShape="1">
          <a:blip r:embed="rId2">
            <a:alphaModFix/>
          </a:blip>
          <a:srcRect b="25490" l="83383" r="4308" t="11494"/>
          <a:stretch/>
        </p:blipFill>
        <p:spPr>
          <a:xfrm>
            <a:off x="8017625" y="-7025"/>
            <a:ext cx="1135900" cy="1147800"/>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it Ticket - Solution">
  <p:cSld name="CUSTOM_6_2_1_1_1_1_1">
    <p:spTree>
      <p:nvGrpSpPr>
        <p:cNvPr id="717" name="Shape 717"/>
        <p:cNvGrpSpPr/>
        <p:nvPr/>
      </p:nvGrpSpPr>
      <p:grpSpPr>
        <a:xfrm>
          <a:off x="0" y="0"/>
          <a:ext cx="0" cy="0"/>
          <a:chOff x="0" y="0"/>
          <a:chExt cx="0" cy="0"/>
        </a:xfrm>
      </p:grpSpPr>
      <p:pic>
        <p:nvPicPr>
          <p:cNvPr id="718" name="Google Shape;718;p99"/>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19" name="Google Shape;719;p9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20" name="Google Shape;720;p9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21" name="Google Shape;721;p99"/>
          <p:cNvSpPr txBox="1"/>
          <p:nvPr>
            <p:ph idx="1" type="subTitle"/>
          </p:nvPr>
        </p:nvSpPr>
        <p:spPr>
          <a:xfrm>
            <a:off x="4454075" y="1260500"/>
            <a:ext cx="4346700" cy="34950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22" name="Google Shape;722;p9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23" name="Google Shape;723;p9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24" name="Google Shape;724;p9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25" name="Google Shape;725;p9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26" name="Google Shape;726;p9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p:cSld name="CUSTOM_8">
    <p:spTree>
      <p:nvGrpSpPr>
        <p:cNvPr id="727" name="Shape 727"/>
        <p:cNvGrpSpPr/>
        <p:nvPr/>
      </p:nvGrpSpPr>
      <p:grpSpPr>
        <a:xfrm>
          <a:off x="0" y="0"/>
          <a:ext cx="0" cy="0"/>
          <a:chOff x="0" y="0"/>
          <a:chExt cx="0" cy="0"/>
        </a:xfrm>
      </p:grpSpPr>
      <p:pic>
        <p:nvPicPr>
          <p:cNvPr descr="Divider4.png" id="728" name="Google Shape;728;p100"/>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729" name="Google Shape;729;p100"/>
          <p:cNvPicPr preferRelativeResize="0"/>
          <p:nvPr/>
        </p:nvPicPr>
        <p:blipFill>
          <a:blip r:embed="rId3">
            <a:alphaModFix/>
          </a:blip>
          <a:stretch>
            <a:fillRect/>
          </a:stretch>
        </p:blipFill>
        <p:spPr>
          <a:xfrm>
            <a:off x="5781725" y="106625"/>
            <a:ext cx="3208724" cy="759025"/>
          </a:xfrm>
          <a:prstGeom prst="rect">
            <a:avLst/>
          </a:prstGeom>
          <a:noFill/>
          <a:ln>
            <a:noFill/>
          </a:ln>
        </p:spPr>
      </p:pic>
      <p:sp>
        <p:nvSpPr>
          <p:cNvPr id="730" name="Google Shape;730;p100"/>
          <p:cNvSpPr txBox="1"/>
          <p:nvPr>
            <p:ph type="title"/>
          </p:nvPr>
        </p:nvSpPr>
        <p:spPr>
          <a:xfrm>
            <a:off x="1628200" y="1807975"/>
            <a:ext cx="5887800" cy="6510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731" name="Google Shape;731;p100"/>
          <p:cNvSpPr txBox="1"/>
          <p:nvPr>
            <p:ph idx="1" type="subTitle"/>
          </p:nvPr>
        </p:nvSpPr>
        <p:spPr>
          <a:xfrm>
            <a:off x="3582400" y="3009550"/>
            <a:ext cx="1979100" cy="356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Blue) 1">
  <p:cSld name="TITLE_AND_BODY_1_3_2_2">
    <p:bg>
      <p:bgPr>
        <a:solidFill>
          <a:srgbClr val="1A1D54"/>
        </a:solidFill>
      </p:bgPr>
    </p:bg>
    <p:spTree>
      <p:nvGrpSpPr>
        <p:cNvPr id="732" name="Shape 732"/>
        <p:cNvGrpSpPr/>
        <p:nvPr/>
      </p:nvGrpSpPr>
      <p:grpSpPr>
        <a:xfrm>
          <a:off x="0" y="0"/>
          <a:ext cx="0" cy="0"/>
          <a:chOff x="0" y="0"/>
          <a:chExt cx="0" cy="0"/>
        </a:xfrm>
      </p:grpSpPr>
      <p:sp>
        <p:nvSpPr>
          <p:cNvPr id="733" name="Google Shape;733;p101"/>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chemeClr val="lt1"/>
              </a:buClr>
              <a:buSzPts val="2800"/>
              <a:buFont typeface="Space Mono"/>
              <a:buNone/>
              <a:defRPr b="0">
                <a:solidFill>
                  <a:schemeClr val="lt1"/>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34" name="Google Shape;734;p101"/>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35" name="Google Shape;735;p101"/>
          <p:cNvCxnSpPr/>
          <p:nvPr/>
        </p:nvCxnSpPr>
        <p:spPr>
          <a:xfrm>
            <a:off x="450488" y="1206557"/>
            <a:ext cx="8227800" cy="0"/>
          </a:xfrm>
          <a:prstGeom prst="straightConnector1">
            <a:avLst/>
          </a:prstGeom>
          <a:noFill/>
          <a:ln cap="flat" cmpd="sng" w="19050">
            <a:solidFill>
              <a:srgbClr val="EFEFEF"/>
            </a:solidFill>
            <a:prstDash val="solid"/>
            <a:miter lim="400000"/>
            <a:headEnd len="sm" w="sm" type="none"/>
            <a:tailEnd len="sm" w="sm" type="none"/>
          </a:ln>
        </p:spPr>
      </p:cxnSp>
      <p:pic>
        <p:nvPicPr>
          <p:cNvPr id="736" name="Google Shape;736;p101"/>
          <p:cNvPicPr preferRelativeResize="0"/>
          <p:nvPr/>
        </p:nvPicPr>
        <p:blipFill rotWithShape="1">
          <a:blip r:embed="rId2">
            <a:alphaModFix/>
          </a:blip>
          <a:srcRect b="2043" l="0" r="0" t="2043"/>
          <a:stretch/>
        </p:blipFill>
        <p:spPr>
          <a:xfrm>
            <a:off x="460424" y="4686301"/>
            <a:ext cx="1099789" cy="97150"/>
          </a:xfrm>
          <a:prstGeom prst="rect">
            <a:avLst/>
          </a:prstGeom>
          <a:noFill/>
          <a:ln>
            <a:noFill/>
          </a:ln>
        </p:spPr>
      </p:pic>
      <p:sp>
        <p:nvSpPr>
          <p:cNvPr id="737" name="Google Shape;737;p101"/>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98E"/>
              </a:buClr>
              <a:buSzPts val="1800"/>
              <a:buChar char="●"/>
              <a:defRPr>
                <a:solidFill>
                  <a:schemeClr val="lt1"/>
                </a:solidFill>
              </a:defRPr>
            </a:lvl1pPr>
            <a:lvl2pPr indent="-317500" lvl="1" marL="914400">
              <a:spcBef>
                <a:spcPts val="1600"/>
              </a:spcBef>
              <a:spcAft>
                <a:spcPts val="0"/>
              </a:spcAft>
              <a:buClr>
                <a:srgbClr val="00C98E"/>
              </a:buClr>
              <a:buSzPts val="1400"/>
              <a:buChar char="○"/>
              <a:defRPr>
                <a:solidFill>
                  <a:schemeClr val="lt1"/>
                </a:solidFill>
              </a:defRPr>
            </a:lvl2pPr>
            <a:lvl3pPr indent="-317500" lvl="2" marL="1371600">
              <a:spcBef>
                <a:spcPts val="1600"/>
              </a:spcBef>
              <a:spcAft>
                <a:spcPts val="0"/>
              </a:spcAft>
              <a:buClr>
                <a:srgbClr val="00C98E"/>
              </a:buClr>
              <a:buSzPts val="1400"/>
              <a:buChar char="■"/>
              <a:defRPr>
                <a:solidFill>
                  <a:schemeClr val="lt1"/>
                </a:solidFill>
              </a:defRPr>
            </a:lvl3pPr>
            <a:lvl4pPr indent="-317500" lvl="3" marL="1828800">
              <a:spcBef>
                <a:spcPts val="1600"/>
              </a:spcBef>
              <a:spcAft>
                <a:spcPts val="0"/>
              </a:spcAft>
              <a:buClr>
                <a:srgbClr val="00C98E"/>
              </a:buClr>
              <a:buSzPts val="1400"/>
              <a:buChar char="●"/>
              <a:defRPr>
                <a:solidFill>
                  <a:schemeClr val="lt1"/>
                </a:solidFill>
              </a:defRPr>
            </a:lvl4pPr>
            <a:lvl5pPr indent="-317500" lvl="4" marL="2286000">
              <a:spcBef>
                <a:spcPts val="1600"/>
              </a:spcBef>
              <a:spcAft>
                <a:spcPts val="0"/>
              </a:spcAft>
              <a:buClr>
                <a:srgbClr val="00C98E"/>
              </a:buClr>
              <a:buSzPts val="1400"/>
              <a:buChar char="○"/>
              <a:defRPr>
                <a:solidFill>
                  <a:schemeClr val="lt1"/>
                </a:solidFill>
              </a:defRPr>
            </a:lvl5pPr>
            <a:lvl6pPr indent="-317500" lvl="5" marL="2743200">
              <a:spcBef>
                <a:spcPts val="1600"/>
              </a:spcBef>
              <a:spcAft>
                <a:spcPts val="0"/>
              </a:spcAft>
              <a:buClr>
                <a:srgbClr val="00C98E"/>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mparison Three">
  <p:cSld name="TITLE_AND_BODY_1_3_2_1_1_1_1_1_1_1_1_1_1_1_1_1_1_1_1_1_2">
    <p:bg>
      <p:bgPr>
        <a:solidFill>
          <a:schemeClr val="lt1"/>
        </a:solidFill>
      </p:bgPr>
    </p:bg>
    <p:spTree>
      <p:nvGrpSpPr>
        <p:cNvPr id="738" name="Shape 738"/>
        <p:cNvGrpSpPr/>
        <p:nvPr/>
      </p:nvGrpSpPr>
      <p:grpSpPr>
        <a:xfrm>
          <a:off x="0" y="0"/>
          <a:ext cx="0" cy="0"/>
          <a:chOff x="0" y="0"/>
          <a:chExt cx="0" cy="0"/>
        </a:xfrm>
      </p:grpSpPr>
      <p:pic>
        <p:nvPicPr>
          <p:cNvPr id="739" name="Google Shape;739;p102"/>
          <p:cNvPicPr preferRelativeResize="0"/>
          <p:nvPr/>
        </p:nvPicPr>
        <p:blipFill rotWithShape="1">
          <a:blip r:embed="rId2">
            <a:alphaModFix/>
          </a:blip>
          <a:srcRect b="0" l="27599" r="0" t="8809"/>
          <a:stretch/>
        </p:blipFill>
        <p:spPr>
          <a:xfrm rot="-10799985">
            <a:off x="6844249" y="1534556"/>
            <a:ext cx="2375951" cy="3685139"/>
          </a:xfrm>
          <a:prstGeom prst="rect">
            <a:avLst/>
          </a:prstGeom>
          <a:noFill/>
          <a:ln>
            <a:noFill/>
          </a:ln>
        </p:spPr>
      </p:pic>
      <p:cxnSp>
        <p:nvCxnSpPr>
          <p:cNvPr id="740" name="Google Shape;740;p102"/>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41" name="Google Shape;741;p102"/>
          <p:cNvSpPr txBox="1"/>
          <p:nvPr>
            <p:ph type="title"/>
          </p:nvPr>
        </p:nvSpPr>
        <p:spPr>
          <a:xfrm>
            <a:off x="450500" y="347200"/>
            <a:ext cx="6643800" cy="738900"/>
          </a:xfrm>
          <a:prstGeom prst="rect">
            <a:avLst/>
          </a:prstGeom>
        </p:spPr>
        <p:txBody>
          <a:bodyPr anchorCtr="0" anchor="t" bIns="91425" lIns="0" spcFirstLastPara="1" rIns="0" wrap="square" tIns="91425">
            <a:noAutofit/>
          </a:bodyPr>
          <a:lstStyle>
            <a:lvl1pPr lvl="0">
              <a:spcBef>
                <a:spcPts val="0"/>
              </a:spcBef>
              <a:spcAft>
                <a:spcPts val="0"/>
              </a:spcAft>
              <a:buClr>
                <a:srgbClr val="053053"/>
              </a:buClr>
              <a:buSzPts val="2200"/>
              <a:buFont typeface="Space Mono"/>
              <a:buNone/>
              <a:defRPr b="0" sz="2200">
                <a:solidFill>
                  <a:srgbClr val="053053"/>
                </a:solidFill>
                <a:latin typeface="Space Mono"/>
                <a:ea typeface="Space Mono"/>
                <a:cs typeface="Space Mono"/>
                <a:sym typeface="Space Mono"/>
              </a:defRPr>
            </a:lvl1pPr>
            <a:lvl2pPr lvl="1">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2pPr>
            <a:lvl3pPr lvl="2">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3pPr>
            <a:lvl4pPr lvl="3">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4pPr>
            <a:lvl5pPr lvl="4">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5pPr>
            <a:lvl6pPr lvl="5">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6pPr>
            <a:lvl7pPr lvl="6">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7pPr>
            <a:lvl8pPr lvl="7">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8pPr>
            <a:lvl9pPr lvl="8">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9pPr>
          </a:lstStyle>
          <a:p/>
        </p:txBody>
      </p:sp>
      <p:pic>
        <p:nvPicPr>
          <p:cNvPr id="742" name="Google Shape;742;p102"/>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cxnSp>
        <p:nvCxnSpPr>
          <p:cNvPr id="743" name="Google Shape;743;p102"/>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44" name="Google Shape;744;p102"/>
          <p:cNvSpPr txBox="1"/>
          <p:nvPr>
            <p:ph idx="1" type="subTitle"/>
          </p:nvPr>
        </p:nvSpPr>
        <p:spPr>
          <a:xfrm>
            <a:off x="450500"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45" name="Google Shape;745;p102"/>
          <p:cNvSpPr txBox="1"/>
          <p:nvPr>
            <p:ph idx="12" type="sldNum"/>
          </p:nvPr>
        </p:nvSpPr>
        <p:spPr>
          <a:xfrm>
            <a:off x="8330104" y="4683775"/>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53053"/>
                </a:solidFill>
                <a:latin typeface="Space Mono"/>
                <a:ea typeface="Space Mono"/>
                <a:cs typeface="Space Mono"/>
                <a:sym typeface="Space Mono"/>
              </a:defRPr>
            </a:lvl1pPr>
            <a:lvl2pPr lvl="1">
              <a:buNone/>
              <a:defRPr>
                <a:solidFill>
                  <a:srgbClr val="053053"/>
                </a:solidFill>
                <a:latin typeface="Space Mono"/>
                <a:ea typeface="Space Mono"/>
                <a:cs typeface="Space Mono"/>
                <a:sym typeface="Space Mono"/>
              </a:defRPr>
            </a:lvl2pPr>
            <a:lvl3pPr lvl="2">
              <a:buNone/>
              <a:defRPr>
                <a:solidFill>
                  <a:srgbClr val="053053"/>
                </a:solidFill>
                <a:latin typeface="Space Mono"/>
                <a:ea typeface="Space Mono"/>
                <a:cs typeface="Space Mono"/>
                <a:sym typeface="Space Mono"/>
              </a:defRPr>
            </a:lvl3pPr>
            <a:lvl4pPr lvl="3">
              <a:buNone/>
              <a:defRPr>
                <a:solidFill>
                  <a:srgbClr val="053053"/>
                </a:solidFill>
                <a:latin typeface="Space Mono"/>
                <a:ea typeface="Space Mono"/>
                <a:cs typeface="Space Mono"/>
                <a:sym typeface="Space Mono"/>
              </a:defRPr>
            </a:lvl4pPr>
            <a:lvl5pPr lvl="4">
              <a:buNone/>
              <a:defRPr>
                <a:solidFill>
                  <a:srgbClr val="053053"/>
                </a:solidFill>
                <a:latin typeface="Space Mono"/>
                <a:ea typeface="Space Mono"/>
                <a:cs typeface="Space Mono"/>
                <a:sym typeface="Space Mono"/>
              </a:defRPr>
            </a:lvl5pPr>
            <a:lvl6pPr lvl="5">
              <a:buNone/>
              <a:defRPr>
                <a:solidFill>
                  <a:srgbClr val="053053"/>
                </a:solidFill>
                <a:latin typeface="Space Mono"/>
                <a:ea typeface="Space Mono"/>
                <a:cs typeface="Space Mono"/>
                <a:sym typeface="Space Mono"/>
              </a:defRPr>
            </a:lvl6pPr>
            <a:lvl7pPr lvl="6">
              <a:buNone/>
              <a:defRPr>
                <a:solidFill>
                  <a:srgbClr val="053053"/>
                </a:solidFill>
                <a:latin typeface="Space Mono"/>
                <a:ea typeface="Space Mono"/>
                <a:cs typeface="Space Mono"/>
                <a:sym typeface="Space Mono"/>
              </a:defRPr>
            </a:lvl7pPr>
            <a:lvl8pPr lvl="7">
              <a:buNone/>
              <a:defRPr>
                <a:solidFill>
                  <a:srgbClr val="053053"/>
                </a:solidFill>
                <a:latin typeface="Space Mono"/>
                <a:ea typeface="Space Mono"/>
                <a:cs typeface="Space Mono"/>
                <a:sym typeface="Space Mono"/>
              </a:defRPr>
            </a:lvl8pPr>
            <a:lvl9pPr lvl="8">
              <a:buNone/>
              <a:defRPr>
                <a:solidFill>
                  <a:srgbClr val="053053"/>
                </a:solidFill>
                <a:latin typeface="Space Mono"/>
                <a:ea typeface="Space Mono"/>
                <a:cs typeface="Space Mono"/>
                <a:sym typeface="Space Mono"/>
              </a:defRPr>
            </a:lvl9pPr>
          </a:lstStyle>
          <a:p>
            <a:pPr indent="0" lvl="0" marL="0" rtl="0" algn="l">
              <a:spcBef>
                <a:spcPts val="0"/>
              </a:spcBef>
              <a:spcAft>
                <a:spcPts val="0"/>
              </a:spcAft>
              <a:buNone/>
            </a:pPr>
            <a:fld id="{00000000-1234-1234-1234-123412341234}" type="slidenum">
              <a:rPr lang="en"/>
              <a:t>‹#›</a:t>
            </a:fld>
            <a:endParaRPr/>
          </a:p>
        </p:txBody>
      </p:sp>
      <p:sp>
        <p:nvSpPr>
          <p:cNvPr id="746" name="Google Shape;746;p102"/>
          <p:cNvSpPr txBox="1"/>
          <p:nvPr>
            <p:ph idx="2" type="subTitle"/>
          </p:nvPr>
        </p:nvSpPr>
        <p:spPr>
          <a:xfrm>
            <a:off x="330492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cxnSp>
        <p:nvCxnSpPr>
          <p:cNvPr id="747" name="Google Shape;747;p102"/>
          <p:cNvCxnSpPr/>
          <p:nvPr/>
        </p:nvCxnSpPr>
        <p:spPr>
          <a:xfrm>
            <a:off x="3146950" y="1772550"/>
            <a:ext cx="0" cy="2275500"/>
          </a:xfrm>
          <a:prstGeom prst="straightConnector1">
            <a:avLst/>
          </a:prstGeom>
          <a:noFill/>
          <a:ln cap="flat" cmpd="sng" w="9525">
            <a:solidFill>
              <a:srgbClr val="053053"/>
            </a:solidFill>
            <a:prstDash val="solid"/>
            <a:miter lim="400000"/>
            <a:headEnd len="sm" w="sm" type="none"/>
            <a:tailEnd len="sm" w="sm" type="none"/>
          </a:ln>
        </p:spPr>
      </p:cxnSp>
      <p:cxnSp>
        <p:nvCxnSpPr>
          <p:cNvPr id="748" name="Google Shape;748;p102"/>
          <p:cNvCxnSpPr/>
          <p:nvPr/>
        </p:nvCxnSpPr>
        <p:spPr>
          <a:xfrm>
            <a:off x="5997050" y="1772550"/>
            <a:ext cx="0" cy="2275500"/>
          </a:xfrm>
          <a:prstGeom prst="straightConnector1">
            <a:avLst/>
          </a:prstGeom>
          <a:noFill/>
          <a:ln cap="flat" cmpd="sng" w="9525">
            <a:solidFill>
              <a:srgbClr val="053053"/>
            </a:solidFill>
            <a:prstDash val="solid"/>
            <a:miter lim="400000"/>
            <a:headEnd len="sm" w="sm" type="none"/>
            <a:tailEnd len="sm" w="sm" type="none"/>
          </a:ln>
        </p:spPr>
      </p:cxnSp>
      <p:sp>
        <p:nvSpPr>
          <p:cNvPr id="749" name="Google Shape;749;p102"/>
          <p:cNvSpPr txBox="1"/>
          <p:nvPr>
            <p:ph idx="3" type="subTitle"/>
          </p:nvPr>
        </p:nvSpPr>
        <p:spPr>
          <a:xfrm>
            <a:off x="615987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50" name="Google Shape;750;p102"/>
          <p:cNvSpPr txBox="1"/>
          <p:nvPr>
            <p:ph idx="4" type="body"/>
          </p:nvPr>
        </p:nvSpPr>
        <p:spPr>
          <a:xfrm>
            <a:off x="454099"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51" name="Google Shape;751;p102"/>
          <p:cNvSpPr txBox="1"/>
          <p:nvPr>
            <p:ph idx="5" type="body"/>
          </p:nvPr>
        </p:nvSpPr>
        <p:spPr>
          <a:xfrm>
            <a:off x="3304056"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52" name="Google Shape;752;p102"/>
          <p:cNvSpPr txBox="1"/>
          <p:nvPr>
            <p:ph idx="6" type="body"/>
          </p:nvPr>
        </p:nvSpPr>
        <p:spPr>
          <a:xfrm>
            <a:off x="6159881"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Subtitle + Bullets (Blue)">
  <p:cSld name="TITLE_AND_BODY_1_3_2_1_1_1_1_1">
    <p:bg>
      <p:bgPr>
        <a:solidFill>
          <a:schemeClr val="lt1"/>
        </a:solidFill>
      </p:bgPr>
    </p:bg>
    <p:spTree>
      <p:nvGrpSpPr>
        <p:cNvPr id="753" name="Shape 753"/>
        <p:cNvGrpSpPr/>
        <p:nvPr/>
      </p:nvGrpSpPr>
      <p:grpSpPr>
        <a:xfrm>
          <a:off x="0" y="0"/>
          <a:ext cx="0" cy="0"/>
          <a:chOff x="0" y="0"/>
          <a:chExt cx="0" cy="0"/>
        </a:xfrm>
      </p:grpSpPr>
      <p:sp>
        <p:nvSpPr>
          <p:cNvPr id="754" name="Google Shape;754;p103"/>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55" name="Google Shape;755;p103"/>
          <p:cNvSpPr txBox="1"/>
          <p:nvPr>
            <p:ph idx="1" type="body"/>
          </p:nvPr>
        </p:nvSpPr>
        <p:spPr>
          <a:xfrm>
            <a:off x="3946300" y="816039"/>
            <a:ext cx="4886100" cy="2979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053053"/>
              </a:buClr>
              <a:buSzPts val="1200"/>
              <a:buFont typeface="Poppins Light"/>
              <a:buChar char="■"/>
              <a:defRPr sz="1200">
                <a:solidFill>
                  <a:srgbClr val="053053"/>
                </a:solidFill>
                <a:latin typeface="Poppins Light"/>
                <a:ea typeface="Poppins Light"/>
                <a:cs typeface="Poppins Light"/>
                <a:sym typeface="Poppins Light"/>
              </a:defRPr>
            </a:lvl9pPr>
          </a:lstStyle>
          <a:p/>
        </p:txBody>
      </p:sp>
      <p:pic>
        <p:nvPicPr>
          <p:cNvPr id="756" name="Google Shape;756;p103"/>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57" name="Google Shape;757;p103"/>
          <p:cNvSpPr txBox="1"/>
          <p:nvPr>
            <p:ph idx="2" type="subTitle"/>
          </p:nvPr>
        </p:nvSpPr>
        <p:spPr>
          <a:xfrm>
            <a:off x="3946300" y="445025"/>
            <a:ext cx="4886100" cy="5292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pic>
        <p:nvPicPr>
          <p:cNvPr id="758" name="Google Shape;758;p103"/>
          <p:cNvPicPr preferRelativeResize="0"/>
          <p:nvPr/>
        </p:nvPicPr>
        <p:blipFill rotWithShape="1">
          <a:blip r:embed="rId3">
            <a:alphaModFix/>
          </a:blip>
          <a:srcRect b="0" l="27599" r="0" t="8809"/>
          <a:stretch/>
        </p:blipFill>
        <p:spPr>
          <a:xfrm rot="-10799985">
            <a:off x="7653585" y="2789859"/>
            <a:ext cx="1566607" cy="2429831"/>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Bullets (Blue)">
  <p:cSld name="TITLE_AND_BODY_1_3_2_1_1">
    <p:bg>
      <p:bgPr>
        <a:solidFill>
          <a:schemeClr val="lt1"/>
        </a:solidFill>
      </p:bgPr>
    </p:bg>
    <p:spTree>
      <p:nvGrpSpPr>
        <p:cNvPr id="759" name="Shape 759"/>
        <p:cNvGrpSpPr/>
        <p:nvPr/>
      </p:nvGrpSpPr>
      <p:grpSpPr>
        <a:xfrm>
          <a:off x="0" y="0"/>
          <a:ext cx="0" cy="0"/>
          <a:chOff x="0" y="0"/>
          <a:chExt cx="0" cy="0"/>
        </a:xfrm>
      </p:grpSpPr>
      <p:pic>
        <p:nvPicPr>
          <p:cNvPr id="760" name="Google Shape;760;p104"/>
          <p:cNvPicPr preferRelativeResize="0"/>
          <p:nvPr/>
        </p:nvPicPr>
        <p:blipFill rotWithShape="1">
          <a:blip r:embed="rId2">
            <a:alphaModFix/>
          </a:blip>
          <a:srcRect b="0" l="27599" r="0" t="8809"/>
          <a:stretch/>
        </p:blipFill>
        <p:spPr>
          <a:xfrm rot="-10345201">
            <a:off x="1857683" y="2899759"/>
            <a:ext cx="1566609" cy="2429831"/>
          </a:xfrm>
          <a:prstGeom prst="rect">
            <a:avLst/>
          </a:prstGeom>
          <a:noFill/>
          <a:ln>
            <a:noFill/>
          </a:ln>
        </p:spPr>
      </p:pic>
      <p:sp>
        <p:nvSpPr>
          <p:cNvPr id="761" name="Google Shape;761;p104"/>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62" name="Google Shape;762;p104"/>
          <p:cNvSpPr/>
          <p:nvPr/>
        </p:nvSpPr>
        <p:spPr>
          <a:xfrm>
            <a:off x="3296650" y="0"/>
            <a:ext cx="5847600" cy="5143500"/>
          </a:xfrm>
          <a:prstGeom prst="rect">
            <a:avLst/>
          </a:prstGeom>
          <a:solidFill>
            <a:srgbClr val="1A1D5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3" name="Google Shape;763;p104"/>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sp>
        <p:nvSpPr>
          <p:cNvPr id="764" name="Google Shape;764;p104"/>
          <p:cNvSpPr txBox="1"/>
          <p:nvPr>
            <p:ph idx="1" type="body"/>
          </p:nvPr>
        </p:nvSpPr>
        <p:spPr>
          <a:xfrm>
            <a:off x="3705250" y="445025"/>
            <a:ext cx="5127000" cy="3416400"/>
          </a:xfrm>
          <a:prstGeom prst="rect">
            <a:avLst/>
          </a:prstGeom>
        </p:spPr>
        <p:txBody>
          <a:bodyPr anchorCtr="0" anchor="t" bIns="91425" lIns="91425" spcFirstLastPara="1" rIns="91425" wrap="square" tIns="91425">
            <a:noAutofit/>
          </a:bodyPr>
          <a:lstStyle>
            <a:lvl1pPr indent="-311150" lvl="0" marL="457200">
              <a:lnSpc>
                <a:spcPct val="115000"/>
              </a:lnSpc>
              <a:spcBef>
                <a:spcPts val="0"/>
              </a:spcBef>
              <a:spcAft>
                <a:spcPts val="0"/>
              </a:spcAft>
              <a:buClr>
                <a:srgbClr val="00C98E"/>
              </a:buClr>
              <a:buSzPts val="1300"/>
              <a:buFont typeface="Poppins"/>
              <a:buChar char="●"/>
              <a:defRPr sz="1300">
                <a:solidFill>
                  <a:schemeClr val="lt1"/>
                </a:solidFill>
                <a:latin typeface="Poppins"/>
                <a:ea typeface="Poppins"/>
                <a:cs typeface="Poppins"/>
                <a:sym typeface="Poppins"/>
              </a:defRPr>
            </a:lvl1pPr>
            <a:lvl2pPr indent="-311150" lvl="1" marL="914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2pPr>
            <a:lvl3pPr indent="-311150" lvl="2" marL="1371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3pPr>
            <a:lvl4pPr indent="-311150" lvl="3" marL="18288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4pPr>
            <a:lvl5pPr indent="-311150" lvl="4" marL="22860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5pPr>
            <a:lvl6pPr indent="-311150" lvl="5" marL="27432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6pPr>
            <a:lvl7pPr indent="-311150" lvl="6" marL="3200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7pPr>
            <a:lvl8pPr indent="-311150" lvl="7" marL="3657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8pPr>
            <a:lvl9pPr indent="-311150" lvl="8" marL="4114800">
              <a:lnSpc>
                <a:spcPct val="115000"/>
              </a:lnSpc>
              <a:spcBef>
                <a:spcPts val="1600"/>
              </a:spcBef>
              <a:spcAft>
                <a:spcPts val="1600"/>
              </a:spcAft>
              <a:buClr>
                <a:srgbClr val="00C98E"/>
              </a:buClr>
              <a:buSzPts val="1300"/>
              <a:buFont typeface="Poppins"/>
              <a:buChar char="■"/>
              <a:defRPr sz="1300">
                <a:solidFill>
                  <a:schemeClr val="lt1"/>
                </a:solidFill>
                <a:latin typeface="Poppins"/>
                <a:ea typeface="Poppins"/>
                <a:cs typeface="Poppins"/>
                <a:sym typeface="Poppins"/>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White) 1">
  <p:cSld name="TITLE_AND_BODY_1_3_2_1_2">
    <p:bg>
      <p:bgPr>
        <a:solidFill>
          <a:schemeClr val="lt1"/>
        </a:solidFill>
      </p:bgPr>
    </p:bg>
    <p:spTree>
      <p:nvGrpSpPr>
        <p:cNvPr id="765" name="Shape 765"/>
        <p:cNvGrpSpPr/>
        <p:nvPr/>
      </p:nvGrpSpPr>
      <p:grpSpPr>
        <a:xfrm>
          <a:off x="0" y="0"/>
          <a:ext cx="0" cy="0"/>
          <a:chOff x="0" y="0"/>
          <a:chExt cx="0" cy="0"/>
        </a:xfrm>
      </p:grpSpPr>
      <p:sp>
        <p:nvSpPr>
          <p:cNvPr id="766" name="Google Shape;766;p105"/>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67" name="Google Shape;767;p105"/>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68" name="Google Shape;768;p105"/>
          <p:cNvCxnSpPr/>
          <p:nvPr/>
        </p:nvCxnSpPr>
        <p:spPr>
          <a:xfrm>
            <a:off x="450488" y="1206557"/>
            <a:ext cx="8227800" cy="0"/>
          </a:xfrm>
          <a:prstGeom prst="straightConnector1">
            <a:avLst/>
          </a:prstGeom>
          <a:noFill/>
          <a:ln cap="flat" cmpd="sng" w="19050">
            <a:solidFill>
              <a:srgbClr val="053053"/>
            </a:solidFill>
            <a:prstDash val="solid"/>
            <a:miter lim="400000"/>
            <a:headEnd len="sm" w="sm" type="none"/>
            <a:tailEnd len="sm" w="sm" type="none"/>
          </a:ln>
        </p:spPr>
      </p:cxnSp>
      <p:pic>
        <p:nvPicPr>
          <p:cNvPr id="769" name="Google Shape;769;p105"/>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70" name="Google Shape;770;p105"/>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D89"/>
              </a:buClr>
              <a:buSzPts val="1800"/>
              <a:buChar char="●"/>
              <a:defRPr>
                <a:solidFill>
                  <a:srgbClr val="053053"/>
                </a:solidFill>
              </a:defRPr>
            </a:lvl1pPr>
            <a:lvl2pPr indent="-317500" lvl="1" marL="914400">
              <a:spcBef>
                <a:spcPts val="1600"/>
              </a:spcBef>
              <a:spcAft>
                <a:spcPts val="0"/>
              </a:spcAft>
              <a:buClr>
                <a:srgbClr val="00CD89"/>
              </a:buClr>
              <a:buSzPts val="1400"/>
              <a:buChar char="○"/>
              <a:defRPr>
                <a:solidFill>
                  <a:srgbClr val="053053"/>
                </a:solidFill>
              </a:defRPr>
            </a:lvl2pPr>
            <a:lvl3pPr indent="-317500" lvl="2" marL="1371600">
              <a:spcBef>
                <a:spcPts val="1600"/>
              </a:spcBef>
              <a:spcAft>
                <a:spcPts val="0"/>
              </a:spcAft>
              <a:buClr>
                <a:srgbClr val="00CD89"/>
              </a:buClr>
              <a:buSzPts val="1400"/>
              <a:buChar char="■"/>
              <a:defRPr>
                <a:solidFill>
                  <a:srgbClr val="053053"/>
                </a:solidFill>
              </a:defRPr>
            </a:lvl3pPr>
            <a:lvl4pPr indent="-317500" lvl="3" marL="1828800">
              <a:spcBef>
                <a:spcPts val="1600"/>
              </a:spcBef>
              <a:spcAft>
                <a:spcPts val="0"/>
              </a:spcAft>
              <a:buClr>
                <a:srgbClr val="00CD89"/>
              </a:buClr>
              <a:buSzPts val="1400"/>
              <a:buChar char="●"/>
              <a:defRPr>
                <a:solidFill>
                  <a:srgbClr val="053053"/>
                </a:solidFill>
              </a:defRPr>
            </a:lvl4pPr>
            <a:lvl5pPr indent="-317500" lvl="4" marL="2286000">
              <a:spcBef>
                <a:spcPts val="1600"/>
              </a:spcBef>
              <a:spcAft>
                <a:spcPts val="0"/>
              </a:spcAft>
              <a:buClr>
                <a:srgbClr val="00CD89"/>
              </a:buClr>
              <a:buSzPts val="1400"/>
              <a:buChar char="○"/>
              <a:defRPr>
                <a:solidFill>
                  <a:srgbClr val="053053"/>
                </a:solidFill>
              </a:defRPr>
            </a:lvl5pPr>
            <a:lvl6pPr indent="-317500" lvl="5" marL="2743200">
              <a:spcBef>
                <a:spcPts val="1600"/>
              </a:spcBef>
              <a:spcAft>
                <a:spcPts val="0"/>
              </a:spcAft>
              <a:buClr>
                <a:srgbClr val="00CD89"/>
              </a:buClr>
              <a:buSzPts val="1400"/>
              <a:buChar char="■"/>
              <a:defRPr>
                <a:solidFill>
                  <a:srgbClr val="053053"/>
                </a:solidFill>
              </a:defRPr>
            </a:lvl6pPr>
            <a:lvl7pPr indent="-317500" lvl="6" marL="3200400">
              <a:spcBef>
                <a:spcPts val="1600"/>
              </a:spcBef>
              <a:spcAft>
                <a:spcPts val="0"/>
              </a:spcAft>
              <a:buClr>
                <a:srgbClr val="00CD89"/>
              </a:buClr>
              <a:buSzPts val="1400"/>
              <a:buChar char="●"/>
              <a:defRPr>
                <a:solidFill>
                  <a:srgbClr val="053053"/>
                </a:solidFill>
              </a:defRPr>
            </a:lvl7pPr>
            <a:lvl8pPr indent="-317500" lvl="7" marL="3657600">
              <a:spcBef>
                <a:spcPts val="1600"/>
              </a:spcBef>
              <a:spcAft>
                <a:spcPts val="0"/>
              </a:spcAft>
              <a:buClr>
                <a:srgbClr val="00CD89"/>
              </a:buClr>
              <a:buSzPts val="1400"/>
              <a:buChar char="○"/>
              <a:defRPr>
                <a:solidFill>
                  <a:srgbClr val="053053"/>
                </a:solidFill>
              </a:defRPr>
            </a:lvl8pPr>
            <a:lvl9pPr indent="-317500" lvl="8" marL="4114800">
              <a:spcBef>
                <a:spcPts val="1600"/>
              </a:spcBef>
              <a:spcAft>
                <a:spcPts val="1600"/>
              </a:spcAft>
              <a:buClr>
                <a:srgbClr val="00CD89"/>
              </a:buClr>
              <a:buSzPts val="1400"/>
              <a:buChar char="■"/>
              <a:defRPr>
                <a:solidFill>
                  <a:srgbClr val="053053"/>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_1">
    <p:spTree>
      <p:nvGrpSpPr>
        <p:cNvPr id="771" name="Shape 771"/>
        <p:cNvGrpSpPr/>
        <p:nvPr/>
      </p:nvGrpSpPr>
      <p:grpSpPr>
        <a:xfrm>
          <a:off x="0" y="0"/>
          <a:ext cx="0" cy="0"/>
          <a:chOff x="0" y="0"/>
          <a:chExt cx="0" cy="0"/>
        </a:xfrm>
      </p:grpSpPr>
      <p:sp>
        <p:nvSpPr>
          <p:cNvPr id="772" name="Google Shape;772;p10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73" name="Google Shape;773;p106"/>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sp>
        <p:nvSpPr>
          <p:cNvPr id="774" name="Google Shape;774;p106"/>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775" name="Google Shape;775;p106"/>
          <p:cNvPicPr preferRelativeResize="0"/>
          <p:nvPr/>
        </p:nvPicPr>
        <p:blipFill>
          <a:blip r:embed="rId2">
            <a:alphaModFix/>
          </a:blip>
          <a:stretch>
            <a:fillRect/>
          </a:stretch>
        </p:blipFill>
        <p:spPr>
          <a:xfrm>
            <a:off x="393975" y="353175"/>
            <a:ext cx="961431" cy="828550"/>
          </a:xfrm>
          <a:prstGeom prst="rect">
            <a:avLst/>
          </a:prstGeom>
          <a:noFill/>
          <a:ln>
            <a:noFill/>
          </a:ln>
        </p:spPr>
      </p:pic>
      <p:pic>
        <p:nvPicPr>
          <p:cNvPr id="776" name="Google Shape;776;p106"/>
          <p:cNvPicPr preferRelativeResize="0"/>
          <p:nvPr/>
        </p:nvPicPr>
        <p:blipFill>
          <a:blip r:embed="rId3">
            <a:alphaModFix/>
          </a:blip>
          <a:stretch>
            <a:fillRect/>
          </a:stretch>
        </p:blipFill>
        <p:spPr>
          <a:xfrm>
            <a:off x="4017575" y="3397550"/>
            <a:ext cx="954805" cy="828550"/>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780" name="Shape 780"/>
        <p:cNvGrpSpPr/>
        <p:nvPr/>
      </p:nvGrpSpPr>
      <p:grpSpPr>
        <a:xfrm>
          <a:off x="0" y="0"/>
          <a:ext cx="0" cy="0"/>
          <a:chOff x="0" y="0"/>
          <a:chExt cx="0" cy="0"/>
        </a:xfrm>
      </p:grpSpPr>
      <p:pic>
        <p:nvPicPr>
          <p:cNvPr id="781" name="Google Shape;781;p10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82" name="Google Shape;782;p10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783" name="Shape 783"/>
        <p:cNvGrpSpPr/>
        <p:nvPr/>
      </p:nvGrpSpPr>
      <p:grpSpPr>
        <a:xfrm>
          <a:off x="0" y="0"/>
          <a:ext cx="0" cy="0"/>
          <a:chOff x="0" y="0"/>
          <a:chExt cx="0" cy="0"/>
        </a:xfrm>
      </p:grpSpPr>
      <p:pic>
        <p:nvPicPr>
          <p:cNvPr id="784" name="Google Shape;784;p109"/>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785" name="Google Shape;785;p109"/>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786" name="Google Shape;786;p10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87" name="Google Shape;787;p109"/>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788" name="Shape 788"/>
        <p:cNvGrpSpPr/>
        <p:nvPr/>
      </p:nvGrpSpPr>
      <p:grpSpPr>
        <a:xfrm>
          <a:off x="0" y="0"/>
          <a:ext cx="0" cy="0"/>
          <a:chOff x="0" y="0"/>
          <a:chExt cx="0" cy="0"/>
        </a:xfrm>
      </p:grpSpPr>
      <p:pic>
        <p:nvPicPr>
          <p:cNvPr descr="Divider4.png" id="789" name="Google Shape;789;p110"/>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790" name="Google Shape;790;p110"/>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791" name="Google Shape;791;p110"/>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792" name="Google Shape;792;p110"/>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793" name="Google Shape;793;p110"/>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794" name="Google Shape;794;p110"/>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795" name="Shape 795"/>
        <p:cNvGrpSpPr/>
        <p:nvPr/>
      </p:nvGrpSpPr>
      <p:grpSpPr>
        <a:xfrm>
          <a:off x="0" y="0"/>
          <a:ext cx="0" cy="0"/>
          <a:chOff x="0" y="0"/>
          <a:chExt cx="0" cy="0"/>
        </a:xfrm>
      </p:grpSpPr>
      <p:sp>
        <p:nvSpPr>
          <p:cNvPr id="796" name="Google Shape;796;p111"/>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797" name="Google Shape;797;p111"/>
          <p:cNvGrpSpPr/>
          <p:nvPr/>
        </p:nvGrpSpPr>
        <p:grpSpPr>
          <a:xfrm rot="5400000">
            <a:off x="5719749" y="1629787"/>
            <a:ext cx="4964577" cy="1883925"/>
            <a:chOff x="4152224" y="1218499"/>
            <a:chExt cx="4964577" cy="1883925"/>
          </a:xfrm>
        </p:grpSpPr>
        <p:pic>
          <p:nvPicPr>
            <p:cNvPr id="798" name="Google Shape;798;p111"/>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99" name="Google Shape;799;p111"/>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800" name="Google Shape;800;p11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01" name="Google Shape;801;p11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02" name="Google Shape;802;p111"/>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803" name="Shape 803"/>
        <p:cNvGrpSpPr/>
        <p:nvPr/>
      </p:nvGrpSpPr>
      <p:grpSpPr>
        <a:xfrm>
          <a:off x="0" y="0"/>
          <a:ext cx="0" cy="0"/>
          <a:chOff x="0" y="0"/>
          <a:chExt cx="0" cy="0"/>
        </a:xfrm>
      </p:grpSpPr>
      <p:pic>
        <p:nvPicPr>
          <p:cNvPr id="804" name="Google Shape;804;p11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05" name="Google Shape;805;p11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806" name="Google Shape;806;p11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07" name="Google Shape;807;p11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8" name="Google Shape;808;p11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09" name="Google Shape;809;p11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10" name="Google Shape;810;p112"/>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11" name="Google Shape;811;p11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12" name="Shape 812"/>
        <p:cNvGrpSpPr/>
        <p:nvPr/>
      </p:nvGrpSpPr>
      <p:grpSpPr>
        <a:xfrm>
          <a:off x="0" y="0"/>
          <a:ext cx="0" cy="0"/>
          <a:chOff x="0" y="0"/>
          <a:chExt cx="0" cy="0"/>
        </a:xfrm>
      </p:grpSpPr>
      <p:pic>
        <p:nvPicPr>
          <p:cNvPr id="813" name="Google Shape;813;p11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14" name="Google Shape;814;p11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15" name="Google Shape;815;p113"/>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16" name="Google Shape;816;p11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17" name="Google Shape;817;p11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18" name="Google Shape;818;p11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19" name="Google Shape;819;p11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820" name="Shape 820"/>
        <p:cNvGrpSpPr/>
        <p:nvPr/>
      </p:nvGrpSpPr>
      <p:grpSpPr>
        <a:xfrm>
          <a:off x="0" y="0"/>
          <a:ext cx="0" cy="0"/>
          <a:chOff x="0" y="0"/>
          <a:chExt cx="0" cy="0"/>
        </a:xfrm>
      </p:grpSpPr>
      <p:pic>
        <p:nvPicPr>
          <p:cNvPr id="821" name="Google Shape;821;p114"/>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22" name="Google Shape;822;p114"/>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823" name="Google Shape;823;p114"/>
          <p:cNvGrpSpPr/>
          <p:nvPr/>
        </p:nvGrpSpPr>
        <p:grpSpPr>
          <a:xfrm>
            <a:off x="5709066" y="201260"/>
            <a:ext cx="2296623" cy="4424889"/>
            <a:chOff x="5598780" y="137712"/>
            <a:chExt cx="2577001" cy="4664652"/>
          </a:xfrm>
        </p:grpSpPr>
        <p:pic>
          <p:nvPicPr>
            <p:cNvPr id="824" name="Google Shape;824;p114"/>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825" name="Google Shape;825;p114"/>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6" name="Google Shape;826;p114"/>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27" name="Google Shape;827;p11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8" name="Google Shape;828;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29" name="Google Shape;829;p114"/>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830" name="Shape 830"/>
        <p:cNvGrpSpPr/>
        <p:nvPr/>
      </p:nvGrpSpPr>
      <p:grpSpPr>
        <a:xfrm>
          <a:off x="0" y="0"/>
          <a:ext cx="0" cy="0"/>
          <a:chOff x="0" y="0"/>
          <a:chExt cx="0" cy="0"/>
        </a:xfrm>
      </p:grpSpPr>
      <p:pic>
        <p:nvPicPr>
          <p:cNvPr id="831" name="Google Shape;831;p11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32" name="Google Shape;832;p11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33" name="Google Shape;833;p11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34" name="Google Shape;834;p11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35" name="Google Shape;835;p1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15"/>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7" name="Google Shape;837;p115"/>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838" name="Shape 838"/>
        <p:cNvGrpSpPr/>
        <p:nvPr/>
      </p:nvGrpSpPr>
      <p:grpSpPr>
        <a:xfrm>
          <a:off x="0" y="0"/>
          <a:ext cx="0" cy="0"/>
          <a:chOff x="0" y="0"/>
          <a:chExt cx="0" cy="0"/>
        </a:xfrm>
      </p:grpSpPr>
      <p:pic>
        <p:nvPicPr>
          <p:cNvPr id="839" name="Google Shape;839;p116"/>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840" name="Google Shape;840;p116"/>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41" name="Google Shape;841;p116"/>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2" name="Google Shape;842;p11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43" name="Google Shape;843;p11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844" name="Google Shape;844;p116"/>
          <p:cNvGrpSpPr/>
          <p:nvPr/>
        </p:nvGrpSpPr>
        <p:grpSpPr>
          <a:xfrm>
            <a:off x="4344100" y="398125"/>
            <a:ext cx="4546500" cy="4222800"/>
            <a:chOff x="4344100" y="398125"/>
            <a:chExt cx="4546500" cy="4222800"/>
          </a:xfrm>
        </p:grpSpPr>
        <p:sp>
          <p:nvSpPr>
            <p:cNvPr id="845" name="Google Shape;845;p116"/>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6" name="Google Shape;846;p116"/>
            <p:cNvGrpSpPr/>
            <p:nvPr/>
          </p:nvGrpSpPr>
          <p:grpSpPr>
            <a:xfrm>
              <a:off x="4445450" y="524200"/>
              <a:ext cx="399495" cy="101100"/>
              <a:chOff x="4445450" y="524200"/>
              <a:chExt cx="399495" cy="101100"/>
            </a:xfrm>
          </p:grpSpPr>
          <p:sp>
            <p:nvSpPr>
              <p:cNvPr id="847" name="Google Shape;847;p116"/>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16"/>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16"/>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0" name="Google Shape;850;p116"/>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851" name="Shape 851"/>
        <p:cNvGrpSpPr/>
        <p:nvPr/>
      </p:nvGrpSpPr>
      <p:grpSpPr>
        <a:xfrm>
          <a:off x="0" y="0"/>
          <a:ext cx="0" cy="0"/>
          <a:chOff x="0" y="0"/>
          <a:chExt cx="0" cy="0"/>
        </a:xfrm>
      </p:grpSpPr>
      <p:pic>
        <p:nvPicPr>
          <p:cNvPr id="852" name="Google Shape;852;p11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53" name="Google Shape;853;p11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54" name="Google Shape;854;p11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55" name="Google Shape;855;p11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6" name="Google Shape;856;p1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857" name="Shape 857"/>
        <p:cNvGrpSpPr/>
        <p:nvPr/>
      </p:nvGrpSpPr>
      <p:grpSpPr>
        <a:xfrm>
          <a:off x="0" y="0"/>
          <a:ext cx="0" cy="0"/>
          <a:chOff x="0" y="0"/>
          <a:chExt cx="0" cy="0"/>
        </a:xfrm>
      </p:grpSpPr>
      <p:pic>
        <p:nvPicPr>
          <p:cNvPr id="858" name="Google Shape;858;p118"/>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859" name="Google Shape;859;p118"/>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18"/>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861" name="Google Shape;861;p11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62" name="Google Shape;862;p1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63" name="Google Shape;863;p11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64" name="Google Shape;864;p11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865" name="Google Shape;865;p118"/>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866" name="Shape 866"/>
        <p:cNvGrpSpPr/>
        <p:nvPr/>
      </p:nvGrpSpPr>
      <p:grpSpPr>
        <a:xfrm>
          <a:off x="0" y="0"/>
          <a:ext cx="0" cy="0"/>
          <a:chOff x="0" y="0"/>
          <a:chExt cx="0" cy="0"/>
        </a:xfrm>
      </p:grpSpPr>
      <p:pic>
        <p:nvPicPr>
          <p:cNvPr id="867" name="Google Shape;867;p119"/>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868" name="Google Shape;868;p119"/>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869" name="Google Shape;869;p119"/>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70" name="Google Shape;870;p11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71" name="Google Shape;871;p1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72" name="Google Shape;872;p11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873" name="Google Shape;873;p11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74" name="Google Shape;874;p11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75" name="Google Shape;875;p119"/>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876" name="Shape 876"/>
        <p:cNvGrpSpPr/>
        <p:nvPr/>
      </p:nvGrpSpPr>
      <p:grpSpPr>
        <a:xfrm>
          <a:off x="0" y="0"/>
          <a:ext cx="0" cy="0"/>
          <a:chOff x="0" y="0"/>
          <a:chExt cx="0" cy="0"/>
        </a:xfrm>
      </p:grpSpPr>
      <p:pic>
        <p:nvPicPr>
          <p:cNvPr id="877" name="Google Shape;877;p12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78" name="Google Shape;878;p12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879" name="Google Shape;879;p12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80" name="Google Shape;880;p1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81" name="Google Shape;881;p1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82" name="Google Shape;882;p12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883" name="Google Shape;883;p12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884" name="Google Shape;884;p120"/>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885" name="Shape 885"/>
        <p:cNvGrpSpPr/>
        <p:nvPr/>
      </p:nvGrpSpPr>
      <p:grpSpPr>
        <a:xfrm>
          <a:off x="0" y="0"/>
          <a:ext cx="0" cy="0"/>
          <a:chOff x="0" y="0"/>
          <a:chExt cx="0" cy="0"/>
        </a:xfrm>
      </p:grpSpPr>
      <p:pic>
        <p:nvPicPr>
          <p:cNvPr id="886" name="Google Shape;886;p121"/>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887" name="Google Shape;887;p12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888" name="Google Shape;888;p121"/>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889" name="Google Shape;889;p12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90" name="Google Shape;890;p12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91" name="Google Shape;891;p1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92" name="Google Shape;892;p12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893" name="Google Shape;893;p12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94" name="Google Shape;894;p12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895" name="Shape 895"/>
        <p:cNvGrpSpPr/>
        <p:nvPr/>
      </p:nvGrpSpPr>
      <p:grpSpPr>
        <a:xfrm>
          <a:off x="0" y="0"/>
          <a:ext cx="0" cy="0"/>
          <a:chOff x="0" y="0"/>
          <a:chExt cx="0" cy="0"/>
        </a:xfrm>
      </p:grpSpPr>
      <p:pic>
        <p:nvPicPr>
          <p:cNvPr id="896" name="Google Shape;896;p12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897" name="Google Shape;897;p122"/>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898" name="Google Shape;898;p12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899" name="Google Shape;899;p12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00" name="Google Shape;900;p12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1" name="Google Shape;901;p1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02" name="Google Shape;902;p12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903" name="Google Shape;903;p12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04" name="Google Shape;904;p12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905" name="Shape 905"/>
        <p:cNvGrpSpPr/>
        <p:nvPr/>
      </p:nvGrpSpPr>
      <p:grpSpPr>
        <a:xfrm>
          <a:off x="0" y="0"/>
          <a:ext cx="0" cy="0"/>
          <a:chOff x="0" y="0"/>
          <a:chExt cx="0" cy="0"/>
        </a:xfrm>
      </p:grpSpPr>
      <p:pic>
        <p:nvPicPr>
          <p:cNvPr id="906" name="Google Shape;906;p123"/>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907" name="Google Shape;907;p12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08" name="Google Shape;908;p12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09" name="Google Shape;909;p123"/>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10" name="Google Shape;910;p12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1" name="Google Shape;911;p1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2" name="Google Shape;912;p12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913" name="Google Shape;913;p12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14" name="Google Shape;914;p123"/>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915" name="Shape 915"/>
        <p:cNvGrpSpPr/>
        <p:nvPr/>
      </p:nvGrpSpPr>
      <p:grpSpPr>
        <a:xfrm>
          <a:off x="0" y="0"/>
          <a:ext cx="0" cy="0"/>
          <a:chOff x="0" y="0"/>
          <a:chExt cx="0" cy="0"/>
        </a:xfrm>
      </p:grpSpPr>
      <p:pic>
        <p:nvPicPr>
          <p:cNvPr id="916" name="Google Shape;916;p124"/>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917" name="Google Shape;917;p124"/>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918" name="Google Shape;918;p12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19" name="Google Shape;919;p124"/>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20" name="Google Shape;920;p12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21" name="Google Shape;921;p1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2" name="Google Shape;922;p12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923" name="Google Shape;923;p12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24" name="Google Shape;924;p12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925" name="Shape 925"/>
        <p:cNvGrpSpPr/>
        <p:nvPr/>
      </p:nvGrpSpPr>
      <p:grpSpPr>
        <a:xfrm>
          <a:off x="0" y="0"/>
          <a:ext cx="0" cy="0"/>
          <a:chOff x="0" y="0"/>
          <a:chExt cx="0" cy="0"/>
        </a:xfrm>
      </p:grpSpPr>
      <p:pic>
        <p:nvPicPr>
          <p:cNvPr id="926" name="Google Shape;926;p125"/>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927" name="Google Shape;927;p125"/>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928" name="Google Shape;928;p125"/>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29" name="Google Shape;929;p1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30" name="Google Shape;930;p1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31" name="Google Shape;931;p125"/>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25"/>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933" name="Google Shape;933;p125"/>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34" name="Google Shape;934;p125"/>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935" name="Google Shape;935;p125"/>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936" name="Shape 936"/>
        <p:cNvGrpSpPr/>
        <p:nvPr/>
      </p:nvGrpSpPr>
      <p:grpSpPr>
        <a:xfrm>
          <a:off x="0" y="0"/>
          <a:ext cx="0" cy="0"/>
          <a:chOff x="0" y="0"/>
          <a:chExt cx="0" cy="0"/>
        </a:xfrm>
      </p:grpSpPr>
      <p:pic>
        <p:nvPicPr>
          <p:cNvPr id="937" name="Google Shape;937;p1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38" name="Google Shape;938;p12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39" name="Google Shape;939;p12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40" name="Google Shape;940;p1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41" name="Google Shape;941;p12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42" name="Google Shape;942;p1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3" name="Google Shape;943;p12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944" name="Google Shape;944;p12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45" name="Google Shape;945;p12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946" name="Shape 946"/>
        <p:cNvGrpSpPr/>
        <p:nvPr/>
      </p:nvGrpSpPr>
      <p:grpSpPr>
        <a:xfrm>
          <a:off x="0" y="0"/>
          <a:ext cx="0" cy="0"/>
          <a:chOff x="0" y="0"/>
          <a:chExt cx="0" cy="0"/>
        </a:xfrm>
      </p:grpSpPr>
      <p:pic>
        <p:nvPicPr>
          <p:cNvPr id="947" name="Google Shape;947;p12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48" name="Google Shape;948;p1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49" name="Google Shape;949;p12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50" name="Google Shape;950;p12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51" name="Google Shape;951;p1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52" name="Google Shape;952;p1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3" name="Google Shape;953;p12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954" name="Google Shape;954;p1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55" name="Google Shape;955;p1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956" name="Shape 956"/>
        <p:cNvGrpSpPr/>
        <p:nvPr/>
      </p:nvGrpSpPr>
      <p:grpSpPr>
        <a:xfrm>
          <a:off x="0" y="0"/>
          <a:ext cx="0" cy="0"/>
          <a:chOff x="0" y="0"/>
          <a:chExt cx="0" cy="0"/>
        </a:xfrm>
      </p:grpSpPr>
      <p:pic>
        <p:nvPicPr>
          <p:cNvPr id="957" name="Google Shape;957;p12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958" name="Google Shape;958;p1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9" name="Google Shape;959;p128"/>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960" name="Google Shape;960;p128"/>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961" name="Google Shape;961;p128"/>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962" name="Google Shape;962;p128"/>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963" name="Shape 963"/>
        <p:cNvGrpSpPr/>
        <p:nvPr/>
      </p:nvGrpSpPr>
      <p:grpSpPr>
        <a:xfrm>
          <a:off x="0" y="0"/>
          <a:ext cx="0" cy="0"/>
          <a:chOff x="0" y="0"/>
          <a:chExt cx="0" cy="0"/>
        </a:xfrm>
      </p:grpSpPr>
      <p:pic>
        <p:nvPicPr>
          <p:cNvPr descr="Divider1.png" id="964" name="Google Shape;964;p12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965" name="Google Shape;965;p129"/>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6" name="Google Shape;966;p12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967" name="Shape 967"/>
        <p:cNvGrpSpPr/>
        <p:nvPr/>
      </p:nvGrpSpPr>
      <p:grpSpPr>
        <a:xfrm>
          <a:off x="0" y="0"/>
          <a:ext cx="0" cy="0"/>
          <a:chOff x="0" y="0"/>
          <a:chExt cx="0" cy="0"/>
        </a:xfrm>
      </p:grpSpPr>
      <p:pic>
        <p:nvPicPr>
          <p:cNvPr id="968" name="Google Shape;968;p130"/>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969" name="Google Shape;969;p130"/>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970" name="Google Shape;970;p130"/>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30"/>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972" name="Shape 972"/>
        <p:cNvGrpSpPr/>
        <p:nvPr/>
      </p:nvGrpSpPr>
      <p:grpSpPr>
        <a:xfrm>
          <a:off x="0" y="0"/>
          <a:ext cx="0" cy="0"/>
          <a:chOff x="0" y="0"/>
          <a:chExt cx="0" cy="0"/>
        </a:xfrm>
      </p:grpSpPr>
      <p:pic>
        <p:nvPicPr>
          <p:cNvPr id="973" name="Google Shape;973;p13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74" name="Shape 974"/>
        <p:cNvGrpSpPr/>
        <p:nvPr/>
      </p:nvGrpSpPr>
      <p:grpSpPr>
        <a:xfrm>
          <a:off x="0" y="0"/>
          <a:ext cx="0" cy="0"/>
          <a:chOff x="0" y="0"/>
          <a:chExt cx="0" cy="0"/>
        </a:xfrm>
      </p:grpSpPr>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975" name="Shape 975"/>
        <p:cNvGrpSpPr/>
        <p:nvPr/>
      </p:nvGrpSpPr>
      <p:grpSpPr>
        <a:xfrm>
          <a:off x="0" y="0"/>
          <a:ext cx="0" cy="0"/>
          <a:chOff x="0" y="0"/>
          <a:chExt cx="0" cy="0"/>
        </a:xfrm>
      </p:grpSpPr>
      <p:grpSp>
        <p:nvGrpSpPr>
          <p:cNvPr id="976" name="Google Shape;976;p133"/>
          <p:cNvGrpSpPr/>
          <p:nvPr/>
        </p:nvGrpSpPr>
        <p:grpSpPr>
          <a:xfrm>
            <a:off x="6262100" y="-3850"/>
            <a:ext cx="2886900" cy="485125"/>
            <a:chOff x="6262100" y="-3850"/>
            <a:chExt cx="2886900" cy="485125"/>
          </a:xfrm>
        </p:grpSpPr>
        <p:pic>
          <p:nvPicPr>
            <p:cNvPr descr="1.png" id="977" name="Google Shape;977;p133"/>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978" name="Google Shape;978;p133"/>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979" name="Google Shape;979;p133"/>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980" name="Google Shape;980;p133"/>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981" name="Google Shape;981;p13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82" name="Google Shape;982;p1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83" name="Google Shape;983;p133"/>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984" name="Google Shape;984;p133"/>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985" name="Google Shape;985;p133"/>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986" name="Google Shape;986;p133"/>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987" name="Google Shape;987;p133"/>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988" name="Google Shape;988;p133"/>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989" name="Google Shape;989;p133"/>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990" name="Shape 990"/>
        <p:cNvGrpSpPr/>
        <p:nvPr/>
      </p:nvGrpSpPr>
      <p:grpSpPr>
        <a:xfrm>
          <a:off x="0" y="0"/>
          <a:ext cx="0" cy="0"/>
          <a:chOff x="0" y="0"/>
          <a:chExt cx="0" cy="0"/>
        </a:xfrm>
      </p:grpSpPr>
      <p:pic>
        <p:nvPicPr>
          <p:cNvPr id="991" name="Google Shape;991;p13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92" name="Google Shape;992;p134"/>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93" name="Google Shape;993;p13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94" name="Google Shape;994;p1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95" name="Google Shape;995;p134"/>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996" name="Google Shape;996;p134"/>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1000" name="Shape 1000"/>
        <p:cNvGrpSpPr/>
        <p:nvPr/>
      </p:nvGrpSpPr>
      <p:grpSpPr>
        <a:xfrm>
          <a:off x="0" y="0"/>
          <a:ext cx="0" cy="0"/>
          <a:chOff x="0" y="0"/>
          <a:chExt cx="0" cy="0"/>
        </a:xfrm>
      </p:grpSpPr>
      <p:pic>
        <p:nvPicPr>
          <p:cNvPr id="1001" name="Google Shape;1001;p136"/>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002" name="Google Shape;1002;p13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1003" name="Shape 1003"/>
        <p:cNvGrpSpPr/>
        <p:nvPr/>
      </p:nvGrpSpPr>
      <p:grpSpPr>
        <a:xfrm>
          <a:off x="0" y="0"/>
          <a:ext cx="0" cy="0"/>
          <a:chOff x="0" y="0"/>
          <a:chExt cx="0" cy="0"/>
        </a:xfrm>
      </p:grpSpPr>
      <p:pic>
        <p:nvPicPr>
          <p:cNvPr id="1004" name="Google Shape;1004;p1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1005" name="Google Shape;1005;p137"/>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1006" name="Google Shape;1006;p13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07" name="Google Shape;1007;p137"/>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1008" name="Shape 1008"/>
        <p:cNvGrpSpPr/>
        <p:nvPr/>
      </p:nvGrpSpPr>
      <p:grpSpPr>
        <a:xfrm>
          <a:off x="0" y="0"/>
          <a:ext cx="0" cy="0"/>
          <a:chOff x="0" y="0"/>
          <a:chExt cx="0" cy="0"/>
        </a:xfrm>
      </p:grpSpPr>
      <p:pic>
        <p:nvPicPr>
          <p:cNvPr descr="Divider4.png" id="1009" name="Google Shape;1009;p138"/>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1010" name="Google Shape;1010;p138"/>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1011" name="Google Shape;1011;p138"/>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1012" name="Google Shape;1012;p138"/>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1013" name="Google Shape;1013;p138"/>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1014" name="Google Shape;1014;p138"/>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1015" name="Shape 1015"/>
        <p:cNvGrpSpPr/>
        <p:nvPr/>
      </p:nvGrpSpPr>
      <p:grpSpPr>
        <a:xfrm>
          <a:off x="0" y="0"/>
          <a:ext cx="0" cy="0"/>
          <a:chOff x="0" y="0"/>
          <a:chExt cx="0" cy="0"/>
        </a:xfrm>
      </p:grpSpPr>
      <p:sp>
        <p:nvSpPr>
          <p:cNvPr id="1016" name="Google Shape;1016;p139"/>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1017" name="Google Shape;1017;p139"/>
          <p:cNvGrpSpPr/>
          <p:nvPr/>
        </p:nvGrpSpPr>
        <p:grpSpPr>
          <a:xfrm rot="5400000">
            <a:off x="5719749" y="1629787"/>
            <a:ext cx="4964577" cy="1883925"/>
            <a:chOff x="4152224" y="1218499"/>
            <a:chExt cx="4964577" cy="1883925"/>
          </a:xfrm>
        </p:grpSpPr>
        <p:pic>
          <p:nvPicPr>
            <p:cNvPr id="1018" name="Google Shape;1018;p139"/>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1019" name="Google Shape;1019;p139"/>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1020" name="Google Shape;1020;p1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21" name="Google Shape;1021;p1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1022" name="Shape 1022"/>
        <p:cNvGrpSpPr/>
        <p:nvPr/>
      </p:nvGrpSpPr>
      <p:grpSpPr>
        <a:xfrm>
          <a:off x="0" y="0"/>
          <a:ext cx="0" cy="0"/>
          <a:chOff x="0" y="0"/>
          <a:chExt cx="0" cy="0"/>
        </a:xfrm>
      </p:grpSpPr>
      <p:pic>
        <p:nvPicPr>
          <p:cNvPr id="1023" name="Google Shape;1023;p140"/>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24" name="Google Shape;1024;p140"/>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1025" name="Google Shape;1025;p14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26" name="Google Shape;1026;p14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27" name="Google Shape;1027;p14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28" name="Google Shape;1028;p1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29" name="Google Shape;1029;p140"/>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1030" name="Google Shape;1030;p140"/>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1031" name="Shape 1031"/>
        <p:cNvGrpSpPr/>
        <p:nvPr/>
      </p:nvGrpSpPr>
      <p:grpSpPr>
        <a:xfrm>
          <a:off x="0" y="0"/>
          <a:ext cx="0" cy="0"/>
          <a:chOff x="0" y="0"/>
          <a:chExt cx="0" cy="0"/>
        </a:xfrm>
      </p:grpSpPr>
      <p:pic>
        <p:nvPicPr>
          <p:cNvPr id="1032" name="Google Shape;1032;p141"/>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33" name="Google Shape;1033;p141"/>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1034" name="Google Shape;1034;p141"/>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1035" name="Google Shape;1035;p141"/>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1036" name="Google Shape;1036;p14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37" name="Google Shape;1037;p1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38" name="Google Shape;1038;p14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1039" name="Shape 1039"/>
        <p:cNvGrpSpPr/>
        <p:nvPr/>
      </p:nvGrpSpPr>
      <p:grpSpPr>
        <a:xfrm>
          <a:off x="0" y="0"/>
          <a:ext cx="0" cy="0"/>
          <a:chOff x="0" y="0"/>
          <a:chExt cx="0" cy="0"/>
        </a:xfrm>
      </p:grpSpPr>
      <p:pic>
        <p:nvPicPr>
          <p:cNvPr id="1040" name="Google Shape;1040;p142"/>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1" name="Google Shape;1041;p142"/>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1042" name="Google Shape;1042;p142"/>
          <p:cNvGrpSpPr/>
          <p:nvPr/>
        </p:nvGrpSpPr>
        <p:grpSpPr>
          <a:xfrm>
            <a:off x="5709066" y="201260"/>
            <a:ext cx="2296623" cy="4424889"/>
            <a:chOff x="5598780" y="137712"/>
            <a:chExt cx="2577001" cy="4664652"/>
          </a:xfrm>
        </p:grpSpPr>
        <p:pic>
          <p:nvPicPr>
            <p:cNvPr id="1043" name="Google Shape;1043;p142"/>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1044" name="Google Shape;1044;p142"/>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5" name="Google Shape;1045;p142"/>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46" name="Google Shape;1046;p14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47" name="Google Shape;1047;p1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48" name="Google Shape;1048;p142"/>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49" name="Shape 1049"/>
        <p:cNvGrpSpPr/>
        <p:nvPr/>
      </p:nvGrpSpPr>
      <p:grpSpPr>
        <a:xfrm>
          <a:off x="0" y="0"/>
          <a:ext cx="0" cy="0"/>
          <a:chOff x="0" y="0"/>
          <a:chExt cx="0" cy="0"/>
        </a:xfrm>
      </p:grpSpPr>
      <p:pic>
        <p:nvPicPr>
          <p:cNvPr id="1050" name="Google Shape;1050;p14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51" name="Google Shape;1051;p14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2" name="Google Shape;1052;p14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53" name="Google Shape;1053;p14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54" name="Google Shape;1054;p1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55" name="Google Shape;1055;p143"/>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6" name="Google Shape;1056;p143"/>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057" name="Shape 1057"/>
        <p:cNvGrpSpPr/>
        <p:nvPr/>
      </p:nvGrpSpPr>
      <p:grpSpPr>
        <a:xfrm>
          <a:off x="0" y="0"/>
          <a:ext cx="0" cy="0"/>
          <a:chOff x="0" y="0"/>
          <a:chExt cx="0" cy="0"/>
        </a:xfrm>
      </p:grpSpPr>
      <p:pic>
        <p:nvPicPr>
          <p:cNvPr id="1058" name="Google Shape;1058;p144"/>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059" name="Google Shape;1059;p14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60" name="Google Shape;1060;p14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1" name="Google Shape;1061;p14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62" name="Google Shape;1062;p1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063" name="Google Shape;1063;p144"/>
          <p:cNvGrpSpPr/>
          <p:nvPr/>
        </p:nvGrpSpPr>
        <p:grpSpPr>
          <a:xfrm>
            <a:off x="4344100" y="398125"/>
            <a:ext cx="4546500" cy="4222800"/>
            <a:chOff x="4344100" y="398125"/>
            <a:chExt cx="4546500" cy="4222800"/>
          </a:xfrm>
        </p:grpSpPr>
        <p:sp>
          <p:nvSpPr>
            <p:cNvPr id="1064" name="Google Shape;1064;p144"/>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5" name="Google Shape;1065;p144"/>
            <p:cNvGrpSpPr/>
            <p:nvPr/>
          </p:nvGrpSpPr>
          <p:grpSpPr>
            <a:xfrm>
              <a:off x="4445450" y="524200"/>
              <a:ext cx="399495" cy="101100"/>
              <a:chOff x="4445450" y="524200"/>
              <a:chExt cx="399495" cy="101100"/>
            </a:xfrm>
          </p:grpSpPr>
          <p:sp>
            <p:nvSpPr>
              <p:cNvPr id="1066" name="Google Shape;1066;p144"/>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44"/>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44"/>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9" name="Google Shape;1069;p144"/>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070" name="Shape 1070"/>
        <p:cNvGrpSpPr/>
        <p:nvPr/>
      </p:nvGrpSpPr>
      <p:grpSpPr>
        <a:xfrm>
          <a:off x="0" y="0"/>
          <a:ext cx="0" cy="0"/>
          <a:chOff x="0" y="0"/>
          <a:chExt cx="0" cy="0"/>
        </a:xfrm>
      </p:grpSpPr>
      <p:pic>
        <p:nvPicPr>
          <p:cNvPr id="1071" name="Google Shape;1071;p14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72" name="Google Shape;1072;p14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73" name="Google Shape;1073;p14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74" name="Google Shape;1074;p14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5" name="Google Shape;1075;p1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076" name="Shape 1076"/>
        <p:cNvGrpSpPr/>
        <p:nvPr/>
      </p:nvGrpSpPr>
      <p:grpSpPr>
        <a:xfrm>
          <a:off x="0" y="0"/>
          <a:ext cx="0" cy="0"/>
          <a:chOff x="0" y="0"/>
          <a:chExt cx="0" cy="0"/>
        </a:xfrm>
      </p:grpSpPr>
      <p:pic>
        <p:nvPicPr>
          <p:cNvPr id="1077" name="Google Shape;1077;p146"/>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078" name="Google Shape;1078;p146"/>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46"/>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080" name="Google Shape;1080;p14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81" name="Google Shape;1081;p1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2" name="Google Shape;1082;p146"/>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83" name="Google Shape;1083;p146"/>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084" name="Google Shape;1084;p146"/>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rminal">
  <p:cSld name="CUSTOM_7_1_1">
    <p:spTree>
      <p:nvGrpSpPr>
        <p:cNvPr id="1085" name="Shape 1085"/>
        <p:cNvGrpSpPr/>
        <p:nvPr/>
      </p:nvGrpSpPr>
      <p:grpSpPr>
        <a:xfrm>
          <a:off x="0" y="0"/>
          <a:ext cx="0" cy="0"/>
          <a:chOff x="0" y="0"/>
          <a:chExt cx="0" cy="0"/>
        </a:xfrm>
      </p:grpSpPr>
      <p:pic>
        <p:nvPicPr>
          <p:cNvPr id="1086" name="Google Shape;1086;p147"/>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087" name="Google Shape;1087;p147"/>
          <p:cNvSpPr/>
          <p:nvPr/>
        </p:nvSpPr>
        <p:spPr>
          <a:xfrm>
            <a:off x="4385200" y="481275"/>
            <a:ext cx="4308300" cy="4139700"/>
          </a:xfrm>
          <a:prstGeom prst="roundRect">
            <a:avLst>
              <a:gd fmla="val 24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47"/>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089" name="Google Shape;1089;p14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90" name="Google Shape;1090;p1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91" name="Google Shape;1091;p14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92" name="Google Shape;1092;p14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093" name="Google Shape;1093;p147"/>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Roboto Mono"/>
              <a:buNone/>
              <a:defRPr>
                <a:solidFill>
                  <a:schemeClr val="lt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094" name="Shape 1094"/>
        <p:cNvGrpSpPr/>
        <p:nvPr/>
      </p:nvGrpSpPr>
      <p:grpSpPr>
        <a:xfrm>
          <a:off x="0" y="0"/>
          <a:ext cx="0" cy="0"/>
          <a:chOff x="0" y="0"/>
          <a:chExt cx="0" cy="0"/>
        </a:xfrm>
      </p:grpSpPr>
      <p:pic>
        <p:nvPicPr>
          <p:cNvPr id="1095" name="Google Shape;1095;p148"/>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096" name="Google Shape;1096;p148"/>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097" name="Google Shape;1097;p148"/>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98" name="Google Shape;1098;p14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99" name="Google Shape;1099;p1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00" name="Google Shape;1100;p14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101" name="Google Shape;1101;p14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02" name="Google Shape;1102;p14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03" name="Google Shape;1103;p148"/>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104" name="Shape 1104"/>
        <p:cNvGrpSpPr/>
        <p:nvPr/>
      </p:nvGrpSpPr>
      <p:grpSpPr>
        <a:xfrm>
          <a:off x="0" y="0"/>
          <a:ext cx="0" cy="0"/>
          <a:chOff x="0" y="0"/>
          <a:chExt cx="0" cy="0"/>
        </a:xfrm>
      </p:grpSpPr>
      <p:pic>
        <p:nvPicPr>
          <p:cNvPr id="1105" name="Google Shape;1105;p14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06" name="Google Shape;1106;p14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107" name="Google Shape;1107;p14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08" name="Google Shape;1108;p14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09" name="Google Shape;1109;p1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110" name="Google Shape;1110;p149"/>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111" name="Google Shape;1111;p14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112" name="Google Shape;1112;p149"/>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113" name="Shape 1113"/>
        <p:cNvGrpSpPr/>
        <p:nvPr/>
      </p:nvGrpSpPr>
      <p:grpSpPr>
        <a:xfrm>
          <a:off x="0" y="0"/>
          <a:ext cx="0" cy="0"/>
          <a:chOff x="0" y="0"/>
          <a:chExt cx="0" cy="0"/>
        </a:xfrm>
      </p:grpSpPr>
      <p:pic>
        <p:nvPicPr>
          <p:cNvPr id="1114" name="Google Shape;1114;p150"/>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115" name="Google Shape;1115;p15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16" name="Google Shape;1116;p150"/>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17" name="Google Shape;1117;p150"/>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18" name="Google Shape;1118;p15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19" name="Google Shape;1119;p1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20" name="Google Shape;1120;p15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121" name="Google Shape;1121;p15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22" name="Google Shape;1122;p15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123" name="Shape 1123"/>
        <p:cNvGrpSpPr/>
        <p:nvPr/>
      </p:nvGrpSpPr>
      <p:grpSpPr>
        <a:xfrm>
          <a:off x="0" y="0"/>
          <a:ext cx="0" cy="0"/>
          <a:chOff x="0" y="0"/>
          <a:chExt cx="0" cy="0"/>
        </a:xfrm>
      </p:grpSpPr>
      <p:pic>
        <p:nvPicPr>
          <p:cNvPr id="1124" name="Google Shape;1124;p15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25" name="Google Shape;1125;p151"/>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126" name="Google Shape;1126;p151"/>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27" name="Google Shape;1127;p151"/>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28" name="Google Shape;1128;p15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29" name="Google Shape;1129;p1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30" name="Google Shape;1130;p15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131" name="Google Shape;1131;p15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32" name="Google Shape;1132;p15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133" name="Shape 1133"/>
        <p:cNvGrpSpPr/>
        <p:nvPr/>
      </p:nvGrpSpPr>
      <p:grpSpPr>
        <a:xfrm>
          <a:off x="0" y="0"/>
          <a:ext cx="0" cy="0"/>
          <a:chOff x="0" y="0"/>
          <a:chExt cx="0" cy="0"/>
        </a:xfrm>
      </p:grpSpPr>
      <p:pic>
        <p:nvPicPr>
          <p:cNvPr id="1134" name="Google Shape;1134;p152"/>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135" name="Google Shape;1135;p15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36" name="Google Shape;1136;p15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37" name="Google Shape;1137;p152"/>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38" name="Google Shape;1138;p15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39" name="Google Shape;1139;p1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40" name="Google Shape;1140;p1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141" name="Google Shape;1141;p1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42" name="Google Shape;1142;p152"/>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143" name="Shape 1143"/>
        <p:cNvGrpSpPr/>
        <p:nvPr/>
      </p:nvGrpSpPr>
      <p:grpSpPr>
        <a:xfrm>
          <a:off x="0" y="0"/>
          <a:ext cx="0" cy="0"/>
          <a:chOff x="0" y="0"/>
          <a:chExt cx="0" cy="0"/>
        </a:xfrm>
      </p:grpSpPr>
      <p:pic>
        <p:nvPicPr>
          <p:cNvPr id="1144" name="Google Shape;1144;p153"/>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145" name="Google Shape;1145;p1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146" name="Google Shape;1146;p15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47" name="Google Shape;1147;p153"/>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48" name="Google Shape;1148;p15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49" name="Google Shape;1149;p1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50" name="Google Shape;1150;p15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151" name="Google Shape;1151;p15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52" name="Google Shape;1152;p15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153" name="Shape 1153"/>
        <p:cNvGrpSpPr/>
        <p:nvPr/>
      </p:nvGrpSpPr>
      <p:grpSpPr>
        <a:xfrm>
          <a:off x="0" y="0"/>
          <a:ext cx="0" cy="0"/>
          <a:chOff x="0" y="0"/>
          <a:chExt cx="0" cy="0"/>
        </a:xfrm>
      </p:grpSpPr>
      <p:pic>
        <p:nvPicPr>
          <p:cNvPr id="1154" name="Google Shape;1154;p154"/>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1155" name="Google Shape;1155;p154"/>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1156" name="Google Shape;1156;p154"/>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57" name="Google Shape;1157;p15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58" name="Google Shape;1158;p1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59" name="Google Shape;1159;p154"/>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54"/>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1161" name="Google Shape;1161;p154"/>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62" name="Google Shape;1162;p154"/>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1163" name="Google Shape;1163;p154"/>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1164" name="Shape 1164"/>
        <p:cNvGrpSpPr/>
        <p:nvPr/>
      </p:nvGrpSpPr>
      <p:grpSpPr>
        <a:xfrm>
          <a:off x="0" y="0"/>
          <a:ext cx="0" cy="0"/>
          <a:chOff x="0" y="0"/>
          <a:chExt cx="0" cy="0"/>
        </a:xfrm>
      </p:grpSpPr>
      <p:pic>
        <p:nvPicPr>
          <p:cNvPr id="1165" name="Google Shape;1165;p15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66" name="Google Shape;1166;p155"/>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167" name="Google Shape;1167;p15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68" name="Google Shape;1168;p155"/>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69" name="Google Shape;1169;p1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70" name="Google Shape;1170;p1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71" name="Google Shape;1171;p15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1172" name="Google Shape;1172;p1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73" name="Google Shape;1173;p1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1174" name="Shape 1174"/>
        <p:cNvGrpSpPr/>
        <p:nvPr/>
      </p:nvGrpSpPr>
      <p:grpSpPr>
        <a:xfrm>
          <a:off x="0" y="0"/>
          <a:ext cx="0" cy="0"/>
          <a:chOff x="0" y="0"/>
          <a:chExt cx="0" cy="0"/>
        </a:xfrm>
      </p:grpSpPr>
      <p:pic>
        <p:nvPicPr>
          <p:cNvPr id="1175" name="Google Shape;1175;p156"/>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76" name="Google Shape;1176;p1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77" name="Google Shape;1177;p1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78" name="Google Shape;1178;p156"/>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79" name="Google Shape;1179;p1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80" name="Google Shape;1180;p1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81" name="Google Shape;1181;p15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1182" name="Google Shape;1182;p1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83" name="Google Shape;1183;p15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1184" name="Shape 1184"/>
        <p:cNvGrpSpPr/>
        <p:nvPr/>
      </p:nvGrpSpPr>
      <p:grpSpPr>
        <a:xfrm>
          <a:off x="0" y="0"/>
          <a:ext cx="0" cy="0"/>
          <a:chOff x="0" y="0"/>
          <a:chExt cx="0" cy="0"/>
        </a:xfrm>
      </p:grpSpPr>
      <p:pic>
        <p:nvPicPr>
          <p:cNvPr id="1185" name="Google Shape;1185;p157"/>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186" name="Google Shape;1186;p1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87" name="Google Shape;1187;p157"/>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1188" name="Google Shape;1188;p157"/>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1189" name="Google Shape;1189;p157"/>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1190" name="Google Shape;1190;p157"/>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1191" name="Shape 1191"/>
        <p:cNvGrpSpPr/>
        <p:nvPr/>
      </p:nvGrpSpPr>
      <p:grpSpPr>
        <a:xfrm>
          <a:off x="0" y="0"/>
          <a:ext cx="0" cy="0"/>
          <a:chOff x="0" y="0"/>
          <a:chExt cx="0" cy="0"/>
        </a:xfrm>
      </p:grpSpPr>
      <p:pic>
        <p:nvPicPr>
          <p:cNvPr descr="Divider1.png" id="1192" name="Google Shape;1192;p158"/>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93" name="Google Shape;1193;p158"/>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4" name="Google Shape;1194;p158"/>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1195" name="Shape 1195"/>
        <p:cNvGrpSpPr/>
        <p:nvPr/>
      </p:nvGrpSpPr>
      <p:grpSpPr>
        <a:xfrm>
          <a:off x="0" y="0"/>
          <a:ext cx="0" cy="0"/>
          <a:chOff x="0" y="0"/>
          <a:chExt cx="0" cy="0"/>
        </a:xfrm>
      </p:grpSpPr>
      <p:pic>
        <p:nvPicPr>
          <p:cNvPr id="1196" name="Google Shape;1196;p159"/>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1197" name="Google Shape;1197;p159"/>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1198" name="Google Shape;1198;p159"/>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59"/>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1200" name="Shape 1200"/>
        <p:cNvGrpSpPr/>
        <p:nvPr/>
      </p:nvGrpSpPr>
      <p:grpSpPr>
        <a:xfrm>
          <a:off x="0" y="0"/>
          <a:ext cx="0" cy="0"/>
          <a:chOff x="0" y="0"/>
          <a:chExt cx="0" cy="0"/>
        </a:xfrm>
      </p:grpSpPr>
      <p:pic>
        <p:nvPicPr>
          <p:cNvPr id="1201" name="Google Shape;1201;p16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02" name="Shape 1202"/>
        <p:cNvGrpSpPr/>
        <p:nvPr/>
      </p:nvGrpSpPr>
      <p:grpSpPr>
        <a:xfrm>
          <a:off x="0" y="0"/>
          <a:ext cx="0" cy="0"/>
          <a:chOff x="0" y="0"/>
          <a:chExt cx="0" cy="0"/>
        </a:xfrm>
      </p:grpSpPr>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1203" name="Shape 1203"/>
        <p:cNvGrpSpPr/>
        <p:nvPr/>
      </p:nvGrpSpPr>
      <p:grpSpPr>
        <a:xfrm>
          <a:off x="0" y="0"/>
          <a:ext cx="0" cy="0"/>
          <a:chOff x="0" y="0"/>
          <a:chExt cx="0" cy="0"/>
        </a:xfrm>
      </p:grpSpPr>
      <p:grpSp>
        <p:nvGrpSpPr>
          <p:cNvPr id="1204" name="Google Shape;1204;p162"/>
          <p:cNvGrpSpPr/>
          <p:nvPr/>
        </p:nvGrpSpPr>
        <p:grpSpPr>
          <a:xfrm>
            <a:off x="6262100" y="-3850"/>
            <a:ext cx="2886900" cy="485125"/>
            <a:chOff x="6262100" y="-3850"/>
            <a:chExt cx="2886900" cy="485125"/>
          </a:xfrm>
        </p:grpSpPr>
        <p:pic>
          <p:nvPicPr>
            <p:cNvPr descr="1.png" id="1205" name="Google Shape;1205;p162"/>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1206" name="Google Shape;1206;p162"/>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1207" name="Google Shape;1207;p162"/>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1208" name="Google Shape;1208;p162"/>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1209" name="Google Shape;1209;p16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10" name="Google Shape;1210;p1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11" name="Google Shape;1211;p162"/>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1212" name="Google Shape;1212;p162"/>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213" name="Google Shape;1213;p162"/>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214" name="Google Shape;1214;p162"/>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215" name="Google Shape;1215;p162"/>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216" name="Google Shape;1216;p162"/>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217" name="Google Shape;1217;p162"/>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19" name="Shape 1219"/>
        <p:cNvGrpSpPr/>
        <p:nvPr/>
      </p:nvGrpSpPr>
      <p:grpSpPr>
        <a:xfrm>
          <a:off x="0" y="0"/>
          <a:ext cx="0" cy="0"/>
          <a:chOff x="0" y="0"/>
          <a:chExt cx="0" cy="0"/>
        </a:xfrm>
      </p:grpSpPr>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24" name="Shape 1224"/>
        <p:cNvGrpSpPr/>
        <p:nvPr/>
      </p:nvGrpSpPr>
      <p:grpSpPr>
        <a:xfrm>
          <a:off x="0" y="0"/>
          <a:ext cx="0" cy="0"/>
          <a:chOff x="0" y="0"/>
          <a:chExt cx="0" cy="0"/>
        </a:xfrm>
      </p:grpSpPr>
      <p:sp>
        <p:nvSpPr>
          <p:cNvPr id="1225" name="Google Shape;1225;p1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26" name="Google Shape;1226;p1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27" name="Google Shape;1227;p1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28" name="Shape 1228"/>
        <p:cNvGrpSpPr/>
        <p:nvPr/>
      </p:nvGrpSpPr>
      <p:grpSpPr>
        <a:xfrm>
          <a:off x="0" y="0"/>
          <a:ext cx="0" cy="0"/>
          <a:chOff x="0" y="0"/>
          <a:chExt cx="0" cy="0"/>
        </a:xfrm>
      </p:grpSpPr>
      <p:sp>
        <p:nvSpPr>
          <p:cNvPr id="1229" name="Google Shape;1229;p16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30" name="Google Shape;1230;p1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31" name="Shape 1231"/>
        <p:cNvGrpSpPr/>
        <p:nvPr/>
      </p:nvGrpSpPr>
      <p:grpSpPr>
        <a:xfrm>
          <a:off x="0" y="0"/>
          <a:ext cx="0" cy="0"/>
          <a:chOff x="0" y="0"/>
          <a:chExt cx="0" cy="0"/>
        </a:xfrm>
      </p:grpSpPr>
      <p:sp>
        <p:nvSpPr>
          <p:cNvPr id="1232" name="Google Shape;1232;p1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33" name="Google Shape;1233;p1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34" name="Google Shape;1234;p1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35" name="Shape 1235"/>
        <p:cNvGrpSpPr/>
        <p:nvPr/>
      </p:nvGrpSpPr>
      <p:grpSpPr>
        <a:xfrm>
          <a:off x="0" y="0"/>
          <a:ext cx="0" cy="0"/>
          <a:chOff x="0" y="0"/>
          <a:chExt cx="0" cy="0"/>
        </a:xfrm>
      </p:grpSpPr>
      <p:sp>
        <p:nvSpPr>
          <p:cNvPr id="1236" name="Google Shape;1236;p1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37" name="Google Shape;1237;p16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38" name="Google Shape;1238;p16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39" name="Google Shape;1239;p1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0" name="Shape 1240"/>
        <p:cNvGrpSpPr/>
        <p:nvPr/>
      </p:nvGrpSpPr>
      <p:grpSpPr>
        <a:xfrm>
          <a:off x="0" y="0"/>
          <a:ext cx="0" cy="0"/>
          <a:chOff x="0" y="0"/>
          <a:chExt cx="0" cy="0"/>
        </a:xfrm>
      </p:grpSpPr>
      <p:sp>
        <p:nvSpPr>
          <p:cNvPr id="1241" name="Google Shape;1241;p17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42" name="Google Shape;1242;p1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3" name="Shape 1243"/>
        <p:cNvGrpSpPr/>
        <p:nvPr/>
      </p:nvGrpSpPr>
      <p:grpSpPr>
        <a:xfrm>
          <a:off x="0" y="0"/>
          <a:ext cx="0" cy="0"/>
          <a:chOff x="0" y="0"/>
          <a:chExt cx="0" cy="0"/>
        </a:xfrm>
      </p:grpSpPr>
      <p:sp>
        <p:nvSpPr>
          <p:cNvPr id="1244" name="Google Shape;1244;p17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45" name="Google Shape;1245;p17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46" name="Google Shape;1246;p1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47" name="Shape 1247"/>
        <p:cNvGrpSpPr/>
        <p:nvPr/>
      </p:nvGrpSpPr>
      <p:grpSpPr>
        <a:xfrm>
          <a:off x="0" y="0"/>
          <a:ext cx="0" cy="0"/>
          <a:chOff x="0" y="0"/>
          <a:chExt cx="0" cy="0"/>
        </a:xfrm>
      </p:grpSpPr>
      <p:sp>
        <p:nvSpPr>
          <p:cNvPr id="1248" name="Google Shape;1248;p17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49" name="Google Shape;1249;p1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50" name="Shape 1250"/>
        <p:cNvGrpSpPr/>
        <p:nvPr/>
      </p:nvGrpSpPr>
      <p:grpSpPr>
        <a:xfrm>
          <a:off x="0" y="0"/>
          <a:ext cx="0" cy="0"/>
          <a:chOff x="0" y="0"/>
          <a:chExt cx="0" cy="0"/>
        </a:xfrm>
      </p:grpSpPr>
      <p:sp>
        <p:nvSpPr>
          <p:cNvPr id="1251" name="Google Shape;1251;p17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7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253" name="Google Shape;1253;p17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54" name="Google Shape;1254;p17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55" name="Google Shape;1255;p1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56" name="Shape 1256"/>
        <p:cNvGrpSpPr/>
        <p:nvPr/>
      </p:nvGrpSpPr>
      <p:grpSpPr>
        <a:xfrm>
          <a:off x="0" y="0"/>
          <a:ext cx="0" cy="0"/>
          <a:chOff x="0" y="0"/>
          <a:chExt cx="0" cy="0"/>
        </a:xfrm>
      </p:grpSpPr>
      <p:sp>
        <p:nvSpPr>
          <p:cNvPr id="1257" name="Google Shape;1257;p17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258" name="Google Shape;1258;p1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59" name="Shape 1259"/>
        <p:cNvGrpSpPr/>
        <p:nvPr/>
      </p:nvGrpSpPr>
      <p:grpSpPr>
        <a:xfrm>
          <a:off x="0" y="0"/>
          <a:ext cx="0" cy="0"/>
          <a:chOff x="0" y="0"/>
          <a:chExt cx="0" cy="0"/>
        </a:xfrm>
      </p:grpSpPr>
      <p:sp>
        <p:nvSpPr>
          <p:cNvPr id="1260" name="Google Shape;1260;p17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61" name="Google Shape;1261;p17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262" name="Google Shape;1262;p1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63" name="Shape 1263"/>
        <p:cNvGrpSpPr/>
        <p:nvPr/>
      </p:nvGrpSpPr>
      <p:grpSpPr>
        <a:xfrm>
          <a:off x="0" y="0"/>
          <a:ext cx="0" cy="0"/>
          <a:chOff x="0" y="0"/>
          <a:chExt cx="0" cy="0"/>
        </a:xfrm>
      </p:grpSpPr>
      <p:sp>
        <p:nvSpPr>
          <p:cNvPr id="1264" name="Google Shape;1264;p1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1265" name="Shape 1265"/>
        <p:cNvGrpSpPr/>
        <p:nvPr/>
      </p:nvGrpSpPr>
      <p:grpSpPr>
        <a:xfrm>
          <a:off x="0" y="0"/>
          <a:ext cx="0" cy="0"/>
          <a:chOff x="0" y="0"/>
          <a:chExt cx="0" cy="0"/>
        </a:xfrm>
      </p:grpSpPr>
      <p:pic>
        <p:nvPicPr>
          <p:cNvPr id="1266" name="Google Shape;1266;p17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1267" name="Google Shape;1267;p177"/>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1268" name="Google Shape;1268;p17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lvl1pPr lvl="0" algn="r">
              <a:lnSpc>
                <a:spcPct val="80000"/>
              </a:lnSpc>
              <a:buSzPts val="1018"/>
              <a:buNone/>
              <a:defRPr sz="925">
                <a:latin typeface="Poppins"/>
                <a:ea typeface="Poppins"/>
                <a:cs typeface="Poppins"/>
                <a:sym typeface="Poppins"/>
              </a:defRPr>
            </a:lvl1pPr>
            <a:lvl2pPr lvl="1" algn="r">
              <a:lnSpc>
                <a:spcPct val="80000"/>
              </a:lnSpc>
              <a:buSzPts val="1018"/>
              <a:buNone/>
              <a:defRPr sz="925">
                <a:latin typeface="Poppins"/>
                <a:ea typeface="Poppins"/>
                <a:cs typeface="Poppins"/>
                <a:sym typeface="Poppins"/>
              </a:defRPr>
            </a:lvl2pPr>
            <a:lvl3pPr lvl="2" algn="r">
              <a:lnSpc>
                <a:spcPct val="80000"/>
              </a:lnSpc>
              <a:buSzPts val="1018"/>
              <a:buNone/>
              <a:defRPr sz="925">
                <a:latin typeface="Poppins"/>
                <a:ea typeface="Poppins"/>
                <a:cs typeface="Poppins"/>
                <a:sym typeface="Poppins"/>
              </a:defRPr>
            </a:lvl3pPr>
            <a:lvl4pPr lvl="3" algn="r">
              <a:lnSpc>
                <a:spcPct val="80000"/>
              </a:lnSpc>
              <a:buSzPts val="1018"/>
              <a:buNone/>
              <a:defRPr sz="925">
                <a:latin typeface="Poppins"/>
                <a:ea typeface="Poppins"/>
                <a:cs typeface="Poppins"/>
                <a:sym typeface="Poppins"/>
              </a:defRPr>
            </a:lvl4pPr>
            <a:lvl5pPr lvl="4" algn="r">
              <a:lnSpc>
                <a:spcPct val="80000"/>
              </a:lnSpc>
              <a:buSzPts val="1018"/>
              <a:buNone/>
              <a:defRPr sz="925">
                <a:latin typeface="Poppins"/>
                <a:ea typeface="Poppins"/>
                <a:cs typeface="Poppins"/>
                <a:sym typeface="Poppins"/>
              </a:defRPr>
            </a:lvl5pPr>
            <a:lvl6pPr lvl="5" algn="r">
              <a:lnSpc>
                <a:spcPct val="80000"/>
              </a:lnSpc>
              <a:buSzPts val="1018"/>
              <a:buNone/>
              <a:defRPr sz="925">
                <a:latin typeface="Poppins"/>
                <a:ea typeface="Poppins"/>
                <a:cs typeface="Poppins"/>
                <a:sym typeface="Poppins"/>
              </a:defRPr>
            </a:lvl6pPr>
            <a:lvl7pPr lvl="6" algn="r">
              <a:lnSpc>
                <a:spcPct val="80000"/>
              </a:lnSpc>
              <a:buSzPts val="1018"/>
              <a:buNone/>
              <a:defRPr sz="925">
                <a:latin typeface="Poppins"/>
                <a:ea typeface="Poppins"/>
                <a:cs typeface="Poppins"/>
                <a:sym typeface="Poppins"/>
              </a:defRPr>
            </a:lvl7pPr>
            <a:lvl8pPr lvl="7" algn="r">
              <a:lnSpc>
                <a:spcPct val="80000"/>
              </a:lnSpc>
              <a:buSzPts val="1018"/>
              <a:buNone/>
              <a:defRPr sz="925">
                <a:latin typeface="Poppins"/>
                <a:ea typeface="Poppins"/>
                <a:cs typeface="Poppins"/>
                <a:sym typeface="Poppins"/>
              </a:defRPr>
            </a:lvl8pPr>
            <a:lvl9pPr lvl="8" algn="r">
              <a:lnSpc>
                <a:spcPct val="80000"/>
              </a:lnSpc>
              <a:buSzPts val="1018"/>
              <a:buNone/>
              <a:defRPr sz="925">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69" name="Google Shape;1269;p177"/>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1270" name="Shape 1270"/>
        <p:cNvGrpSpPr/>
        <p:nvPr/>
      </p:nvGrpSpPr>
      <p:grpSpPr>
        <a:xfrm>
          <a:off x="0" y="0"/>
          <a:ext cx="0" cy="0"/>
          <a:chOff x="0" y="0"/>
          <a:chExt cx="0" cy="0"/>
        </a:xfrm>
      </p:grpSpPr>
      <p:sp>
        <p:nvSpPr>
          <p:cNvPr id="1271" name="Google Shape;1271;p178"/>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1272" name="Google Shape;1272;p178"/>
          <p:cNvGrpSpPr/>
          <p:nvPr/>
        </p:nvGrpSpPr>
        <p:grpSpPr>
          <a:xfrm rot="5400000">
            <a:off x="5719749" y="1629787"/>
            <a:ext cx="4964577" cy="1883925"/>
            <a:chOff x="4152224" y="1218499"/>
            <a:chExt cx="4964577" cy="1883925"/>
          </a:xfrm>
        </p:grpSpPr>
        <p:pic>
          <p:nvPicPr>
            <p:cNvPr id="1273" name="Google Shape;1273;p178"/>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1274" name="Google Shape;1274;p178"/>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1275" name="Google Shape;1275;p17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76" name="Google Shape;1276;p17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lvl1pPr lvl="0" algn="r">
              <a:lnSpc>
                <a:spcPct val="80000"/>
              </a:lnSpc>
              <a:buSzPts val="1018"/>
              <a:buNone/>
              <a:defRPr sz="925">
                <a:latin typeface="Poppins"/>
                <a:ea typeface="Poppins"/>
                <a:cs typeface="Poppins"/>
                <a:sym typeface="Poppins"/>
              </a:defRPr>
            </a:lvl1pPr>
            <a:lvl2pPr lvl="1" algn="r">
              <a:lnSpc>
                <a:spcPct val="80000"/>
              </a:lnSpc>
              <a:buSzPts val="1018"/>
              <a:buNone/>
              <a:defRPr sz="925">
                <a:latin typeface="Poppins"/>
                <a:ea typeface="Poppins"/>
                <a:cs typeface="Poppins"/>
                <a:sym typeface="Poppins"/>
              </a:defRPr>
            </a:lvl2pPr>
            <a:lvl3pPr lvl="2" algn="r">
              <a:lnSpc>
                <a:spcPct val="80000"/>
              </a:lnSpc>
              <a:buSzPts val="1018"/>
              <a:buNone/>
              <a:defRPr sz="925">
                <a:latin typeface="Poppins"/>
                <a:ea typeface="Poppins"/>
                <a:cs typeface="Poppins"/>
                <a:sym typeface="Poppins"/>
              </a:defRPr>
            </a:lvl3pPr>
            <a:lvl4pPr lvl="3" algn="r">
              <a:lnSpc>
                <a:spcPct val="80000"/>
              </a:lnSpc>
              <a:buSzPts val="1018"/>
              <a:buNone/>
              <a:defRPr sz="925">
                <a:latin typeface="Poppins"/>
                <a:ea typeface="Poppins"/>
                <a:cs typeface="Poppins"/>
                <a:sym typeface="Poppins"/>
              </a:defRPr>
            </a:lvl4pPr>
            <a:lvl5pPr lvl="4" algn="r">
              <a:lnSpc>
                <a:spcPct val="80000"/>
              </a:lnSpc>
              <a:buSzPts val="1018"/>
              <a:buNone/>
              <a:defRPr sz="925">
                <a:latin typeface="Poppins"/>
                <a:ea typeface="Poppins"/>
                <a:cs typeface="Poppins"/>
                <a:sym typeface="Poppins"/>
              </a:defRPr>
            </a:lvl5pPr>
            <a:lvl6pPr lvl="5" algn="r">
              <a:lnSpc>
                <a:spcPct val="80000"/>
              </a:lnSpc>
              <a:buSzPts val="1018"/>
              <a:buNone/>
              <a:defRPr sz="925">
                <a:latin typeface="Poppins"/>
                <a:ea typeface="Poppins"/>
                <a:cs typeface="Poppins"/>
                <a:sym typeface="Poppins"/>
              </a:defRPr>
            </a:lvl6pPr>
            <a:lvl7pPr lvl="6" algn="r">
              <a:lnSpc>
                <a:spcPct val="80000"/>
              </a:lnSpc>
              <a:buSzPts val="1018"/>
              <a:buNone/>
              <a:defRPr sz="925">
                <a:latin typeface="Poppins"/>
                <a:ea typeface="Poppins"/>
                <a:cs typeface="Poppins"/>
                <a:sym typeface="Poppins"/>
              </a:defRPr>
            </a:lvl7pPr>
            <a:lvl8pPr lvl="7" algn="r">
              <a:lnSpc>
                <a:spcPct val="80000"/>
              </a:lnSpc>
              <a:buSzPts val="1018"/>
              <a:buNone/>
              <a:defRPr sz="925">
                <a:latin typeface="Poppins"/>
                <a:ea typeface="Poppins"/>
                <a:cs typeface="Poppins"/>
                <a:sym typeface="Poppins"/>
              </a:defRPr>
            </a:lvl8pPr>
            <a:lvl9pPr lvl="8" algn="r">
              <a:lnSpc>
                <a:spcPct val="80000"/>
              </a:lnSpc>
              <a:buSzPts val="1018"/>
              <a:buNone/>
              <a:defRPr sz="925">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ard 1">
  <p:cSld name="CUSTOM_2">
    <p:spTree>
      <p:nvGrpSpPr>
        <p:cNvPr id="1277" name="Shape 1277"/>
        <p:cNvGrpSpPr/>
        <p:nvPr/>
      </p:nvGrpSpPr>
      <p:grpSpPr>
        <a:xfrm>
          <a:off x="0" y="0"/>
          <a:ext cx="0" cy="0"/>
          <a:chOff x="0" y="0"/>
          <a:chExt cx="0" cy="0"/>
        </a:xfrm>
      </p:grpSpPr>
      <p:pic>
        <p:nvPicPr>
          <p:cNvPr descr="Divider1.png" id="1278" name="Google Shape;1278;p17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79" name="Google Shape;1279;p179"/>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80" name="Google Shape;1280;p179"/>
          <p:cNvSpPr txBox="1"/>
          <p:nvPr>
            <p:ph idx="1" type="subTitle"/>
          </p:nvPr>
        </p:nvSpPr>
        <p:spPr>
          <a:xfrm>
            <a:off x="785650" y="1770100"/>
            <a:ext cx="4127100" cy="388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1281" name="Shape 1281"/>
        <p:cNvGrpSpPr/>
        <p:nvPr/>
      </p:nvGrpSpPr>
      <p:grpSpPr>
        <a:xfrm>
          <a:off x="0" y="0"/>
          <a:ext cx="0" cy="0"/>
          <a:chOff x="0" y="0"/>
          <a:chExt cx="0" cy="0"/>
        </a:xfrm>
      </p:grpSpPr>
      <p:pic>
        <p:nvPicPr>
          <p:cNvPr id="1282" name="Google Shape;1282;p180"/>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283" name="Google Shape;1283;p180"/>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1284" name="Google Shape;1284;p180"/>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1285" name="Google Shape;1285;p180"/>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1286" name="Google Shape;1286;p18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287" name="Google Shape;1287;p18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88" name="Google Shape;1288;p180"/>
          <p:cNvSpPr txBox="1"/>
          <p:nvPr>
            <p:ph type="title"/>
          </p:nvPr>
        </p:nvSpPr>
        <p:spPr>
          <a:xfrm>
            <a:off x="452400" y="481263"/>
            <a:ext cx="8239200" cy="572400"/>
          </a:xfrm>
          <a:prstGeom prst="rect">
            <a:avLst/>
          </a:prstGeom>
        </p:spPr>
        <p:txBody>
          <a:bodyPr anchorCtr="0" anchor="t" bIns="91425" lIns="91425" spcFirstLastPara="1" rIns="91425" wrap="square" tIns="91425">
            <a:norm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89" name="Shape 1289"/>
        <p:cNvGrpSpPr/>
        <p:nvPr/>
      </p:nvGrpSpPr>
      <p:grpSpPr>
        <a:xfrm>
          <a:off x="0" y="0"/>
          <a:ext cx="0" cy="0"/>
          <a:chOff x="0" y="0"/>
          <a:chExt cx="0" cy="0"/>
        </a:xfrm>
      </p:grpSpPr>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p:cSld name="CUSTOM_1_1_1_2">
    <p:spTree>
      <p:nvGrpSpPr>
        <p:cNvPr id="1290" name="Shape 1290"/>
        <p:cNvGrpSpPr/>
        <p:nvPr/>
      </p:nvGrpSpPr>
      <p:grpSpPr>
        <a:xfrm>
          <a:off x="0" y="0"/>
          <a:ext cx="0" cy="0"/>
          <a:chOff x="0" y="0"/>
          <a:chExt cx="0" cy="0"/>
        </a:xfrm>
      </p:grpSpPr>
      <p:grpSp>
        <p:nvGrpSpPr>
          <p:cNvPr id="1291" name="Google Shape;1291;p182"/>
          <p:cNvGrpSpPr/>
          <p:nvPr/>
        </p:nvGrpSpPr>
        <p:grpSpPr>
          <a:xfrm>
            <a:off x="6262100" y="-3850"/>
            <a:ext cx="2886900" cy="485125"/>
            <a:chOff x="6262100" y="-3850"/>
            <a:chExt cx="2886900" cy="485125"/>
          </a:xfrm>
        </p:grpSpPr>
        <p:pic>
          <p:nvPicPr>
            <p:cNvPr descr="1.png" id="1292" name="Google Shape;1292;p182"/>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1293" name="Google Shape;1293;p182"/>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sp>
        <p:nvSpPr>
          <p:cNvPr id="1294" name="Google Shape;1294;p182"/>
          <p:cNvSpPr txBox="1"/>
          <p:nvPr>
            <p:ph type="title"/>
          </p:nvPr>
        </p:nvSpPr>
        <p:spPr>
          <a:xfrm>
            <a:off x="452400" y="481263"/>
            <a:ext cx="8239200" cy="572400"/>
          </a:xfrm>
          <a:prstGeom prst="rect">
            <a:avLst/>
          </a:prstGeom>
        </p:spPr>
        <p:txBody>
          <a:bodyPr anchorCtr="0" anchor="t" bIns="91425" lIns="91425" spcFirstLastPara="1" rIns="91425" wrap="square" tIns="91425">
            <a:norm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95" name="Google Shape;1295;p182"/>
          <p:cNvSpPr txBox="1"/>
          <p:nvPr>
            <p:ph idx="1" type="body"/>
          </p:nvPr>
        </p:nvSpPr>
        <p:spPr>
          <a:xfrm>
            <a:off x="452400" y="1132825"/>
            <a:ext cx="8239200" cy="34881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17500" lvl="1" marL="914400">
              <a:spcBef>
                <a:spcPts val="100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indent="-317500" lvl="2" marL="1371600">
              <a:spcBef>
                <a:spcPts val="100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indent="-317500" lvl="3" marL="1828800">
              <a:spcBef>
                <a:spcPts val="100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indent="-317500" lvl="4" marL="2286000">
              <a:spcBef>
                <a:spcPts val="100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indent="-317500" lvl="5" marL="2743200">
              <a:spcBef>
                <a:spcPts val="10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spcBef>
                <a:spcPts val="10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spcBef>
                <a:spcPts val="10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spcBef>
                <a:spcPts val="1000"/>
              </a:spcBef>
              <a:spcAft>
                <a:spcPts val="1000"/>
              </a:spcAft>
              <a:buClr>
                <a:schemeClr val="dk1"/>
              </a:buClr>
              <a:buSzPts val="1400"/>
              <a:buFont typeface="Poppins"/>
              <a:buChar char="■"/>
              <a:defRPr>
                <a:solidFill>
                  <a:schemeClr val="dk1"/>
                </a:solidFill>
                <a:latin typeface="Poppins"/>
                <a:ea typeface="Poppins"/>
                <a:cs typeface="Poppins"/>
                <a:sym typeface="Poppins"/>
              </a:defRPr>
            </a:lvl9pPr>
          </a:lstStyle>
          <a:p/>
        </p:txBody>
      </p:sp>
      <p:pic>
        <p:nvPicPr>
          <p:cNvPr descr="1.png" id="1296" name="Google Shape;1296;p182"/>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1297" name="Google Shape;1297;p182"/>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1298" name="Google Shape;1298;p18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99" name="Google Shape;1299;p18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_3">
    <p:spTree>
      <p:nvGrpSpPr>
        <p:cNvPr id="1300" name="Shape 1300"/>
        <p:cNvGrpSpPr/>
        <p:nvPr/>
      </p:nvGrpSpPr>
      <p:grpSpPr>
        <a:xfrm>
          <a:off x="0" y="0"/>
          <a:ext cx="0" cy="0"/>
          <a:chOff x="0" y="0"/>
          <a:chExt cx="0" cy="0"/>
        </a:xfrm>
      </p:grpSpPr>
      <p:pic>
        <p:nvPicPr>
          <p:cNvPr id="1301" name="Google Shape;1301;p18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302" name="Google Shape;1302;p18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1303" name="Google Shape;1303;p183"/>
          <p:cNvSpPr txBox="1"/>
          <p:nvPr>
            <p:ph type="title"/>
          </p:nvPr>
        </p:nvSpPr>
        <p:spPr>
          <a:xfrm>
            <a:off x="452400" y="481263"/>
            <a:ext cx="8239200" cy="572400"/>
          </a:xfrm>
          <a:prstGeom prst="rect">
            <a:avLst/>
          </a:prstGeom>
        </p:spPr>
        <p:txBody>
          <a:bodyPr anchorCtr="0" anchor="t" bIns="91425" lIns="91425" spcFirstLastPara="1" rIns="91425" wrap="square" tIns="91425">
            <a:norm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04" name="Google Shape;1304;p183"/>
          <p:cNvSpPr txBox="1"/>
          <p:nvPr>
            <p:ph idx="1" type="body"/>
          </p:nvPr>
        </p:nvSpPr>
        <p:spPr>
          <a:xfrm>
            <a:off x="452400" y="1132825"/>
            <a:ext cx="8239200" cy="34881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305" name="Google Shape;1305;p18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306" name="Google Shape;1306;p18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307" name="Google Shape;1307;p18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1308" name="Google Shape;1308;p18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theme" Target="../theme/theme8.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8.xml"/><Relationship Id="rId22" Type="http://schemas.openxmlformats.org/officeDocument/2006/relationships/slideLayout" Target="../slideLayouts/slideLayout60.xml"/><Relationship Id="rId21" Type="http://schemas.openxmlformats.org/officeDocument/2006/relationships/slideLayout" Target="../slideLayouts/slideLayout59.xml"/><Relationship Id="rId24" Type="http://schemas.openxmlformats.org/officeDocument/2006/relationships/slideLayout" Target="../slideLayouts/slideLayout62.xml"/><Relationship Id="rId23" Type="http://schemas.openxmlformats.org/officeDocument/2006/relationships/slideLayout" Target="../slideLayouts/slideLayout61.xml"/><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26" Type="http://schemas.openxmlformats.org/officeDocument/2006/relationships/slideLayout" Target="../slideLayouts/slideLayout64.xml"/><Relationship Id="rId25" Type="http://schemas.openxmlformats.org/officeDocument/2006/relationships/slideLayout" Target="../slideLayouts/slideLayout63.xml"/><Relationship Id="rId27" Type="http://schemas.openxmlformats.org/officeDocument/2006/relationships/theme" Target="../theme/theme1.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5" Type="http://schemas.openxmlformats.org/officeDocument/2006/relationships/slideLayout" Target="../slideLayouts/slideLayout53.xml"/><Relationship Id="rId14" Type="http://schemas.openxmlformats.org/officeDocument/2006/relationships/slideLayout" Target="../slideLayouts/slideLayout52.xml"/><Relationship Id="rId17" Type="http://schemas.openxmlformats.org/officeDocument/2006/relationships/slideLayout" Target="../slideLayouts/slideLayout55.xml"/><Relationship Id="rId16" Type="http://schemas.openxmlformats.org/officeDocument/2006/relationships/slideLayout" Target="../slideLayouts/slideLayout54.xml"/><Relationship Id="rId19" Type="http://schemas.openxmlformats.org/officeDocument/2006/relationships/slideLayout" Target="../slideLayouts/slideLayout57.xml"/><Relationship Id="rId18"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4.xml"/><Relationship Id="rId22" Type="http://schemas.openxmlformats.org/officeDocument/2006/relationships/slideLayout" Target="../slideLayouts/slideLayout86.xml"/><Relationship Id="rId21" Type="http://schemas.openxmlformats.org/officeDocument/2006/relationships/slideLayout" Target="../slideLayouts/slideLayout85.xml"/><Relationship Id="rId24" Type="http://schemas.openxmlformats.org/officeDocument/2006/relationships/slideLayout" Target="../slideLayouts/slideLayout88.xml"/><Relationship Id="rId23" Type="http://schemas.openxmlformats.org/officeDocument/2006/relationships/slideLayout" Target="../slideLayouts/slideLayout87.xml"/><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26" Type="http://schemas.openxmlformats.org/officeDocument/2006/relationships/slideLayout" Target="../slideLayouts/slideLayout90.xml"/><Relationship Id="rId25" Type="http://schemas.openxmlformats.org/officeDocument/2006/relationships/slideLayout" Target="../slideLayouts/slideLayout89.xml"/><Relationship Id="rId28" Type="http://schemas.openxmlformats.org/officeDocument/2006/relationships/slideLayout" Target="../slideLayouts/slideLayout92.xml"/><Relationship Id="rId27" Type="http://schemas.openxmlformats.org/officeDocument/2006/relationships/slideLayout" Target="../slideLayouts/slideLayout91.xml"/><Relationship Id="rId5" Type="http://schemas.openxmlformats.org/officeDocument/2006/relationships/slideLayout" Target="../slideLayouts/slideLayout69.xml"/><Relationship Id="rId6" Type="http://schemas.openxmlformats.org/officeDocument/2006/relationships/slideLayout" Target="../slideLayouts/slideLayout70.xml"/><Relationship Id="rId29" Type="http://schemas.openxmlformats.org/officeDocument/2006/relationships/slideLayout" Target="../slideLayouts/slideLayout93.xml"/><Relationship Id="rId7" Type="http://schemas.openxmlformats.org/officeDocument/2006/relationships/slideLayout" Target="../slideLayouts/slideLayout71.xml"/><Relationship Id="rId8" Type="http://schemas.openxmlformats.org/officeDocument/2006/relationships/slideLayout" Target="../slideLayouts/slideLayout72.xml"/><Relationship Id="rId31" Type="http://schemas.openxmlformats.org/officeDocument/2006/relationships/slideLayout" Target="../slideLayouts/slideLayout95.xml"/><Relationship Id="rId30" Type="http://schemas.openxmlformats.org/officeDocument/2006/relationships/slideLayout" Target="../slideLayouts/slideLayout94.xml"/><Relationship Id="rId11" Type="http://schemas.openxmlformats.org/officeDocument/2006/relationships/slideLayout" Target="../slideLayouts/slideLayout75.xml"/><Relationship Id="rId33" Type="http://schemas.openxmlformats.org/officeDocument/2006/relationships/slideLayout" Target="../slideLayouts/slideLayout97.xml"/><Relationship Id="rId10" Type="http://schemas.openxmlformats.org/officeDocument/2006/relationships/slideLayout" Target="../slideLayouts/slideLayout74.xml"/><Relationship Id="rId32" Type="http://schemas.openxmlformats.org/officeDocument/2006/relationships/slideLayout" Target="../slideLayouts/slideLayout96.xml"/><Relationship Id="rId13" Type="http://schemas.openxmlformats.org/officeDocument/2006/relationships/slideLayout" Target="../slideLayouts/slideLayout77.xml"/><Relationship Id="rId35" Type="http://schemas.openxmlformats.org/officeDocument/2006/relationships/slideLayout" Target="../slideLayouts/slideLayout99.xml"/><Relationship Id="rId12" Type="http://schemas.openxmlformats.org/officeDocument/2006/relationships/slideLayout" Target="../slideLayouts/slideLayout76.xml"/><Relationship Id="rId34" Type="http://schemas.openxmlformats.org/officeDocument/2006/relationships/slideLayout" Target="../slideLayouts/slideLayout98.xml"/><Relationship Id="rId15" Type="http://schemas.openxmlformats.org/officeDocument/2006/relationships/slideLayout" Target="../slideLayouts/slideLayout79.xml"/><Relationship Id="rId37" Type="http://schemas.openxmlformats.org/officeDocument/2006/relationships/slideLayout" Target="../slideLayouts/slideLayout101.xml"/><Relationship Id="rId14" Type="http://schemas.openxmlformats.org/officeDocument/2006/relationships/slideLayout" Target="../slideLayouts/slideLayout78.xml"/><Relationship Id="rId36" Type="http://schemas.openxmlformats.org/officeDocument/2006/relationships/slideLayout" Target="../slideLayouts/slideLayout100.xml"/><Relationship Id="rId17" Type="http://schemas.openxmlformats.org/officeDocument/2006/relationships/slideLayout" Target="../slideLayouts/slideLayout81.xml"/><Relationship Id="rId39" Type="http://schemas.openxmlformats.org/officeDocument/2006/relationships/theme" Target="../theme/theme6.xml"/><Relationship Id="rId16" Type="http://schemas.openxmlformats.org/officeDocument/2006/relationships/slideLayout" Target="../slideLayouts/slideLayout80.xml"/><Relationship Id="rId38" Type="http://schemas.openxmlformats.org/officeDocument/2006/relationships/slideLayout" Target="../slideLayouts/slideLayout102.xml"/><Relationship Id="rId19" Type="http://schemas.openxmlformats.org/officeDocument/2006/relationships/slideLayout" Target="../slideLayouts/slideLayout83.xml"/><Relationship Id="rId18" Type="http://schemas.openxmlformats.org/officeDocument/2006/relationships/slideLayout" Target="../slideLayouts/slideLayout82.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22.xml"/><Relationship Id="rId22" Type="http://schemas.openxmlformats.org/officeDocument/2006/relationships/slideLayout" Target="../slideLayouts/slideLayout124.xml"/><Relationship Id="rId21" Type="http://schemas.openxmlformats.org/officeDocument/2006/relationships/slideLayout" Target="../slideLayouts/slideLayout123.xml"/><Relationship Id="rId24" Type="http://schemas.openxmlformats.org/officeDocument/2006/relationships/slideLayout" Target="../slideLayouts/slideLayout126.xml"/><Relationship Id="rId23" Type="http://schemas.openxmlformats.org/officeDocument/2006/relationships/slideLayout" Target="../slideLayouts/slideLayout125.xml"/><Relationship Id="rId1" Type="http://schemas.openxmlformats.org/officeDocument/2006/relationships/slideLayout" Target="../slideLayouts/slideLayout103.xml"/><Relationship Id="rId2" Type="http://schemas.openxmlformats.org/officeDocument/2006/relationships/slideLayout" Target="../slideLayouts/slideLayout104.xml"/><Relationship Id="rId3" Type="http://schemas.openxmlformats.org/officeDocument/2006/relationships/slideLayout" Target="../slideLayouts/slideLayout105.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26" Type="http://schemas.openxmlformats.org/officeDocument/2006/relationships/slideLayout" Target="../slideLayouts/slideLayout128.xml"/><Relationship Id="rId25" Type="http://schemas.openxmlformats.org/officeDocument/2006/relationships/slideLayout" Target="../slideLayouts/slideLayout127.xml"/><Relationship Id="rId28" Type="http://schemas.openxmlformats.org/officeDocument/2006/relationships/theme" Target="../theme/theme3.xml"/><Relationship Id="rId27" Type="http://schemas.openxmlformats.org/officeDocument/2006/relationships/slideLayout" Target="../slideLayouts/slideLayout129.xml"/><Relationship Id="rId5" Type="http://schemas.openxmlformats.org/officeDocument/2006/relationships/slideLayout" Target="../slideLayouts/slideLayout107.xml"/><Relationship Id="rId6" Type="http://schemas.openxmlformats.org/officeDocument/2006/relationships/slideLayout" Target="../slideLayouts/slideLayout108.xml"/><Relationship Id="rId7" Type="http://schemas.openxmlformats.org/officeDocument/2006/relationships/slideLayout" Target="../slideLayouts/slideLayout109.xml"/><Relationship Id="rId8" Type="http://schemas.openxmlformats.org/officeDocument/2006/relationships/slideLayout" Target="../slideLayouts/slideLayout110.xml"/><Relationship Id="rId11" Type="http://schemas.openxmlformats.org/officeDocument/2006/relationships/slideLayout" Target="../slideLayouts/slideLayout113.xml"/><Relationship Id="rId10" Type="http://schemas.openxmlformats.org/officeDocument/2006/relationships/slideLayout" Target="../slideLayouts/slideLayout112.xml"/><Relationship Id="rId13" Type="http://schemas.openxmlformats.org/officeDocument/2006/relationships/slideLayout" Target="../slideLayouts/slideLayout115.xml"/><Relationship Id="rId12" Type="http://schemas.openxmlformats.org/officeDocument/2006/relationships/slideLayout" Target="../slideLayouts/slideLayout114.xml"/><Relationship Id="rId15" Type="http://schemas.openxmlformats.org/officeDocument/2006/relationships/slideLayout" Target="../slideLayouts/slideLayout117.xml"/><Relationship Id="rId14" Type="http://schemas.openxmlformats.org/officeDocument/2006/relationships/slideLayout" Target="../slideLayouts/slideLayout116.xml"/><Relationship Id="rId17" Type="http://schemas.openxmlformats.org/officeDocument/2006/relationships/slideLayout" Target="../slideLayouts/slideLayout119.xml"/><Relationship Id="rId16" Type="http://schemas.openxmlformats.org/officeDocument/2006/relationships/slideLayout" Target="../slideLayouts/slideLayout118.xml"/><Relationship Id="rId19" Type="http://schemas.openxmlformats.org/officeDocument/2006/relationships/slideLayout" Target="../slideLayouts/slideLayout121.xml"/><Relationship Id="rId18" Type="http://schemas.openxmlformats.org/officeDocument/2006/relationships/slideLayout" Target="../slideLayouts/slideLayout120.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49.xml"/><Relationship Id="rId22" Type="http://schemas.openxmlformats.org/officeDocument/2006/relationships/slideLayout" Target="../slideLayouts/slideLayout151.xml"/><Relationship Id="rId21" Type="http://schemas.openxmlformats.org/officeDocument/2006/relationships/slideLayout" Target="../slideLayouts/slideLayout150.xml"/><Relationship Id="rId24" Type="http://schemas.openxmlformats.org/officeDocument/2006/relationships/slideLayout" Target="../slideLayouts/slideLayout153.xml"/><Relationship Id="rId23" Type="http://schemas.openxmlformats.org/officeDocument/2006/relationships/slideLayout" Target="../slideLayouts/slideLayout152.xml"/><Relationship Id="rId1" Type="http://schemas.openxmlformats.org/officeDocument/2006/relationships/slideLayout" Target="../slideLayouts/slideLayout130.xml"/><Relationship Id="rId2" Type="http://schemas.openxmlformats.org/officeDocument/2006/relationships/slideLayout" Target="../slideLayouts/slideLayout131.xml"/><Relationship Id="rId3" Type="http://schemas.openxmlformats.org/officeDocument/2006/relationships/slideLayout" Target="../slideLayouts/slideLayout132.xml"/><Relationship Id="rId4" Type="http://schemas.openxmlformats.org/officeDocument/2006/relationships/slideLayout" Target="../slideLayouts/slideLayout133.xml"/><Relationship Id="rId9" Type="http://schemas.openxmlformats.org/officeDocument/2006/relationships/slideLayout" Target="../slideLayouts/slideLayout138.xml"/><Relationship Id="rId26" Type="http://schemas.openxmlformats.org/officeDocument/2006/relationships/slideLayout" Target="../slideLayouts/slideLayout155.xml"/><Relationship Id="rId25" Type="http://schemas.openxmlformats.org/officeDocument/2006/relationships/slideLayout" Target="../slideLayouts/slideLayout154.xml"/><Relationship Id="rId28" Type="http://schemas.openxmlformats.org/officeDocument/2006/relationships/theme" Target="../theme/theme7.xml"/><Relationship Id="rId27" Type="http://schemas.openxmlformats.org/officeDocument/2006/relationships/slideLayout" Target="../slideLayouts/slideLayout156.xml"/><Relationship Id="rId5" Type="http://schemas.openxmlformats.org/officeDocument/2006/relationships/slideLayout" Target="../slideLayouts/slideLayout134.xml"/><Relationship Id="rId6" Type="http://schemas.openxmlformats.org/officeDocument/2006/relationships/slideLayout" Target="../slideLayouts/slideLayout135.xml"/><Relationship Id="rId7" Type="http://schemas.openxmlformats.org/officeDocument/2006/relationships/slideLayout" Target="../slideLayouts/slideLayout136.xml"/><Relationship Id="rId8" Type="http://schemas.openxmlformats.org/officeDocument/2006/relationships/slideLayout" Target="../slideLayouts/slideLayout137.xml"/><Relationship Id="rId11" Type="http://schemas.openxmlformats.org/officeDocument/2006/relationships/slideLayout" Target="../slideLayouts/slideLayout140.xml"/><Relationship Id="rId10" Type="http://schemas.openxmlformats.org/officeDocument/2006/relationships/slideLayout" Target="../slideLayouts/slideLayout139.xml"/><Relationship Id="rId13" Type="http://schemas.openxmlformats.org/officeDocument/2006/relationships/slideLayout" Target="../slideLayouts/slideLayout142.xml"/><Relationship Id="rId12" Type="http://schemas.openxmlformats.org/officeDocument/2006/relationships/slideLayout" Target="../slideLayouts/slideLayout141.xml"/><Relationship Id="rId15" Type="http://schemas.openxmlformats.org/officeDocument/2006/relationships/slideLayout" Target="../slideLayouts/slideLayout144.xml"/><Relationship Id="rId14" Type="http://schemas.openxmlformats.org/officeDocument/2006/relationships/slideLayout" Target="../slideLayouts/slideLayout143.xml"/><Relationship Id="rId17" Type="http://schemas.openxmlformats.org/officeDocument/2006/relationships/slideLayout" Target="../slideLayouts/slideLayout146.xml"/><Relationship Id="rId16" Type="http://schemas.openxmlformats.org/officeDocument/2006/relationships/slideLayout" Target="../slideLayouts/slideLayout145.xml"/><Relationship Id="rId19" Type="http://schemas.openxmlformats.org/officeDocument/2006/relationships/slideLayout" Target="../slideLayouts/slideLayout148.xml"/><Relationship Id="rId18" Type="http://schemas.openxmlformats.org/officeDocument/2006/relationships/slideLayout" Target="../slideLayouts/slideLayout147.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57.xml"/><Relationship Id="rId2" Type="http://schemas.openxmlformats.org/officeDocument/2006/relationships/theme" Target="../theme/theme9.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58.xml"/><Relationship Id="rId2" Type="http://schemas.openxmlformats.org/officeDocument/2006/relationships/slideLayout" Target="../slideLayouts/slideLayout159.xml"/><Relationship Id="rId3" Type="http://schemas.openxmlformats.org/officeDocument/2006/relationships/slideLayout" Target="../slideLayouts/slideLayout160.xml"/><Relationship Id="rId4" Type="http://schemas.openxmlformats.org/officeDocument/2006/relationships/slideLayout" Target="../slideLayouts/slideLayout161.xml"/><Relationship Id="rId9" Type="http://schemas.openxmlformats.org/officeDocument/2006/relationships/slideLayout" Target="../slideLayouts/slideLayout166.xml"/><Relationship Id="rId5" Type="http://schemas.openxmlformats.org/officeDocument/2006/relationships/slideLayout" Target="../slideLayouts/slideLayout162.xml"/><Relationship Id="rId6" Type="http://schemas.openxmlformats.org/officeDocument/2006/relationships/slideLayout" Target="../slideLayouts/slideLayout163.xml"/><Relationship Id="rId7" Type="http://schemas.openxmlformats.org/officeDocument/2006/relationships/slideLayout" Target="../slideLayouts/slideLayout164.xml"/><Relationship Id="rId8" Type="http://schemas.openxmlformats.org/officeDocument/2006/relationships/slideLayout" Target="../slideLayouts/slideLayout165.xml"/><Relationship Id="rId11" Type="http://schemas.openxmlformats.org/officeDocument/2006/relationships/slideLayout" Target="../slideLayouts/slideLayout168.xml"/><Relationship Id="rId10" Type="http://schemas.openxmlformats.org/officeDocument/2006/relationships/slideLayout" Target="../slideLayouts/slideLayout167.xml"/><Relationship Id="rId13" Type="http://schemas.openxmlformats.org/officeDocument/2006/relationships/slideLayout" Target="../slideLayouts/slideLayout170.xml"/><Relationship Id="rId12" Type="http://schemas.openxmlformats.org/officeDocument/2006/relationships/slideLayout" Target="../slideLayouts/slideLayout169.xml"/><Relationship Id="rId15" Type="http://schemas.openxmlformats.org/officeDocument/2006/relationships/slideLayout" Target="../slideLayouts/slideLayout172.xml"/><Relationship Id="rId14" Type="http://schemas.openxmlformats.org/officeDocument/2006/relationships/slideLayout" Target="../slideLayouts/slideLayout171.xml"/><Relationship Id="rId17" Type="http://schemas.openxmlformats.org/officeDocument/2006/relationships/slideLayout" Target="../slideLayouts/slideLayout174.xml"/><Relationship Id="rId16" Type="http://schemas.openxmlformats.org/officeDocument/2006/relationships/slideLayout" Target="../slideLayouts/slideLayout173.xml"/><Relationship Id="rId19" Type="http://schemas.openxmlformats.org/officeDocument/2006/relationships/theme" Target="../theme/theme4.xml"/><Relationship Id="rId18" Type="http://schemas.openxmlformats.org/officeDocument/2006/relationships/slideLayout" Target="../slideLayouts/slideLayout17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70" name="Shape 270"/>
        <p:cNvGrpSpPr/>
        <p:nvPr/>
      </p:nvGrpSpPr>
      <p:grpSpPr>
        <a:xfrm>
          <a:off x="0" y="0"/>
          <a:ext cx="0" cy="0"/>
          <a:chOff x="0" y="0"/>
          <a:chExt cx="0" cy="0"/>
        </a:xfrm>
      </p:grpSpPr>
      <p:sp>
        <p:nvSpPr>
          <p:cNvPr id="271" name="Google Shape;271;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72" name="Google Shape;272;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4" name="Shape 484"/>
        <p:cNvGrpSpPr/>
        <p:nvPr/>
      </p:nvGrpSpPr>
      <p:grpSpPr>
        <a:xfrm>
          <a:off x="0" y="0"/>
          <a:ext cx="0" cy="0"/>
          <a:chOff x="0" y="0"/>
          <a:chExt cx="0" cy="0"/>
        </a:xfrm>
      </p:grpSpPr>
      <p:sp>
        <p:nvSpPr>
          <p:cNvPr id="485" name="Google Shape;485;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86" name="Google Shape;486;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77" name="Shape 777"/>
        <p:cNvGrpSpPr/>
        <p:nvPr/>
      </p:nvGrpSpPr>
      <p:grpSpPr>
        <a:xfrm>
          <a:off x="0" y="0"/>
          <a:ext cx="0" cy="0"/>
          <a:chOff x="0" y="0"/>
          <a:chExt cx="0" cy="0"/>
        </a:xfrm>
      </p:grpSpPr>
      <p:sp>
        <p:nvSpPr>
          <p:cNvPr id="778" name="Google Shape;778;p10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79" name="Google Shape;779;p10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 id="2147483768" r:id="rId19"/>
    <p:sldLayoutId id="2147483769" r:id="rId20"/>
    <p:sldLayoutId id="2147483770" r:id="rId21"/>
    <p:sldLayoutId id="2147483771" r:id="rId22"/>
    <p:sldLayoutId id="2147483772" r:id="rId23"/>
    <p:sldLayoutId id="2147483773" r:id="rId24"/>
    <p:sldLayoutId id="2147483774" r:id="rId25"/>
    <p:sldLayoutId id="2147483775" r:id="rId26"/>
    <p:sldLayoutId id="2147483776"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7" name="Shape 997"/>
        <p:cNvGrpSpPr/>
        <p:nvPr/>
      </p:nvGrpSpPr>
      <p:grpSpPr>
        <a:xfrm>
          <a:off x="0" y="0"/>
          <a:ext cx="0" cy="0"/>
          <a:chOff x="0" y="0"/>
          <a:chExt cx="0" cy="0"/>
        </a:xfrm>
      </p:grpSpPr>
      <p:sp>
        <p:nvSpPr>
          <p:cNvPr id="998" name="Google Shape;998;p1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999" name="Google Shape;999;p1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 id="2147483795" r:id="rId19"/>
    <p:sldLayoutId id="2147483796" r:id="rId20"/>
    <p:sldLayoutId id="2147483797" r:id="rId21"/>
    <p:sldLayoutId id="2147483798" r:id="rId22"/>
    <p:sldLayoutId id="2147483799" r:id="rId23"/>
    <p:sldLayoutId id="2147483800" r:id="rId24"/>
    <p:sldLayoutId id="2147483801" r:id="rId25"/>
    <p:sldLayoutId id="2147483802" r:id="rId26"/>
    <p:sldLayoutId id="2147483803"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80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20" name="Shape 1220"/>
        <p:cNvGrpSpPr/>
        <p:nvPr/>
      </p:nvGrpSpPr>
      <p:grpSpPr>
        <a:xfrm>
          <a:off x="0" y="0"/>
          <a:ext cx="0" cy="0"/>
          <a:chOff x="0" y="0"/>
          <a:chExt cx="0" cy="0"/>
        </a:xfrm>
      </p:grpSpPr>
      <p:sp>
        <p:nvSpPr>
          <p:cNvPr id="1221" name="Google Shape;1221;p1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222" name="Google Shape;1222;p16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23" name="Google Shape;1223;p1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4.xml"/><Relationship Id="rId3" Type="http://schemas.openxmlformats.org/officeDocument/2006/relationships/image" Target="../media/image252.png"/><Relationship Id="rId4" Type="http://schemas.openxmlformats.org/officeDocument/2006/relationships/image" Target="../media/image25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6.xml"/><Relationship Id="rId3" Type="http://schemas.openxmlformats.org/officeDocument/2006/relationships/image" Target="../media/image25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4.xml"/><Relationship Id="rId2" Type="http://schemas.openxmlformats.org/officeDocument/2006/relationships/notesSlide" Target="../notesSlides/notesSlide7.xml"/><Relationship Id="rId3" Type="http://schemas.openxmlformats.org/officeDocument/2006/relationships/image" Target="../media/image250.png"/><Relationship Id="rId4" Type="http://schemas.openxmlformats.org/officeDocument/2006/relationships/image" Target="../media/image26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7.xml"/><Relationship Id="rId2" Type="http://schemas.openxmlformats.org/officeDocument/2006/relationships/notesSlide" Target="../notesSlides/notesSlide8.xml"/><Relationship Id="rId3" Type="http://schemas.openxmlformats.org/officeDocument/2006/relationships/hyperlink" Target="https://app.notion.com/p/codepathdotorg/Tech-Fellow-Applications-3826208b00cd813daa59ee270d09ea5f" TargetMode="External"/><Relationship Id="rId4" Type="http://schemas.openxmlformats.org/officeDocument/2006/relationships/hyperlink" Target="https://app.notion.com/p/codepathdotorg/Tech-Fellow-Applications-3826208b00cd813daa59ee270d09ea5f" TargetMode="External"/><Relationship Id="rId5" Type="http://schemas.openxmlformats.org/officeDocument/2006/relationships/hyperlink" Target="http://apply.codepath.org/organizations/codepathorg/application/tech-fellow-dts-fall-2026/versions/dts-newtf-su26student/requirements" TargetMode="External"/><Relationship Id="rId6" Type="http://schemas.openxmlformats.org/officeDocument/2006/relationships/hyperlink" Target="http://apply.codepath.org/organizations/codepathorg/application/tech-fellow-dts-fall-2026/versions/dts-newtf-su26student/requirement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7.xml"/><Relationship Id="rId2" Type="http://schemas.openxmlformats.org/officeDocument/2006/relationships/notesSlide" Target="../notesSlides/notesSlide9.xml"/><Relationship Id="rId3" Type="http://schemas.openxmlformats.org/officeDocument/2006/relationships/image" Target="../media/image254.png"/><Relationship Id="rId4" Type="http://schemas.openxmlformats.org/officeDocument/2006/relationships/image" Target="../media/image25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5.xml"/><Relationship Id="rId2" Type="http://schemas.openxmlformats.org/officeDocument/2006/relationships/notesSlide" Target="../notesSlides/notesSlide10.xml"/><Relationship Id="rId3" Type="http://schemas.openxmlformats.org/officeDocument/2006/relationships/hyperlink" Target="http://prework-codepath.slack.com" TargetMode="External"/><Relationship Id="rId4" Type="http://schemas.openxmlformats.org/officeDocument/2006/relationships/hyperlink" Target="https://us06web.zoom.us/meeting/register/SkwMHWVZRYaT_Dokl-DQEQ"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5.xml"/><Relationship Id="rId3" Type="http://schemas.openxmlformats.org/officeDocument/2006/relationships/hyperlink" Target="https://create.kahoot.it/share/su26-tip101/2e80c048-f2dc-418a-bdc2-55403f413a5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6.xml"/><Relationship Id="rId3" Type="http://schemas.openxmlformats.org/officeDocument/2006/relationships/hyperlink" Target="https://padlet.com/corybrooks2/su26-tip101-s2-shoutouts-memories-thoughts-etc-mk5mxvs9qajv3y3e" TargetMode="External"/><Relationship Id="rId4" Type="http://schemas.openxmlformats.org/officeDocument/2006/relationships/hyperlink" Target="http://www.youtube.com/watch?v=Jwd_lkXoLKk" TargetMode="External"/><Relationship Id="rId5" Type="http://schemas.openxmlformats.org/officeDocument/2006/relationships/image" Target="../media/image25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notesSlide" Target="../notesSlides/notesSlide17.xml"/><Relationship Id="rId3" Type="http://schemas.openxmlformats.org/officeDocument/2006/relationships/hyperlink" Target="http://www.youtube.com/watch?v=Jwd_lkXoLKk" TargetMode="External"/><Relationship Id="rId4" Type="http://schemas.openxmlformats.org/officeDocument/2006/relationships/image" Target="../media/image25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22.xml"/><Relationship Id="rId3" Type="http://schemas.openxmlformats.org/officeDocument/2006/relationships/image" Target="../media/image268.png"/><Relationship Id="rId4" Type="http://schemas.openxmlformats.org/officeDocument/2006/relationships/hyperlink" Target="http://www.youtube.com/watch?v=GIvw_QLmmQE" TargetMode="External"/><Relationship Id="rId5" Type="http://schemas.openxmlformats.org/officeDocument/2006/relationships/image" Target="../media/image25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23.xml"/><Relationship Id="rId3" Type="http://schemas.openxmlformats.org/officeDocument/2006/relationships/slide" Target="/ppt/slides/slide7.xml"/><Relationship Id="rId4"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hyperlink" Target="http://codepath.org/courses" TargetMode="External"/><Relationship Id="rId7" Type="http://schemas.openxmlformats.org/officeDocument/2006/relationships/slide" Target="/ppt/slides/slide10.xml"/><Relationship Id="rId8" Type="http://schemas.openxmlformats.org/officeDocument/2006/relationships/image" Target="../media/image26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24.xml"/><Relationship Id="rId3" Type="http://schemas.openxmlformats.org/officeDocument/2006/relationships/image" Target="../media/image26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notesSlide" Target="../notesSlides/notesSlide25.xml"/><Relationship Id="rId3" Type="http://schemas.openxmlformats.org/officeDocument/2006/relationships/image" Target="../media/image26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184"/>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You did it! 🥳🎉</a:t>
            </a:r>
            <a:endParaRPr sz="3600"/>
          </a:p>
        </p:txBody>
      </p:sp>
      <p:sp>
        <p:nvSpPr>
          <p:cNvPr id="1314" name="Google Shape;1314;p184"/>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8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320" name="Google Shape;1320;p185"/>
          <p:cNvGraphicFramePr/>
          <p:nvPr/>
        </p:nvGraphicFramePr>
        <p:xfrm>
          <a:off x="451525" y="1242597"/>
          <a:ext cx="3000000" cy="3000000"/>
        </p:xfrm>
        <a:graphic>
          <a:graphicData uri="http://schemas.openxmlformats.org/drawingml/2006/table">
            <a:tbl>
              <a:tblPr>
                <a:noFill/>
                <a:tableStyleId>{2BB03704-AC0A-4754-844D-DD72759CE807}</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Celebrate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186"/>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1326" name="Google Shape;1326;p186"/>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18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32" name="Google Shape;1332;p187"/>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1333" name="Google Shape;1333;p187"/>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1334" name="Google Shape;1334;p187"/>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1335" name="Google Shape;1335;p187"/>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88"/>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 minutes</a:t>
            </a:r>
            <a:endParaRPr/>
          </a:p>
        </p:txBody>
      </p:sp>
      <p:sp>
        <p:nvSpPr>
          <p:cNvPr id="1341" name="Google Shape;1341;p18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2" name="Google Shape;1342;p18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We did it! Now that we have completed our semester, what will you guys be doing to celebrate before work/school begins again?</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189"/>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a:t>
            </a:r>
            <a:endParaRPr/>
          </a:p>
        </p:txBody>
      </p:sp>
      <p:sp>
        <p:nvSpPr>
          <p:cNvPr id="1348" name="Google Shape;1348;p189"/>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Last class :’( </a:t>
            </a:r>
            <a:endParaRPr b="1"/>
          </a:p>
          <a:p>
            <a:pPr indent="-342900" lvl="1" marL="914400" rtl="0" algn="l">
              <a:spcBef>
                <a:spcPts val="0"/>
              </a:spcBef>
              <a:spcAft>
                <a:spcPts val="0"/>
              </a:spcAft>
              <a:buSzPts val="1800"/>
              <a:buChar char="●"/>
            </a:pPr>
            <a:r>
              <a:rPr lang="en"/>
              <a:t>Let’s finish strong and make sure any remaining questions are closed</a:t>
            </a:r>
            <a:r>
              <a:rPr b="1" lang="en"/>
              <a:t>.</a:t>
            </a:r>
            <a:endParaRPr b="1"/>
          </a:p>
          <a:p>
            <a:pPr indent="-342900" lvl="0" marL="457200" rtl="0" algn="l">
              <a:spcBef>
                <a:spcPts val="0"/>
              </a:spcBef>
              <a:spcAft>
                <a:spcPts val="0"/>
              </a:spcAft>
              <a:buSzPts val="1800"/>
              <a:buChar char="✱"/>
            </a:pPr>
            <a:r>
              <a:rPr lang="en"/>
              <a:t>Celebratory class, today we will take a breather and look back at our progress before our last breakout room session.</a:t>
            </a:r>
            <a:endParaRPr/>
          </a:p>
          <a:p>
            <a:pPr indent="0" lvl="0" marL="457200" rtl="0" algn="l">
              <a:spcBef>
                <a:spcPts val="1600"/>
              </a:spcBef>
              <a:spcAft>
                <a:spcPts val="1600"/>
              </a:spcAft>
              <a:buNone/>
            </a:pPr>
            <a:r>
              <a:t/>
            </a:r>
            <a:endParaRPr/>
          </a:p>
        </p:txBody>
      </p:sp>
      <p:sp>
        <p:nvSpPr>
          <p:cNvPr id="1349" name="Google Shape;1349;p18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50" name="Google Shape;1350;p189"/>
          <p:cNvPicPr preferRelativeResize="0"/>
          <p:nvPr/>
        </p:nvPicPr>
        <p:blipFill>
          <a:blip r:embed="rId3">
            <a:alphaModFix/>
          </a:blip>
          <a:stretch>
            <a:fillRect/>
          </a:stretch>
        </p:blipFill>
        <p:spPr>
          <a:xfrm>
            <a:off x="452400" y="350275"/>
            <a:ext cx="679601" cy="679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190"/>
          <p:cNvSpPr/>
          <p:nvPr/>
        </p:nvSpPr>
        <p:spPr>
          <a:xfrm>
            <a:off x="156275" y="568300"/>
            <a:ext cx="8838600" cy="853800"/>
          </a:xfrm>
          <a:prstGeom prst="roundRect">
            <a:avLst>
              <a:gd fmla="val 11827" name="adj"/>
            </a:avLst>
          </a:prstGeom>
          <a:solidFill>
            <a:srgbClr val="1E1D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Poppins"/>
              <a:ea typeface="Poppins"/>
              <a:cs typeface="Poppins"/>
              <a:sym typeface="Poppins"/>
            </a:endParaRPr>
          </a:p>
        </p:txBody>
      </p:sp>
      <p:sp>
        <p:nvSpPr>
          <p:cNvPr id="1356" name="Google Shape;1356;p190"/>
          <p:cNvSpPr txBox="1"/>
          <p:nvPr>
            <p:ph type="title"/>
          </p:nvPr>
        </p:nvSpPr>
        <p:spPr>
          <a:xfrm>
            <a:off x="317400" y="710775"/>
            <a:ext cx="91440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lt1"/>
                </a:solidFill>
              </a:rPr>
              <a:t>Interview practice with tech professionals</a:t>
            </a:r>
            <a:endParaRPr sz="2500">
              <a:solidFill>
                <a:schemeClr val="lt1"/>
              </a:solidFill>
            </a:endParaRPr>
          </a:p>
        </p:txBody>
      </p:sp>
      <p:sp>
        <p:nvSpPr>
          <p:cNvPr id="1357" name="Google Shape;1357;p190"/>
          <p:cNvSpPr txBox="1"/>
          <p:nvPr/>
        </p:nvSpPr>
        <p:spPr>
          <a:xfrm>
            <a:off x="280097" y="4602596"/>
            <a:ext cx="7635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700">
                <a:solidFill>
                  <a:srgbClr val="1E1D53"/>
                </a:solidFill>
                <a:latin typeface="Poppins"/>
                <a:ea typeface="Poppins"/>
                <a:cs typeface="Poppins"/>
                <a:sym typeface="Poppins"/>
              </a:rPr>
              <a:t>Don’t wait to sign up - popular timeslots fill quickly!</a:t>
            </a:r>
            <a:endParaRPr b="1" i="1" sz="1600">
              <a:solidFill>
                <a:srgbClr val="1E1D53"/>
              </a:solidFill>
            </a:endParaRPr>
          </a:p>
        </p:txBody>
      </p:sp>
      <p:sp>
        <p:nvSpPr>
          <p:cNvPr id="1358" name="Google Shape;1358;p190"/>
          <p:cNvSpPr/>
          <p:nvPr/>
        </p:nvSpPr>
        <p:spPr>
          <a:xfrm>
            <a:off x="-9875" y="197250"/>
            <a:ext cx="4478400" cy="446400"/>
          </a:xfrm>
          <a:prstGeom prst="roundRect">
            <a:avLst>
              <a:gd fmla="val 0" name="adj"/>
            </a:avLst>
          </a:prstGeom>
          <a:solidFill>
            <a:srgbClr val="00C98E"/>
          </a:solidFill>
          <a:ln cap="flat" cmpd="sng" w="9525">
            <a:solidFill>
              <a:srgbClr val="02BC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p>
        </p:txBody>
      </p:sp>
      <p:sp>
        <p:nvSpPr>
          <p:cNvPr id="1359" name="Google Shape;1359;p190"/>
          <p:cNvSpPr txBox="1"/>
          <p:nvPr/>
        </p:nvSpPr>
        <p:spPr>
          <a:xfrm>
            <a:off x="288916" y="185925"/>
            <a:ext cx="3261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FFFFFF"/>
                </a:solidFill>
                <a:latin typeface="Poppins"/>
                <a:ea typeface="Poppins"/>
                <a:cs typeface="Poppins"/>
                <a:sym typeface="Poppins"/>
              </a:rPr>
              <a:t>Limited spaces available!</a:t>
            </a:r>
            <a:endParaRPr sz="1900">
              <a:solidFill>
                <a:srgbClr val="FFFFFF"/>
              </a:solidFill>
            </a:endParaRPr>
          </a:p>
        </p:txBody>
      </p:sp>
      <p:sp>
        <p:nvSpPr>
          <p:cNvPr id="1360" name="Google Shape;1360;p190"/>
          <p:cNvSpPr/>
          <p:nvPr/>
        </p:nvSpPr>
        <p:spPr>
          <a:xfrm>
            <a:off x="4723000" y="1743200"/>
            <a:ext cx="4371300" cy="572400"/>
          </a:xfrm>
          <a:prstGeom prst="roundRect">
            <a:avLst>
              <a:gd fmla="val 16667" name="adj"/>
            </a:avLst>
          </a:prstGeom>
          <a:solidFill>
            <a:srgbClr val="00CD89"/>
          </a:solidFill>
          <a:ln cap="flat" cmpd="sng" w="9525">
            <a:solidFill>
              <a:srgbClr val="02BC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1361" name="Google Shape;1361;p190"/>
          <p:cNvSpPr txBox="1"/>
          <p:nvPr/>
        </p:nvSpPr>
        <p:spPr>
          <a:xfrm>
            <a:off x="4693195" y="1790175"/>
            <a:ext cx="4236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1B1C57"/>
                </a:solidFill>
                <a:latin typeface="Poppins"/>
                <a:ea typeface="Poppins"/>
                <a:cs typeface="Poppins"/>
                <a:sym typeface="Poppins"/>
              </a:rPr>
              <a:t>go.codepath.org/technical-interviews</a:t>
            </a:r>
            <a:endParaRPr sz="1800">
              <a:solidFill>
                <a:srgbClr val="1B1C57"/>
              </a:solidFill>
            </a:endParaRPr>
          </a:p>
        </p:txBody>
      </p:sp>
      <p:sp>
        <p:nvSpPr>
          <p:cNvPr id="1362" name="Google Shape;1362;p190"/>
          <p:cNvSpPr txBox="1"/>
          <p:nvPr>
            <p:ph idx="4294967295" type="body"/>
          </p:nvPr>
        </p:nvSpPr>
        <p:spPr>
          <a:xfrm>
            <a:off x="280100" y="1662300"/>
            <a:ext cx="4551300" cy="15750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sz="2200">
                <a:solidFill>
                  <a:srgbClr val="1E1D53"/>
                </a:solidFill>
              </a:rPr>
              <a:t>Technical Interview Week</a:t>
            </a:r>
            <a:br>
              <a:rPr b="1" lang="en" sz="2000">
                <a:solidFill>
                  <a:srgbClr val="1E1D53"/>
                </a:solidFill>
              </a:rPr>
            </a:br>
            <a:r>
              <a:rPr i="1" lang="en" sz="1600">
                <a:solidFill>
                  <a:srgbClr val="1E1D53"/>
                </a:solidFill>
              </a:rPr>
              <a:t>August 17 - 20</a:t>
            </a:r>
            <a:br>
              <a:rPr i="1" lang="en" sz="1600">
                <a:solidFill>
                  <a:srgbClr val="1E1D53"/>
                </a:solidFill>
              </a:rPr>
            </a:br>
            <a:r>
              <a:rPr lang="en" sz="1600">
                <a:solidFill>
                  <a:srgbClr val="1E1D53"/>
                </a:solidFill>
              </a:rPr>
              <a:t>Practice technical interview techniques and responses with experienced engineers</a:t>
            </a:r>
            <a:endParaRPr sz="1600">
              <a:solidFill>
                <a:srgbClr val="1E1D53"/>
              </a:solidFill>
            </a:endParaRPr>
          </a:p>
        </p:txBody>
      </p:sp>
      <p:sp>
        <p:nvSpPr>
          <p:cNvPr id="1363" name="Google Shape;1363;p190"/>
          <p:cNvSpPr/>
          <p:nvPr/>
        </p:nvSpPr>
        <p:spPr>
          <a:xfrm>
            <a:off x="4725064" y="3308925"/>
            <a:ext cx="4371300" cy="572400"/>
          </a:xfrm>
          <a:prstGeom prst="roundRect">
            <a:avLst>
              <a:gd fmla="val 16667" name="adj"/>
            </a:avLst>
          </a:prstGeom>
          <a:solidFill>
            <a:srgbClr val="00CD89"/>
          </a:solidFill>
          <a:ln cap="flat" cmpd="sng" w="9525">
            <a:solidFill>
              <a:srgbClr val="02BC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1364" name="Google Shape;1364;p190"/>
          <p:cNvSpPr txBox="1"/>
          <p:nvPr>
            <p:ph idx="4294967295" type="body"/>
          </p:nvPr>
        </p:nvSpPr>
        <p:spPr>
          <a:xfrm>
            <a:off x="282125" y="3268500"/>
            <a:ext cx="4386900" cy="15750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sz="2200">
                <a:solidFill>
                  <a:srgbClr val="1E1D53"/>
                </a:solidFill>
              </a:rPr>
              <a:t>Behavioral Interview Week</a:t>
            </a:r>
            <a:br>
              <a:rPr b="1" lang="en" sz="2000">
                <a:solidFill>
                  <a:srgbClr val="1E1D53"/>
                </a:solidFill>
              </a:rPr>
            </a:br>
            <a:r>
              <a:rPr i="1" lang="en" sz="1600">
                <a:solidFill>
                  <a:srgbClr val="1E1D53"/>
                </a:solidFill>
              </a:rPr>
              <a:t>August 24 - 27</a:t>
            </a:r>
            <a:br>
              <a:rPr i="1" lang="en" sz="1600">
                <a:solidFill>
                  <a:srgbClr val="1E1D53"/>
                </a:solidFill>
              </a:rPr>
            </a:br>
            <a:r>
              <a:rPr lang="en" sz="1600">
                <a:solidFill>
                  <a:srgbClr val="1E1D53"/>
                </a:solidFill>
              </a:rPr>
              <a:t>1:1 mock behavioral interviews and feedback from tech professionals</a:t>
            </a:r>
            <a:endParaRPr sz="1600">
              <a:solidFill>
                <a:srgbClr val="1E1D53"/>
              </a:solidFill>
            </a:endParaRPr>
          </a:p>
        </p:txBody>
      </p:sp>
      <p:sp>
        <p:nvSpPr>
          <p:cNvPr id="1365" name="Google Shape;1365;p190"/>
          <p:cNvSpPr txBox="1"/>
          <p:nvPr/>
        </p:nvSpPr>
        <p:spPr>
          <a:xfrm>
            <a:off x="4695795" y="3353300"/>
            <a:ext cx="4373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1B1C57"/>
                </a:solidFill>
                <a:latin typeface="Poppins"/>
                <a:ea typeface="Poppins"/>
                <a:cs typeface="Poppins"/>
                <a:sym typeface="Poppins"/>
              </a:rPr>
              <a:t>go.codepath.org/behavioral-interviews</a:t>
            </a:r>
            <a:endParaRPr sz="1800">
              <a:solidFill>
                <a:srgbClr val="1B1C57"/>
              </a:solidFill>
            </a:endParaRPr>
          </a:p>
        </p:txBody>
      </p:sp>
      <p:sp>
        <p:nvSpPr>
          <p:cNvPr id="1366" name="Google Shape;1366;p190"/>
          <p:cNvSpPr/>
          <p:nvPr/>
        </p:nvSpPr>
        <p:spPr>
          <a:xfrm>
            <a:off x="7977425" y="2238825"/>
            <a:ext cx="858900" cy="8538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QR code</a:t>
            </a:r>
            <a:endParaRPr>
              <a:latin typeface="Poppins"/>
              <a:ea typeface="Poppins"/>
              <a:cs typeface="Poppins"/>
              <a:sym typeface="Poppins"/>
            </a:endParaRPr>
          </a:p>
        </p:txBody>
      </p:sp>
      <p:sp>
        <p:nvSpPr>
          <p:cNvPr id="1367" name="Google Shape;1367;p190"/>
          <p:cNvSpPr/>
          <p:nvPr/>
        </p:nvSpPr>
        <p:spPr>
          <a:xfrm>
            <a:off x="7980014" y="3814426"/>
            <a:ext cx="858900" cy="8538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QR code</a:t>
            </a:r>
            <a:endParaRPr>
              <a:latin typeface="Poppins"/>
              <a:ea typeface="Poppins"/>
              <a:cs typeface="Poppins"/>
              <a:sym typeface="Poppins"/>
            </a:endParaRPr>
          </a:p>
        </p:txBody>
      </p:sp>
      <p:pic>
        <p:nvPicPr>
          <p:cNvPr id="1368" name="Google Shape;1368;p190" title="72425913-technical-interviews-20260730.png"/>
          <p:cNvPicPr preferRelativeResize="0"/>
          <p:nvPr/>
        </p:nvPicPr>
        <p:blipFill>
          <a:blip r:embed="rId3">
            <a:alphaModFix/>
          </a:blip>
          <a:stretch>
            <a:fillRect/>
          </a:stretch>
        </p:blipFill>
        <p:spPr>
          <a:xfrm>
            <a:off x="7971067" y="2224976"/>
            <a:ext cx="904500" cy="904525"/>
          </a:xfrm>
          <a:prstGeom prst="rect">
            <a:avLst/>
          </a:prstGeom>
          <a:noFill/>
          <a:ln cap="flat" cmpd="sng" w="19050">
            <a:solidFill>
              <a:srgbClr val="06BCFF"/>
            </a:solidFill>
            <a:prstDash val="solid"/>
            <a:round/>
            <a:headEnd len="sm" w="sm" type="none"/>
            <a:tailEnd len="sm" w="sm" type="none"/>
          </a:ln>
        </p:spPr>
      </p:pic>
      <p:pic>
        <p:nvPicPr>
          <p:cNvPr id="1369" name="Google Shape;1369;p190" title="72425978-behavioral-interviews-20260730.png"/>
          <p:cNvPicPr preferRelativeResize="0"/>
          <p:nvPr/>
        </p:nvPicPr>
        <p:blipFill>
          <a:blip r:embed="rId4">
            <a:alphaModFix/>
          </a:blip>
          <a:stretch>
            <a:fillRect/>
          </a:stretch>
        </p:blipFill>
        <p:spPr>
          <a:xfrm>
            <a:off x="7971075" y="3802225"/>
            <a:ext cx="904500" cy="904500"/>
          </a:xfrm>
          <a:prstGeom prst="rect">
            <a:avLst/>
          </a:prstGeom>
          <a:noFill/>
          <a:ln cap="flat" cmpd="sng" w="19050">
            <a:solidFill>
              <a:srgbClr val="06BCFF"/>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4" name="Shape 1374"/>
        <p:cNvGrpSpPr/>
        <p:nvPr/>
      </p:nvGrpSpPr>
      <p:grpSpPr>
        <a:xfrm>
          <a:off x="0" y="0"/>
          <a:ext cx="0" cy="0"/>
          <a:chOff x="0" y="0"/>
          <a:chExt cx="0" cy="0"/>
        </a:xfrm>
      </p:grpSpPr>
      <p:sp>
        <p:nvSpPr>
          <p:cNvPr id="1375" name="Google Shape;1375;p191"/>
          <p:cNvSpPr/>
          <p:nvPr/>
        </p:nvSpPr>
        <p:spPr>
          <a:xfrm>
            <a:off x="-960120" y="3566160"/>
            <a:ext cx="2194800" cy="2194800"/>
          </a:xfrm>
          <a:prstGeom prst="ellipse">
            <a:avLst/>
          </a:prstGeom>
          <a:solidFill>
            <a:srgbClr val="EAF9F2">
              <a:alpha val="302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6" name="Google Shape;1376;p191"/>
          <p:cNvSpPr/>
          <p:nvPr/>
        </p:nvSpPr>
        <p:spPr>
          <a:xfrm>
            <a:off x="7235190" y="377190"/>
            <a:ext cx="1577100" cy="274200"/>
          </a:xfrm>
          <a:prstGeom prst="roundRect">
            <a:avLst>
              <a:gd fmla="val 50000" name="adj"/>
            </a:avLst>
          </a:prstGeom>
          <a:solidFill>
            <a:srgbClr val="FFFFFF"/>
          </a:solidFill>
          <a:ln cap="flat" cmpd="sng" w="9525">
            <a:solidFill>
              <a:srgbClr val="E4E9F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7" name="Google Shape;1377;p191"/>
          <p:cNvSpPr/>
          <p:nvPr/>
        </p:nvSpPr>
        <p:spPr>
          <a:xfrm>
            <a:off x="7235190" y="377190"/>
            <a:ext cx="15771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C57"/>
              </a:buClr>
              <a:buSzPts val="800"/>
              <a:buFont typeface="Courier New"/>
              <a:buNone/>
            </a:pPr>
            <a:r>
              <a:rPr b="1" i="0" lang="en" sz="800" u="none" cap="none" strike="noStrike">
                <a:solidFill>
                  <a:srgbClr val="1B1C57"/>
                </a:solidFill>
                <a:latin typeface="Courier New"/>
                <a:ea typeface="Courier New"/>
                <a:cs typeface="Courier New"/>
                <a:sym typeface="Courier New"/>
              </a:rPr>
              <a:t>CODEPATH*ORG</a:t>
            </a:r>
            <a:endParaRPr b="0" i="0" sz="800" u="none" cap="none" strike="noStrike">
              <a:solidFill>
                <a:schemeClr val="dk1"/>
              </a:solidFill>
              <a:latin typeface="Calibri"/>
              <a:ea typeface="Calibri"/>
              <a:cs typeface="Calibri"/>
              <a:sym typeface="Calibri"/>
            </a:endParaRPr>
          </a:p>
        </p:txBody>
      </p:sp>
      <p:sp>
        <p:nvSpPr>
          <p:cNvPr id="1378" name="Google Shape;1378;p191"/>
          <p:cNvSpPr/>
          <p:nvPr/>
        </p:nvSpPr>
        <p:spPr>
          <a:xfrm>
            <a:off x="480060" y="480060"/>
            <a:ext cx="2674500" cy="301800"/>
          </a:xfrm>
          <a:prstGeom prst="roundRect">
            <a:avLst>
              <a:gd fmla="val 50000" name="adj"/>
            </a:avLst>
          </a:prstGeom>
          <a:solidFill>
            <a:srgbClr val="EAF9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9" name="Google Shape;1379;p191"/>
          <p:cNvSpPr/>
          <p:nvPr/>
        </p:nvSpPr>
        <p:spPr>
          <a:xfrm>
            <a:off x="480060" y="480060"/>
            <a:ext cx="267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55"/>
              </a:buClr>
              <a:buSzPts val="900"/>
              <a:buFont typeface="Arial"/>
              <a:buNone/>
            </a:pPr>
            <a:r>
              <a:rPr b="1" i="0" lang="en" sz="900" u="none" cap="none" strike="noStrike">
                <a:solidFill>
                  <a:srgbClr val="0B7A55"/>
                </a:solidFill>
                <a:latin typeface="Arial"/>
                <a:ea typeface="Arial"/>
                <a:cs typeface="Arial"/>
                <a:sym typeface="Arial"/>
              </a:rPr>
              <a:t>TF </a:t>
            </a:r>
            <a:r>
              <a:rPr b="1" lang="en" sz="900">
                <a:solidFill>
                  <a:srgbClr val="0B7A55"/>
                </a:solidFill>
              </a:rPr>
              <a:t>STAFFING </a:t>
            </a:r>
            <a:r>
              <a:rPr b="1" i="0" lang="en" sz="900" u="none" cap="none" strike="noStrike">
                <a:solidFill>
                  <a:srgbClr val="0B7A55"/>
                </a:solidFill>
                <a:latin typeface="Arial"/>
                <a:ea typeface="Arial"/>
                <a:cs typeface="Arial"/>
                <a:sym typeface="Arial"/>
              </a:rPr>
              <a:t> IS OPEN  ·  FALL 2026</a:t>
            </a:r>
            <a:endParaRPr b="0" i="0" sz="900" u="none" cap="none" strike="noStrike">
              <a:solidFill>
                <a:schemeClr val="dk1"/>
              </a:solidFill>
              <a:latin typeface="Calibri"/>
              <a:ea typeface="Calibri"/>
              <a:cs typeface="Calibri"/>
              <a:sym typeface="Calibri"/>
            </a:endParaRPr>
          </a:p>
        </p:txBody>
      </p:sp>
      <p:sp>
        <p:nvSpPr>
          <p:cNvPr id="1380" name="Google Shape;1380;p191"/>
          <p:cNvSpPr/>
          <p:nvPr/>
        </p:nvSpPr>
        <p:spPr>
          <a:xfrm>
            <a:off x="432054" y="857250"/>
            <a:ext cx="54864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C57"/>
              </a:buClr>
              <a:buSzPts val="2600"/>
              <a:buFont typeface="Courier New"/>
              <a:buNone/>
            </a:pPr>
            <a:r>
              <a:rPr b="1" i="0" lang="en" sz="2600" u="none" cap="none" strike="noStrike">
                <a:solidFill>
                  <a:srgbClr val="1B1C57"/>
                </a:solidFill>
                <a:latin typeface="Courier New"/>
                <a:ea typeface="Courier New"/>
                <a:cs typeface="Courier New"/>
                <a:sym typeface="Courier New"/>
              </a:rPr>
              <a:t>For Current </a:t>
            </a:r>
            <a:r>
              <a:rPr b="1" lang="en" sz="2600">
                <a:solidFill>
                  <a:srgbClr val="1B1C57"/>
                </a:solidFill>
                <a:latin typeface="Courier New"/>
                <a:ea typeface="Courier New"/>
                <a:cs typeface="Courier New"/>
                <a:sym typeface="Courier New"/>
              </a:rPr>
              <a:t>Su26</a:t>
            </a:r>
            <a:r>
              <a:rPr b="1" i="0" lang="en" sz="2600" u="none" cap="none" strike="noStrike">
                <a:solidFill>
                  <a:srgbClr val="1B1C57"/>
                </a:solidFill>
                <a:latin typeface="Courier New"/>
                <a:ea typeface="Courier New"/>
                <a:cs typeface="Courier New"/>
                <a:sym typeface="Courier New"/>
              </a:rPr>
              <a:t> students</a:t>
            </a:r>
            <a:endParaRPr b="0" i="0" sz="2600" u="none" cap="none" strike="noStrike">
              <a:solidFill>
                <a:schemeClr val="dk1"/>
              </a:solidFill>
              <a:latin typeface="Calibri"/>
              <a:ea typeface="Calibri"/>
              <a:cs typeface="Calibri"/>
              <a:sym typeface="Calibri"/>
            </a:endParaRPr>
          </a:p>
        </p:txBody>
      </p:sp>
      <p:sp>
        <p:nvSpPr>
          <p:cNvPr id="1381" name="Google Shape;1381;p191"/>
          <p:cNvSpPr/>
          <p:nvPr/>
        </p:nvSpPr>
        <p:spPr>
          <a:xfrm>
            <a:off x="480060" y="1453896"/>
            <a:ext cx="5383500" cy="51450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5B6270"/>
              </a:buClr>
              <a:buSzPts val="1100"/>
              <a:buFont typeface="Arial"/>
              <a:buNone/>
            </a:pPr>
            <a:r>
              <a:rPr lang="en" sz="1100">
                <a:solidFill>
                  <a:srgbClr val="5B6270"/>
                </a:solidFill>
              </a:rPr>
              <a:t>Shortened  application process for courses you’re taking (and passing) in Su26; app process validates your communication and teaching skills</a:t>
            </a:r>
            <a:endParaRPr b="0" i="0" sz="1100" u="none" cap="none" strike="noStrike">
              <a:solidFill>
                <a:schemeClr val="dk1"/>
              </a:solidFill>
              <a:latin typeface="Calibri"/>
              <a:ea typeface="Calibri"/>
              <a:cs typeface="Calibri"/>
              <a:sym typeface="Calibri"/>
            </a:endParaRPr>
          </a:p>
        </p:txBody>
      </p:sp>
      <p:sp>
        <p:nvSpPr>
          <p:cNvPr id="1382" name="Google Shape;1382;p191"/>
          <p:cNvSpPr/>
          <p:nvPr/>
        </p:nvSpPr>
        <p:spPr>
          <a:xfrm>
            <a:off x="493776" y="2057400"/>
            <a:ext cx="2743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7A55"/>
              </a:buClr>
              <a:buSzPts val="900"/>
              <a:buFont typeface="Arial"/>
              <a:buNone/>
            </a:pPr>
            <a:r>
              <a:rPr b="1" i="0" lang="en" sz="900" u="none" cap="none" strike="noStrike">
                <a:solidFill>
                  <a:srgbClr val="0B7A55"/>
                </a:solidFill>
                <a:latin typeface="Arial"/>
                <a:ea typeface="Arial"/>
                <a:cs typeface="Arial"/>
                <a:sym typeface="Arial"/>
              </a:rPr>
              <a:t>HOW TO </a:t>
            </a:r>
            <a:r>
              <a:rPr b="1" lang="en" sz="900">
                <a:solidFill>
                  <a:srgbClr val="0B7A55"/>
                </a:solidFill>
              </a:rPr>
              <a:t>APPLY</a:t>
            </a:r>
            <a:endParaRPr b="0" i="0" sz="900" u="none" cap="none" strike="noStrike">
              <a:solidFill>
                <a:schemeClr val="dk1"/>
              </a:solidFill>
              <a:latin typeface="Calibri"/>
              <a:ea typeface="Calibri"/>
              <a:cs typeface="Calibri"/>
              <a:sym typeface="Calibri"/>
            </a:endParaRPr>
          </a:p>
        </p:txBody>
      </p:sp>
      <p:sp>
        <p:nvSpPr>
          <p:cNvPr id="1383" name="Google Shape;1383;p191"/>
          <p:cNvSpPr/>
          <p:nvPr/>
        </p:nvSpPr>
        <p:spPr>
          <a:xfrm>
            <a:off x="493776" y="2331720"/>
            <a:ext cx="246900" cy="246900"/>
          </a:xfrm>
          <a:prstGeom prst="ellipse">
            <a:avLst/>
          </a:prstGeom>
          <a:solidFill>
            <a:srgbClr val="EAF9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4" name="Google Shape;1384;p191"/>
          <p:cNvSpPr/>
          <p:nvPr/>
        </p:nvSpPr>
        <p:spPr>
          <a:xfrm>
            <a:off x="493776" y="233172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55"/>
              </a:buClr>
              <a:buSzPts val="1100"/>
              <a:buFont typeface="Arial"/>
              <a:buNone/>
            </a:pPr>
            <a:r>
              <a:rPr b="1" i="0" lang="en" sz="1100" u="none" cap="none" strike="noStrike">
                <a:solidFill>
                  <a:srgbClr val="0B7A55"/>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1385" name="Google Shape;1385;p191"/>
          <p:cNvSpPr/>
          <p:nvPr/>
        </p:nvSpPr>
        <p:spPr>
          <a:xfrm>
            <a:off x="850392" y="2297430"/>
            <a:ext cx="4457700" cy="582900"/>
          </a:xfrm>
          <a:prstGeom prst="rect">
            <a:avLst/>
          </a:prstGeom>
          <a:noFill/>
          <a:ln>
            <a:noFill/>
          </a:ln>
        </p:spPr>
        <p:txBody>
          <a:bodyPr anchorCtr="0" anchor="t" bIns="0" lIns="0" spcFirstLastPara="1" rIns="0" wrap="square" tIns="0">
            <a:noAutofit/>
          </a:bodyPr>
          <a:lstStyle/>
          <a:p>
            <a:pPr indent="0" lvl="0" marL="0" rtl="0" algn="l">
              <a:lnSpc>
                <a:spcPct val="102000"/>
              </a:lnSpc>
              <a:spcBef>
                <a:spcPts val="0"/>
              </a:spcBef>
              <a:spcAft>
                <a:spcPts val="0"/>
              </a:spcAft>
              <a:buClr>
                <a:srgbClr val="1B1C57"/>
              </a:buClr>
              <a:buSzPts val="1100"/>
              <a:buFont typeface="Arial"/>
              <a:buNone/>
            </a:pPr>
            <a:r>
              <a:rPr b="1" lang="en" sz="1100">
                <a:solidFill>
                  <a:srgbClr val="1B1C57"/>
                </a:solidFill>
              </a:rPr>
              <a:t>Fill out our New TF Application</a:t>
            </a:r>
            <a:endParaRPr b="1" sz="1100">
              <a:solidFill>
                <a:srgbClr val="1B1C57"/>
              </a:solidFill>
            </a:endParaRPr>
          </a:p>
          <a:p>
            <a:pPr indent="0" lvl="0" marL="0" rtl="0" algn="l">
              <a:lnSpc>
                <a:spcPct val="102000"/>
              </a:lnSpc>
              <a:spcBef>
                <a:spcPts val="0"/>
              </a:spcBef>
              <a:spcAft>
                <a:spcPts val="0"/>
              </a:spcAft>
              <a:buClr>
                <a:srgbClr val="1B1C57"/>
              </a:buClr>
              <a:buSzPts val="1100"/>
              <a:buFont typeface="Arial"/>
              <a:buNone/>
            </a:pPr>
            <a:r>
              <a:rPr lang="en" sz="1000">
                <a:solidFill>
                  <a:srgbClr val="1B1C57"/>
                </a:solidFill>
              </a:rPr>
              <a:t>Current-student candidates will be considered on a rolling basis. </a:t>
            </a:r>
            <a:endParaRPr sz="1000">
              <a:solidFill>
                <a:srgbClr val="1B1C57"/>
              </a:solidFill>
            </a:endParaRPr>
          </a:p>
          <a:p>
            <a:pPr indent="0" lvl="0" marL="0" rtl="0" algn="l">
              <a:lnSpc>
                <a:spcPct val="102000"/>
              </a:lnSpc>
              <a:spcBef>
                <a:spcPts val="0"/>
              </a:spcBef>
              <a:spcAft>
                <a:spcPts val="0"/>
              </a:spcAft>
              <a:buClr>
                <a:srgbClr val="1B1C57"/>
              </a:buClr>
              <a:buSzPts val="1100"/>
              <a:buFont typeface="Arial"/>
              <a:buNone/>
            </a:pPr>
            <a:r>
              <a:rPr lang="en" sz="1000">
                <a:solidFill>
                  <a:srgbClr val="1B1C57"/>
                </a:solidFill>
              </a:rPr>
              <a:t>Apply before Aug 10th  for greatest chance of securing a spot on our bench!</a:t>
            </a:r>
            <a:endParaRPr b="1" sz="1100">
              <a:solidFill>
                <a:srgbClr val="1B1C57"/>
              </a:solidFill>
            </a:endParaRPr>
          </a:p>
        </p:txBody>
      </p:sp>
      <p:sp>
        <p:nvSpPr>
          <p:cNvPr id="1386" name="Google Shape;1386;p191"/>
          <p:cNvSpPr/>
          <p:nvPr/>
        </p:nvSpPr>
        <p:spPr>
          <a:xfrm>
            <a:off x="493776" y="2880360"/>
            <a:ext cx="246900" cy="246900"/>
          </a:xfrm>
          <a:prstGeom prst="ellipse">
            <a:avLst/>
          </a:prstGeom>
          <a:solidFill>
            <a:srgbClr val="EAF9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7" name="Google Shape;1387;p191"/>
          <p:cNvSpPr/>
          <p:nvPr/>
        </p:nvSpPr>
        <p:spPr>
          <a:xfrm>
            <a:off x="493776" y="288036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55"/>
              </a:buClr>
              <a:buSzPts val="1100"/>
              <a:buFont typeface="Arial"/>
              <a:buNone/>
            </a:pPr>
            <a:r>
              <a:rPr b="1" i="0" lang="en" sz="1100" u="none" cap="none" strike="noStrike">
                <a:solidFill>
                  <a:srgbClr val="0B7A55"/>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1388" name="Google Shape;1388;p191"/>
          <p:cNvSpPr/>
          <p:nvPr/>
        </p:nvSpPr>
        <p:spPr>
          <a:xfrm>
            <a:off x="850392" y="2846070"/>
            <a:ext cx="4457700" cy="5829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B1C57"/>
              </a:buClr>
              <a:buSzPts val="1100"/>
              <a:buFont typeface="Arial"/>
              <a:buNone/>
            </a:pPr>
            <a:r>
              <a:rPr b="1" i="0" lang="en" sz="1100" u="none" cap="none" strike="noStrike">
                <a:solidFill>
                  <a:srgbClr val="1B1C57"/>
                </a:solidFill>
                <a:latin typeface="Arial"/>
                <a:ea typeface="Arial"/>
                <a:cs typeface="Arial"/>
                <a:sym typeface="Arial"/>
              </a:rPr>
              <a:t>No technical pre-work for current course streams</a:t>
            </a:r>
            <a:endParaRPr b="0" i="0" sz="11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5B6270"/>
              </a:buClr>
              <a:buSzPts val="900"/>
              <a:buFont typeface="Arial"/>
              <a:buNone/>
            </a:pPr>
            <a:r>
              <a:rPr b="0" i="0" lang="en" sz="900" u="none" cap="none" strike="noStrike">
                <a:solidFill>
                  <a:srgbClr val="5B6270"/>
                </a:solidFill>
                <a:latin typeface="Arial"/>
                <a:ea typeface="Arial"/>
                <a:cs typeface="Arial"/>
                <a:sym typeface="Arial"/>
              </a:rPr>
              <a:t>The technical </a:t>
            </a:r>
            <a:r>
              <a:rPr lang="en" sz="900">
                <a:solidFill>
                  <a:srgbClr val="5B6270"/>
                </a:solidFill>
              </a:rPr>
              <a:t>pre-work step</a:t>
            </a:r>
            <a:r>
              <a:rPr b="0" i="0" lang="en" sz="900" u="none" cap="none" strike="noStrike">
                <a:solidFill>
                  <a:srgbClr val="5B6270"/>
                </a:solidFill>
                <a:latin typeface="Arial"/>
                <a:ea typeface="Arial"/>
                <a:cs typeface="Arial"/>
                <a:sym typeface="Arial"/>
              </a:rPr>
              <a:t> is skipped on this path</a:t>
            </a:r>
            <a:r>
              <a:rPr lang="en" sz="900">
                <a:solidFill>
                  <a:srgbClr val="5B6270"/>
                </a:solidFill>
              </a:rPr>
              <a:t>, for current courses. </a:t>
            </a:r>
            <a:endParaRPr b="0" i="0" sz="1100" u="none" cap="none" strike="noStrike">
              <a:solidFill>
                <a:schemeClr val="dk1"/>
              </a:solidFill>
              <a:latin typeface="Calibri"/>
              <a:ea typeface="Calibri"/>
              <a:cs typeface="Calibri"/>
              <a:sym typeface="Calibri"/>
            </a:endParaRPr>
          </a:p>
        </p:txBody>
      </p:sp>
      <p:sp>
        <p:nvSpPr>
          <p:cNvPr id="1389" name="Google Shape;1389;p191"/>
          <p:cNvSpPr/>
          <p:nvPr/>
        </p:nvSpPr>
        <p:spPr>
          <a:xfrm>
            <a:off x="493776" y="3429000"/>
            <a:ext cx="246900" cy="246900"/>
          </a:xfrm>
          <a:prstGeom prst="ellipse">
            <a:avLst/>
          </a:prstGeom>
          <a:solidFill>
            <a:srgbClr val="EAF9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0" name="Google Shape;1390;p191"/>
          <p:cNvSpPr/>
          <p:nvPr/>
        </p:nvSpPr>
        <p:spPr>
          <a:xfrm>
            <a:off x="493776" y="342900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55"/>
              </a:buClr>
              <a:buSzPts val="1100"/>
              <a:buFont typeface="Arial"/>
              <a:buNone/>
            </a:pPr>
            <a:r>
              <a:rPr b="1" i="0" lang="en" sz="1100" u="none" cap="none" strike="noStrike">
                <a:solidFill>
                  <a:srgbClr val="0B7A55"/>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1391" name="Google Shape;1391;p191"/>
          <p:cNvSpPr/>
          <p:nvPr/>
        </p:nvSpPr>
        <p:spPr>
          <a:xfrm>
            <a:off x="850392" y="3394710"/>
            <a:ext cx="4457700" cy="5829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B1C57"/>
              </a:buClr>
              <a:buSzPts val="1100"/>
              <a:buFont typeface="Arial"/>
              <a:buNone/>
            </a:pPr>
            <a:r>
              <a:rPr b="1" i="0" lang="en" sz="1100" u="none" cap="none" strike="noStrike">
                <a:solidFill>
                  <a:srgbClr val="1B1C57"/>
                </a:solidFill>
                <a:latin typeface="Arial"/>
                <a:ea typeface="Arial"/>
                <a:cs typeface="Arial"/>
                <a:sym typeface="Arial"/>
              </a:rPr>
              <a:t>Finish your course</a:t>
            </a:r>
            <a:endParaRPr b="0" i="0" sz="11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5B6270"/>
              </a:buClr>
              <a:buSzPts val="900"/>
              <a:buFont typeface="Arial"/>
              <a:buNone/>
            </a:pPr>
            <a:r>
              <a:rPr b="0" i="0" lang="en" sz="900" u="none" cap="none" strike="noStrike">
                <a:solidFill>
                  <a:srgbClr val="5B6270"/>
                </a:solidFill>
                <a:latin typeface="Arial"/>
                <a:ea typeface="Arial"/>
                <a:cs typeface="Arial"/>
                <a:sym typeface="Arial"/>
              </a:rPr>
              <a:t>The special path may only apply once you become a completer.</a:t>
            </a:r>
            <a:endParaRPr b="0" i="0" sz="1100" u="none" cap="none" strike="noStrike">
              <a:solidFill>
                <a:schemeClr val="dk1"/>
              </a:solidFill>
              <a:latin typeface="Calibri"/>
              <a:ea typeface="Calibri"/>
              <a:cs typeface="Calibri"/>
              <a:sym typeface="Calibri"/>
            </a:endParaRPr>
          </a:p>
        </p:txBody>
      </p:sp>
      <p:sp>
        <p:nvSpPr>
          <p:cNvPr id="1392" name="Google Shape;1392;p191"/>
          <p:cNvSpPr/>
          <p:nvPr/>
        </p:nvSpPr>
        <p:spPr>
          <a:xfrm>
            <a:off x="493776" y="4080510"/>
            <a:ext cx="5349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C57"/>
              </a:buClr>
              <a:buSzPts val="900"/>
              <a:buFont typeface="Arial"/>
              <a:buNone/>
            </a:pPr>
            <a:r>
              <a:rPr b="1" i="0" lang="en" sz="900" u="none" cap="none" strike="noStrike">
                <a:solidFill>
                  <a:srgbClr val="1B1C57"/>
                </a:solidFill>
                <a:latin typeface="Arial"/>
                <a:ea typeface="Arial"/>
                <a:cs typeface="Arial"/>
                <a:sym typeface="Arial"/>
              </a:rPr>
              <a:t>Want to know more? </a:t>
            </a:r>
            <a:r>
              <a:rPr b="1" i="0" lang="en" sz="900" u="sng" cap="none" strike="noStrike">
                <a:solidFill>
                  <a:srgbClr val="1B1C57"/>
                </a:solidFill>
                <a:latin typeface="Arial"/>
                <a:ea typeface="Arial"/>
                <a:cs typeface="Arial"/>
                <a:sym typeface="Arial"/>
              </a:rPr>
              <a:t>We use a bench proce</a:t>
            </a:r>
            <a:r>
              <a:rPr b="1" lang="en" sz="900" u="sng">
                <a:solidFill>
                  <a:srgbClr val="1B1C57"/>
                </a:solidFill>
              </a:rPr>
              <a:t>ss</a:t>
            </a:r>
            <a:r>
              <a:rPr b="1" lang="en" sz="900">
                <a:solidFill>
                  <a:srgbClr val="1B1C57"/>
                </a:solidFill>
              </a:rPr>
              <a:t> - </a:t>
            </a:r>
            <a:r>
              <a:rPr lang="en" sz="900">
                <a:solidFill>
                  <a:srgbClr val="5B6270"/>
                </a:solidFill>
              </a:rPr>
              <a:t>S</a:t>
            </a:r>
            <a:r>
              <a:rPr b="0" i="0" lang="en" sz="900" u="none" cap="none" strike="noStrike">
                <a:solidFill>
                  <a:srgbClr val="5B6270"/>
                </a:solidFill>
                <a:latin typeface="Arial"/>
                <a:ea typeface="Arial"/>
                <a:cs typeface="Arial"/>
                <a:sym typeface="Arial"/>
              </a:rPr>
              <a:t>ee the </a:t>
            </a:r>
            <a:r>
              <a:rPr b="1" i="0" lang="en" sz="900" u="sng" cap="none" strike="noStrike">
                <a:solidFill>
                  <a:schemeClr val="hlink"/>
                </a:solidFill>
                <a:latin typeface="Arial"/>
                <a:ea typeface="Arial"/>
                <a:cs typeface="Arial"/>
                <a:sym typeface="Arial"/>
                <a:hlinkClick r:id="rId3"/>
              </a:rPr>
              <a:t>full role </a:t>
            </a:r>
            <a:r>
              <a:rPr b="1" i="0" lang="en" sz="900" u="sng" cap="none" strike="noStrike">
                <a:solidFill>
                  <a:schemeClr val="hlink"/>
                </a:solidFill>
                <a:latin typeface="Arial"/>
                <a:ea typeface="Arial"/>
                <a:cs typeface="Arial"/>
                <a:sym typeface="Arial"/>
                <a:hlinkClick r:id="rId4"/>
              </a:rPr>
              <a:t>details</a:t>
            </a:r>
            <a:r>
              <a:rPr lang="en" sz="900">
                <a:solidFill>
                  <a:srgbClr val="5B6270"/>
                </a:solidFill>
              </a:rPr>
              <a:t> </a:t>
            </a:r>
            <a:r>
              <a:rPr lang="en" sz="900">
                <a:solidFill>
                  <a:srgbClr val="5B6270"/>
                </a:solidFill>
              </a:rPr>
              <a:t>on our Tech Fellow Wiki</a:t>
            </a:r>
            <a:r>
              <a:rPr b="0" i="0" lang="en" sz="900" u="none" cap="none" strike="noStrike">
                <a:solidFill>
                  <a:srgbClr val="5B6270"/>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1393" name="Google Shape;1393;p191"/>
          <p:cNvSpPr/>
          <p:nvPr/>
        </p:nvSpPr>
        <p:spPr>
          <a:xfrm>
            <a:off x="6069330" y="1508760"/>
            <a:ext cx="2743200" cy="2880600"/>
          </a:xfrm>
          <a:prstGeom prst="roundRect">
            <a:avLst>
              <a:gd fmla="val 4000" name="adj"/>
            </a:avLst>
          </a:prstGeom>
          <a:solidFill>
            <a:srgbClr val="F2F6FA"/>
          </a:solidFill>
          <a:ln cap="flat" cmpd="sng" w="9525">
            <a:solidFill>
              <a:srgbClr val="E4E9F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4" name="Google Shape;1394;p191"/>
          <p:cNvSpPr/>
          <p:nvPr/>
        </p:nvSpPr>
        <p:spPr>
          <a:xfrm>
            <a:off x="6446520" y="1796796"/>
            <a:ext cx="1988700" cy="301800"/>
          </a:xfrm>
          <a:prstGeom prst="roundRect">
            <a:avLst>
              <a:gd fmla="val 50000" name="adj"/>
            </a:avLst>
          </a:prstGeom>
          <a:solidFill>
            <a:srgbClr val="EAF9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5" name="Google Shape;1395;p191"/>
          <p:cNvSpPr/>
          <p:nvPr/>
        </p:nvSpPr>
        <p:spPr>
          <a:xfrm>
            <a:off x="6446520" y="1796796"/>
            <a:ext cx="19887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7A55"/>
              </a:buClr>
              <a:buSzPts val="900"/>
              <a:buFont typeface="Arial"/>
              <a:buNone/>
            </a:pPr>
            <a:r>
              <a:rPr b="1" i="0" lang="en" sz="900" u="none" cap="none" strike="noStrike">
                <a:solidFill>
                  <a:srgbClr val="0B7A55"/>
                </a:solidFill>
                <a:latin typeface="Arial"/>
                <a:ea typeface="Arial"/>
                <a:cs typeface="Arial"/>
                <a:sym typeface="Arial"/>
              </a:rPr>
              <a:t>SPECIAL PATH OPEN</a:t>
            </a:r>
            <a:endParaRPr b="0" i="0" sz="900" u="none" cap="none" strike="noStrike">
              <a:solidFill>
                <a:schemeClr val="dk1"/>
              </a:solidFill>
              <a:latin typeface="Calibri"/>
              <a:ea typeface="Calibri"/>
              <a:cs typeface="Calibri"/>
              <a:sym typeface="Calibri"/>
            </a:endParaRPr>
          </a:p>
        </p:txBody>
      </p:sp>
      <p:sp>
        <p:nvSpPr>
          <p:cNvPr id="1396" name="Google Shape;1396;p191"/>
          <p:cNvSpPr/>
          <p:nvPr/>
        </p:nvSpPr>
        <p:spPr>
          <a:xfrm>
            <a:off x="6069330" y="2194560"/>
            <a:ext cx="2743200" cy="85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C57"/>
              </a:buClr>
              <a:buSzPts val="4400"/>
              <a:buFont typeface="Courier New"/>
              <a:buNone/>
            </a:pPr>
            <a:r>
              <a:rPr b="1" lang="en" sz="4400">
                <a:solidFill>
                  <a:srgbClr val="1B1C57"/>
                </a:solidFill>
                <a:latin typeface="Courier New"/>
                <a:ea typeface="Courier New"/>
                <a:cs typeface="Courier New"/>
                <a:sym typeface="Courier New"/>
              </a:rPr>
              <a:t>Aug 10</a:t>
            </a:r>
            <a:endParaRPr b="0" i="0" sz="4400" u="none" cap="none" strike="noStrike">
              <a:solidFill>
                <a:schemeClr val="dk1"/>
              </a:solidFill>
              <a:latin typeface="Calibri"/>
              <a:ea typeface="Calibri"/>
              <a:cs typeface="Calibri"/>
              <a:sym typeface="Calibri"/>
            </a:endParaRPr>
          </a:p>
        </p:txBody>
      </p:sp>
      <p:sp>
        <p:nvSpPr>
          <p:cNvPr id="1397" name="Google Shape;1397;p191"/>
          <p:cNvSpPr/>
          <p:nvPr/>
        </p:nvSpPr>
        <p:spPr>
          <a:xfrm>
            <a:off x="6412230" y="3463290"/>
            <a:ext cx="2057400" cy="425100"/>
          </a:xfrm>
          <a:prstGeom prst="roundRect">
            <a:avLst>
              <a:gd fmla="val 50000" name="adj"/>
            </a:avLst>
          </a:prstGeom>
          <a:solidFill>
            <a:srgbClr val="00C38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8" name="Google Shape;1398;p191">
            <a:hlinkClick r:id="rId5"/>
          </p:cNvPr>
          <p:cNvSpPr/>
          <p:nvPr/>
        </p:nvSpPr>
        <p:spPr>
          <a:xfrm>
            <a:off x="6412230" y="3473546"/>
            <a:ext cx="20574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C57"/>
              </a:buClr>
              <a:buSzPts val="1100"/>
              <a:buFont typeface="Arial"/>
              <a:buNone/>
            </a:pPr>
            <a:r>
              <a:rPr b="1" i="0" lang="en" sz="1100" u="sng" cap="none" strike="noStrike">
                <a:solidFill>
                  <a:schemeClr val="hlink"/>
                </a:solidFill>
                <a:latin typeface="Arial"/>
                <a:ea typeface="Arial"/>
                <a:cs typeface="Arial"/>
                <a:sym typeface="Arial"/>
                <a:hlinkClick r:id="rId6"/>
              </a:rPr>
              <a:t>Start your application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3" name="Shape 1403"/>
        <p:cNvGrpSpPr/>
        <p:nvPr/>
      </p:nvGrpSpPr>
      <p:grpSpPr>
        <a:xfrm>
          <a:off x="0" y="0"/>
          <a:ext cx="0" cy="0"/>
          <a:chOff x="0" y="0"/>
          <a:chExt cx="0" cy="0"/>
        </a:xfrm>
      </p:grpSpPr>
      <p:pic>
        <p:nvPicPr>
          <p:cNvPr descr="preencoded.png" id="1404" name="Google Shape;1404;p192"/>
          <p:cNvPicPr preferRelativeResize="0"/>
          <p:nvPr/>
        </p:nvPicPr>
        <p:blipFill rotWithShape="1">
          <a:blip r:embed="rId3">
            <a:alphaModFix/>
          </a:blip>
          <a:srcRect b="0" l="0" r="0" t="0"/>
          <a:stretch/>
        </p:blipFill>
        <p:spPr>
          <a:xfrm>
            <a:off x="7924800" y="490277"/>
            <a:ext cx="838199" cy="74042"/>
          </a:xfrm>
          <a:prstGeom prst="rect">
            <a:avLst/>
          </a:prstGeom>
          <a:noFill/>
          <a:ln>
            <a:noFill/>
          </a:ln>
        </p:spPr>
      </p:pic>
      <p:sp>
        <p:nvSpPr>
          <p:cNvPr id="1405" name="Google Shape;1405;p192"/>
          <p:cNvSpPr/>
          <p:nvPr/>
        </p:nvSpPr>
        <p:spPr>
          <a:xfrm>
            <a:off x="381000" y="959346"/>
            <a:ext cx="2692500" cy="1138800"/>
          </a:xfrm>
          <a:prstGeom prst="roundRect">
            <a:avLst>
              <a:gd fmla="val 5855" name="adj"/>
            </a:avLst>
          </a:prstGeom>
          <a:solidFill>
            <a:srgbClr val="F9F9F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06" name="Google Shape;1406;p192"/>
          <p:cNvSpPr/>
          <p:nvPr/>
        </p:nvSpPr>
        <p:spPr>
          <a:xfrm>
            <a:off x="542925" y="1121271"/>
            <a:ext cx="2605500" cy="188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C385"/>
              </a:buClr>
              <a:buSzPts val="900"/>
              <a:buFont typeface="Space Mono"/>
              <a:buNone/>
            </a:pPr>
            <a:r>
              <a:rPr b="1" i="0" lang="en" sz="900" u="none" cap="none" strike="noStrike">
                <a:solidFill>
                  <a:srgbClr val="00C385"/>
                </a:solidFill>
                <a:latin typeface="Space Mono"/>
                <a:ea typeface="Space Mono"/>
                <a:cs typeface="Space Mono"/>
                <a:sym typeface="Space Mono"/>
              </a:rPr>
              <a:t>STEP 01</a:t>
            </a:r>
            <a:endParaRPr b="0" i="0" sz="900" u="none" cap="none" strike="noStrike">
              <a:solidFill>
                <a:schemeClr val="dk1"/>
              </a:solidFill>
              <a:latin typeface="Calibri"/>
              <a:ea typeface="Calibri"/>
              <a:cs typeface="Calibri"/>
              <a:sym typeface="Calibri"/>
            </a:endParaRPr>
          </a:p>
        </p:txBody>
      </p:sp>
      <p:sp>
        <p:nvSpPr>
          <p:cNvPr id="1407" name="Google Shape;1407;p192"/>
          <p:cNvSpPr/>
          <p:nvPr/>
        </p:nvSpPr>
        <p:spPr>
          <a:xfrm>
            <a:off x="542925" y="1347490"/>
            <a:ext cx="2605500" cy="194400"/>
          </a:xfrm>
          <a:prstGeom prst="rect">
            <a:avLst/>
          </a:prstGeom>
          <a:noFill/>
          <a:ln>
            <a:noFill/>
          </a:ln>
        </p:spPr>
        <p:txBody>
          <a:bodyPr anchorCtr="0" anchor="t" bIns="12700" lIns="12700" spcFirstLastPara="1" rIns="12700" wrap="square" tIns="12700">
            <a:noAutofit/>
          </a:bodyPr>
          <a:lstStyle/>
          <a:p>
            <a:pPr indent="0" lvl="0" marL="0" marR="0" rtl="0" algn="l">
              <a:lnSpc>
                <a:spcPct val="77474"/>
              </a:lnSpc>
              <a:spcBef>
                <a:spcPts val="0"/>
              </a:spcBef>
              <a:spcAft>
                <a:spcPts val="0"/>
              </a:spcAft>
              <a:buClr>
                <a:srgbClr val="1B1C57"/>
              </a:buClr>
              <a:buSzPts val="1200"/>
              <a:buFont typeface="Poppins"/>
              <a:buNone/>
            </a:pPr>
            <a:r>
              <a:rPr b="1" i="0" lang="en" sz="1200" u="none" cap="none" strike="noStrike">
                <a:solidFill>
                  <a:srgbClr val="1B1C57"/>
                </a:solidFill>
                <a:latin typeface="Poppins"/>
                <a:ea typeface="Poppins"/>
                <a:cs typeface="Poppins"/>
                <a:sym typeface="Poppins"/>
              </a:rPr>
              <a:t>Click Enroll</a:t>
            </a:r>
            <a:endParaRPr b="0" i="0" sz="1200" u="none" cap="none" strike="noStrike">
              <a:solidFill>
                <a:schemeClr val="dk1"/>
              </a:solidFill>
              <a:latin typeface="Calibri"/>
              <a:ea typeface="Calibri"/>
              <a:cs typeface="Calibri"/>
              <a:sym typeface="Calibri"/>
            </a:endParaRPr>
          </a:p>
        </p:txBody>
      </p:sp>
      <p:sp>
        <p:nvSpPr>
          <p:cNvPr id="1408" name="Google Shape;1408;p192"/>
          <p:cNvSpPr/>
          <p:nvPr/>
        </p:nvSpPr>
        <p:spPr>
          <a:xfrm>
            <a:off x="542925" y="1579885"/>
            <a:ext cx="2605500" cy="1926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3F4079"/>
              </a:buClr>
              <a:buSzPts val="1000"/>
              <a:buFont typeface="Poppins"/>
              <a:buNone/>
            </a:pPr>
            <a:r>
              <a:rPr b="0" i="0" lang="en" sz="1000" u="none" cap="none" strike="noStrike">
                <a:solidFill>
                  <a:srgbClr val="3F4079"/>
                </a:solidFill>
                <a:latin typeface="Poppins"/>
                <a:ea typeface="Poppins"/>
                <a:cs typeface="Poppins"/>
                <a:sym typeface="Poppins"/>
              </a:rPr>
              <a:t>On the green banner, either place (</a:t>
            </a:r>
            <a:r>
              <a:rPr lang="en" sz="1000">
                <a:solidFill>
                  <a:srgbClr val="3F4079"/>
                </a:solidFill>
                <a:latin typeface="Poppins"/>
                <a:ea typeface="Poppins"/>
                <a:cs typeface="Poppins"/>
                <a:sym typeface="Poppins"/>
              </a:rPr>
              <a:t>Student Hub or Course Portal)</a:t>
            </a:r>
            <a:r>
              <a:rPr b="0" i="0" lang="en" sz="1000" u="none" cap="none" strike="noStrike">
                <a:solidFill>
                  <a:srgbClr val="3F4079"/>
                </a:solidFill>
                <a:latin typeface="Poppins"/>
                <a:ea typeface="Poppins"/>
                <a:cs typeface="Poppins"/>
                <a:sym typeface="Poppins"/>
              </a:rPr>
              <a:t>.</a:t>
            </a:r>
            <a:endParaRPr b="0" i="0" sz="1000" u="none" cap="none" strike="noStrike">
              <a:solidFill>
                <a:schemeClr val="dk1"/>
              </a:solidFill>
              <a:latin typeface="Calibri"/>
              <a:ea typeface="Calibri"/>
              <a:cs typeface="Calibri"/>
              <a:sym typeface="Calibri"/>
            </a:endParaRPr>
          </a:p>
        </p:txBody>
      </p:sp>
      <p:sp>
        <p:nvSpPr>
          <p:cNvPr id="1409" name="Google Shape;1409;p192"/>
          <p:cNvSpPr/>
          <p:nvPr/>
        </p:nvSpPr>
        <p:spPr>
          <a:xfrm>
            <a:off x="3225775" y="959346"/>
            <a:ext cx="2692500" cy="1138800"/>
          </a:xfrm>
          <a:prstGeom prst="roundRect">
            <a:avLst>
              <a:gd fmla="val 5855" name="adj"/>
            </a:avLst>
          </a:prstGeom>
          <a:solidFill>
            <a:srgbClr val="F9F9F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10" name="Google Shape;1410;p192"/>
          <p:cNvSpPr/>
          <p:nvPr/>
        </p:nvSpPr>
        <p:spPr>
          <a:xfrm>
            <a:off x="3387700" y="1121271"/>
            <a:ext cx="2605500" cy="188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C385"/>
              </a:buClr>
              <a:buSzPts val="900"/>
              <a:buFont typeface="Space Mono"/>
              <a:buNone/>
            </a:pPr>
            <a:r>
              <a:rPr b="1" i="0" lang="en" sz="900" u="none" cap="none" strike="noStrike">
                <a:solidFill>
                  <a:srgbClr val="00C385"/>
                </a:solidFill>
                <a:latin typeface="Space Mono"/>
                <a:ea typeface="Space Mono"/>
                <a:cs typeface="Space Mono"/>
                <a:sym typeface="Space Mono"/>
              </a:rPr>
              <a:t>STEP 02</a:t>
            </a:r>
            <a:endParaRPr b="0" i="0" sz="900" u="none" cap="none" strike="noStrike">
              <a:solidFill>
                <a:schemeClr val="dk1"/>
              </a:solidFill>
              <a:latin typeface="Calibri"/>
              <a:ea typeface="Calibri"/>
              <a:cs typeface="Calibri"/>
              <a:sym typeface="Calibri"/>
            </a:endParaRPr>
          </a:p>
        </p:txBody>
      </p:sp>
      <p:sp>
        <p:nvSpPr>
          <p:cNvPr id="1411" name="Google Shape;1411;p192"/>
          <p:cNvSpPr/>
          <p:nvPr/>
        </p:nvSpPr>
        <p:spPr>
          <a:xfrm>
            <a:off x="3387700" y="1347490"/>
            <a:ext cx="2605500" cy="194400"/>
          </a:xfrm>
          <a:prstGeom prst="rect">
            <a:avLst/>
          </a:prstGeom>
          <a:noFill/>
          <a:ln>
            <a:noFill/>
          </a:ln>
        </p:spPr>
        <p:txBody>
          <a:bodyPr anchorCtr="0" anchor="t" bIns="12700" lIns="12700" spcFirstLastPara="1" rIns="12700" wrap="square" tIns="12700">
            <a:noAutofit/>
          </a:bodyPr>
          <a:lstStyle/>
          <a:p>
            <a:pPr indent="0" lvl="0" marL="0" marR="0" rtl="0" algn="l">
              <a:lnSpc>
                <a:spcPct val="77474"/>
              </a:lnSpc>
              <a:spcBef>
                <a:spcPts val="0"/>
              </a:spcBef>
              <a:spcAft>
                <a:spcPts val="0"/>
              </a:spcAft>
              <a:buClr>
                <a:srgbClr val="1B1C57"/>
              </a:buClr>
              <a:buSzPts val="1200"/>
              <a:buFont typeface="Poppins"/>
              <a:buNone/>
            </a:pPr>
            <a:r>
              <a:rPr b="1" i="0" lang="en" sz="1200" u="none" cap="none" strike="noStrike">
                <a:solidFill>
                  <a:srgbClr val="1B1C57"/>
                </a:solidFill>
                <a:latin typeface="Poppins"/>
                <a:ea typeface="Poppins"/>
                <a:cs typeface="Poppins"/>
                <a:sym typeface="Poppins"/>
              </a:rPr>
              <a:t>Confirm by email</a:t>
            </a:r>
            <a:endParaRPr b="0" i="0" sz="1200" u="none" cap="none" strike="noStrike">
              <a:solidFill>
                <a:schemeClr val="dk1"/>
              </a:solidFill>
              <a:latin typeface="Calibri"/>
              <a:ea typeface="Calibri"/>
              <a:cs typeface="Calibri"/>
              <a:sym typeface="Calibri"/>
            </a:endParaRPr>
          </a:p>
        </p:txBody>
      </p:sp>
      <p:sp>
        <p:nvSpPr>
          <p:cNvPr id="1412" name="Google Shape;1412;p192"/>
          <p:cNvSpPr/>
          <p:nvPr/>
        </p:nvSpPr>
        <p:spPr>
          <a:xfrm>
            <a:off x="3387700" y="1579885"/>
            <a:ext cx="2439600" cy="3657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3F4079"/>
              </a:buClr>
              <a:buSzPts val="1000"/>
              <a:buFont typeface="Poppins"/>
              <a:buNone/>
            </a:pPr>
            <a:r>
              <a:rPr b="0" i="0" lang="en" sz="1000" u="none" cap="none" strike="noStrike">
                <a:solidFill>
                  <a:srgbClr val="3F4079"/>
                </a:solidFill>
                <a:latin typeface="Poppins"/>
                <a:ea typeface="Poppins"/>
                <a:cs typeface="Poppins"/>
                <a:sym typeface="Poppins"/>
              </a:rPr>
              <a:t>We'll email you — click </a:t>
            </a:r>
            <a:r>
              <a:rPr b="1" i="0" lang="en" sz="1000" u="none" cap="none" strike="noStrike">
                <a:solidFill>
                  <a:srgbClr val="1B1C57"/>
                </a:solidFill>
                <a:latin typeface="Poppins"/>
                <a:ea typeface="Poppins"/>
                <a:cs typeface="Poppins"/>
                <a:sym typeface="Poppins"/>
              </a:rPr>
              <a:t>Confirm Enrollment </a:t>
            </a:r>
            <a:r>
              <a:rPr b="0" i="0" lang="en" sz="1000" u="none" cap="none" strike="noStrike">
                <a:solidFill>
                  <a:srgbClr val="3F4079"/>
                </a:solidFill>
                <a:latin typeface="Poppins"/>
                <a:ea typeface="Poppins"/>
                <a:cs typeface="Poppins"/>
                <a:sym typeface="Poppins"/>
              </a:rPr>
              <a:t>.</a:t>
            </a:r>
            <a:endParaRPr b="0" i="0" sz="1000" u="none" cap="none" strike="noStrike">
              <a:solidFill>
                <a:schemeClr val="dk1"/>
              </a:solidFill>
              <a:latin typeface="Calibri"/>
              <a:ea typeface="Calibri"/>
              <a:cs typeface="Calibri"/>
              <a:sym typeface="Calibri"/>
            </a:endParaRPr>
          </a:p>
        </p:txBody>
      </p:sp>
      <p:sp>
        <p:nvSpPr>
          <p:cNvPr id="1413" name="Google Shape;1413;p192"/>
          <p:cNvSpPr/>
          <p:nvPr/>
        </p:nvSpPr>
        <p:spPr>
          <a:xfrm>
            <a:off x="6070588" y="959346"/>
            <a:ext cx="2692500" cy="1138800"/>
          </a:xfrm>
          <a:prstGeom prst="roundRect">
            <a:avLst>
              <a:gd fmla="val 5855" name="adj"/>
            </a:avLst>
          </a:prstGeom>
          <a:solidFill>
            <a:srgbClr val="F9F9F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14" name="Google Shape;1414;p192"/>
          <p:cNvSpPr/>
          <p:nvPr/>
        </p:nvSpPr>
        <p:spPr>
          <a:xfrm>
            <a:off x="6232513" y="1121271"/>
            <a:ext cx="2605500" cy="188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C385"/>
              </a:buClr>
              <a:buSzPts val="900"/>
              <a:buFont typeface="Space Mono"/>
              <a:buNone/>
            </a:pPr>
            <a:r>
              <a:rPr b="1" i="0" lang="en" sz="900" u="none" cap="none" strike="noStrike">
                <a:solidFill>
                  <a:srgbClr val="00C385"/>
                </a:solidFill>
                <a:latin typeface="Space Mono"/>
                <a:ea typeface="Space Mono"/>
                <a:cs typeface="Space Mono"/>
                <a:sym typeface="Space Mono"/>
              </a:rPr>
              <a:t>STEP 03</a:t>
            </a:r>
            <a:endParaRPr b="0" i="0" sz="900" u="none" cap="none" strike="noStrike">
              <a:solidFill>
                <a:schemeClr val="dk1"/>
              </a:solidFill>
              <a:latin typeface="Calibri"/>
              <a:ea typeface="Calibri"/>
              <a:cs typeface="Calibri"/>
              <a:sym typeface="Calibri"/>
            </a:endParaRPr>
          </a:p>
        </p:txBody>
      </p:sp>
      <p:sp>
        <p:nvSpPr>
          <p:cNvPr id="1415" name="Google Shape;1415;p192"/>
          <p:cNvSpPr/>
          <p:nvPr/>
        </p:nvSpPr>
        <p:spPr>
          <a:xfrm>
            <a:off x="6232513" y="1347490"/>
            <a:ext cx="2605500" cy="194400"/>
          </a:xfrm>
          <a:prstGeom prst="rect">
            <a:avLst/>
          </a:prstGeom>
          <a:noFill/>
          <a:ln>
            <a:noFill/>
          </a:ln>
        </p:spPr>
        <p:txBody>
          <a:bodyPr anchorCtr="0" anchor="t" bIns="12700" lIns="12700" spcFirstLastPara="1" rIns="12700" wrap="square" tIns="12700">
            <a:noAutofit/>
          </a:bodyPr>
          <a:lstStyle/>
          <a:p>
            <a:pPr indent="0" lvl="0" marL="0" marR="0" rtl="0" algn="l">
              <a:lnSpc>
                <a:spcPct val="77474"/>
              </a:lnSpc>
              <a:spcBef>
                <a:spcPts val="0"/>
              </a:spcBef>
              <a:spcAft>
                <a:spcPts val="0"/>
              </a:spcAft>
              <a:buClr>
                <a:srgbClr val="1B1C57"/>
              </a:buClr>
              <a:buSzPts val="1200"/>
              <a:buFont typeface="Poppins"/>
              <a:buNone/>
            </a:pPr>
            <a:r>
              <a:rPr b="1" i="0" lang="en" sz="1200" u="none" cap="none" strike="noStrike">
                <a:solidFill>
                  <a:srgbClr val="1B1C57"/>
                </a:solidFill>
                <a:latin typeface="Poppins"/>
                <a:ea typeface="Poppins"/>
                <a:cs typeface="Poppins"/>
                <a:sym typeface="Poppins"/>
              </a:rPr>
              <a:t>Finish your course</a:t>
            </a:r>
            <a:endParaRPr b="0" i="0" sz="1200" u="none" cap="none" strike="noStrike">
              <a:solidFill>
                <a:schemeClr val="dk1"/>
              </a:solidFill>
              <a:latin typeface="Calibri"/>
              <a:ea typeface="Calibri"/>
              <a:cs typeface="Calibri"/>
              <a:sym typeface="Calibri"/>
            </a:endParaRPr>
          </a:p>
        </p:txBody>
      </p:sp>
      <p:sp>
        <p:nvSpPr>
          <p:cNvPr id="1416" name="Google Shape;1416;p192"/>
          <p:cNvSpPr/>
          <p:nvPr/>
        </p:nvSpPr>
        <p:spPr>
          <a:xfrm>
            <a:off x="6232513" y="1579885"/>
            <a:ext cx="2605500" cy="1926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3F4079"/>
              </a:buClr>
              <a:buSzPts val="1000"/>
              <a:buFont typeface="Poppins"/>
              <a:buNone/>
            </a:pPr>
            <a:r>
              <a:rPr b="0" i="0" lang="en" sz="1000" u="none" cap="none" strike="noStrike">
                <a:solidFill>
                  <a:srgbClr val="3F4079"/>
                </a:solidFill>
                <a:latin typeface="Poppins"/>
                <a:ea typeface="Poppins"/>
                <a:cs typeface="Poppins"/>
                <a:sym typeface="Poppins"/>
              </a:rPr>
              <a:t>Pass and finish as a completer.</a:t>
            </a:r>
            <a:endParaRPr b="0" i="0" sz="1000" u="none" cap="none" strike="noStrike">
              <a:solidFill>
                <a:schemeClr val="dk1"/>
              </a:solidFill>
              <a:latin typeface="Calibri"/>
              <a:ea typeface="Calibri"/>
              <a:cs typeface="Calibri"/>
              <a:sym typeface="Calibri"/>
            </a:endParaRPr>
          </a:p>
        </p:txBody>
      </p:sp>
      <p:sp>
        <p:nvSpPr>
          <p:cNvPr id="1417" name="Google Shape;1417;p192"/>
          <p:cNvSpPr/>
          <p:nvPr/>
        </p:nvSpPr>
        <p:spPr>
          <a:xfrm>
            <a:off x="381000" y="2383780"/>
            <a:ext cx="4473900" cy="233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1100"/>
              <a:buFont typeface="Poppins"/>
              <a:buNone/>
            </a:pPr>
            <a:r>
              <a:rPr b="1" i="0" lang="en" sz="1100" u="none" cap="none" strike="noStrike">
                <a:solidFill>
                  <a:srgbClr val="1B1C57"/>
                </a:solidFill>
                <a:latin typeface="Poppins"/>
                <a:ea typeface="Poppins"/>
                <a:cs typeface="Poppins"/>
                <a:sym typeface="Poppins"/>
              </a:rPr>
              <a:t>Enrolled — you'll see this</a:t>
            </a:r>
            <a:endParaRPr b="0" i="0" sz="1100" u="none" cap="none" strike="noStrike">
              <a:solidFill>
                <a:schemeClr val="dk1"/>
              </a:solidFill>
              <a:latin typeface="Calibri"/>
              <a:ea typeface="Calibri"/>
              <a:cs typeface="Calibri"/>
              <a:sym typeface="Calibri"/>
            </a:endParaRPr>
          </a:p>
        </p:txBody>
      </p:sp>
      <p:sp>
        <p:nvSpPr>
          <p:cNvPr id="1418" name="Google Shape;1418;p192"/>
          <p:cNvSpPr/>
          <p:nvPr/>
        </p:nvSpPr>
        <p:spPr>
          <a:xfrm>
            <a:off x="381000" y="2626668"/>
            <a:ext cx="4473900" cy="185700"/>
          </a:xfrm>
          <a:prstGeom prst="rect">
            <a:avLst/>
          </a:prstGeom>
          <a:noFill/>
          <a:ln>
            <a:noFill/>
          </a:ln>
        </p:spPr>
        <p:txBody>
          <a:bodyPr anchorCtr="0" anchor="t" bIns="12700" lIns="12700" spcFirstLastPara="1" rIns="12700" wrap="square" tIns="12700">
            <a:noAutofit/>
          </a:bodyPr>
          <a:lstStyle/>
          <a:p>
            <a:pPr indent="0" lvl="0" marL="0" marR="0" rtl="0" algn="l">
              <a:lnSpc>
                <a:spcPct val="92105"/>
              </a:lnSpc>
              <a:spcBef>
                <a:spcPts val="0"/>
              </a:spcBef>
              <a:spcAft>
                <a:spcPts val="0"/>
              </a:spcAft>
              <a:buClr>
                <a:srgbClr val="737373"/>
              </a:buClr>
              <a:buSzPts val="900"/>
              <a:buFont typeface="Poppins"/>
              <a:buNone/>
            </a:pPr>
            <a:r>
              <a:rPr b="0" i="0" lang="en" sz="900" u="none" cap="none" strike="noStrike">
                <a:solidFill>
                  <a:srgbClr val="737373"/>
                </a:solidFill>
                <a:latin typeface="Poppins"/>
                <a:ea typeface="Poppins"/>
                <a:cs typeface="Poppins"/>
                <a:sym typeface="Poppins"/>
              </a:rPr>
              <a:t>A green check replaces the banner.</a:t>
            </a:r>
            <a:endParaRPr b="0" i="0" sz="900" u="none" cap="none" strike="noStrike">
              <a:solidFill>
                <a:schemeClr val="dk1"/>
              </a:solidFill>
              <a:latin typeface="Calibri"/>
              <a:ea typeface="Calibri"/>
              <a:cs typeface="Calibri"/>
              <a:sym typeface="Calibri"/>
            </a:endParaRPr>
          </a:p>
        </p:txBody>
      </p:sp>
      <p:sp>
        <p:nvSpPr>
          <p:cNvPr id="1419" name="Google Shape;1419;p192"/>
          <p:cNvSpPr/>
          <p:nvPr/>
        </p:nvSpPr>
        <p:spPr>
          <a:xfrm>
            <a:off x="381000" y="2869555"/>
            <a:ext cx="4067400" cy="1286100"/>
          </a:xfrm>
          <a:prstGeom prst="roundRect">
            <a:avLst>
              <a:gd fmla="val 4444" name="adj"/>
            </a:avLst>
          </a:prstGeom>
          <a:noFill/>
          <a:ln cap="flat" cmpd="sng" w="4775">
            <a:solidFill>
              <a:srgbClr val="E5E5E5"/>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420" name="Google Shape;1420;p192"/>
          <p:cNvPicPr preferRelativeResize="0"/>
          <p:nvPr/>
        </p:nvPicPr>
        <p:blipFill rotWithShape="1">
          <a:blip r:embed="rId4">
            <a:alphaModFix/>
          </a:blip>
          <a:srcRect b="41438" l="0" r="0" t="0"/>
          <a:stretch/>
        </p:blipFill>
        <p:spPr>
          <a:xfrm>
            <a:off x="385763" y="2874317"/>
            <a:ext cx="4057649" cy="1276350"/>
          </a:xfrm>
          <a:prstGeom prst="rect">
            <a:avLst/>
          </a:prstGeom>
          <a:noFill/>
          <a:ln>
            <a:noFill/>
          </a:ln>
        </p:spPr>
      </p:pic>
      <p:sp>
        <p:nvSpPr>
          <p:cNvPr id="1421" name="Google Shape;1421;p192"/>
          <p:cNvSpPr/>
          <p:nvPr/>
        </p:nvSpPr>
        <p:spPr>
          <a:xfrm>
            <a:off x="390377" y="361950"/>
            <a:ext cx="6200100" cy="365700"/>
          </a:xfrm>
          <a:prstGeom prst="rect">
            <a:avLst/>
          </a:prstGeom>
          <a:noFill/>
          <a:ln>
            <a:noFill/>
          </a:ln>
        </p:spPr>
        <p:txBody>
          <a:bodyPr anchorCtr="0" anchor="t" bIns="12700" lIns="12700" spcFirstLastPara="1" rIns="12700" wrap="square" tIns="12700">
            <a:noAutofit/>
          </a:bodyPr>
          <a:lstStyle/>
          <a:p>
            <a:pPr indent="0" lvl="0" marL="0" marR="0" rtl="0" algn="l">
              <a:lnSpc>
                <a:spcPct val="75070"/>
              </a:lnSpc>
              <a:spcBef>
                <a:spcPts val="0"/>
              </a:spcBef>
              <a:spcAft>
                <a:spcPts val="0"/>
              </a:spcAft>
              <a:buClr>
                <a:srgbClr val="1B1C57"/>
              </a:buClr>
              <a:buSzPts val="2300"/>
              <a:buFont typeface="Poppins"/>
              <a:buNone/>
            </a:pPr>
            <a:r>
              <a:rPr b="1" lang="en" sz="2300">
                <a:solidFill>
                  <a:srgbClr val="1B1C57"/>
                </a:solidFill>
                <a:latin typeface="Poppins"/>
                <a:ea typeface="Poppins"/>
                <a:cs typeface="Poppins"/>
                <a:sym typeface="Poppins"/>
              </a:rPr>
              <a:t>One Click Enroll - </a:t>
            </a:r>
            <a:r>
              <a:rPr b="1" i="0" lang="en" sz="2300" u="none" cap="none" strike="noStrike">
                <a:solidFill>
                  <a:srgbClr val="1B1C57"/>
                </a:solidFill>
                <a:latin typeface="Poppins"/>
                <a:ea typeface="Poppins"/>
                <a:cs typeface="Poppins"/>
                <a:sym typeface="Poppins"/>
              </a:rPr>
              <a:t>Join us</a:t>
            </a:r>
            <a:r>
              <a:rPr b="1" lang="en" sz="2300">
                <a:solidFill>
                  <a:srgbClr val="1B1C57"/>
                </a:solidFill>
                <a:latin typeface="Poppins"/>
                <a:ea typeface="Poppins"/>
                <a:cs typeface="Poppins"/>
                <a:sym typeface="Poppins"/>
              </a:rPr>
              <a:t> in TIP 102! </a:t>
            </a:r>
            <a:endParaRPr b="0" i="0" sz="23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9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27" name="Google Shape;1427;p193"/>
          <p:cNvSpPr txBox="1"/>
          <p:nvPr>
            <p:ph type="title"/>
          </p:nvPr>
        </p:nvSpPr>
        <p:spPr>
          <a:xfrm>
            <a:off x="452400" y="481263"/>
            <a:ext cx="8239200" cy="57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Fall 2026: Prework Party! 🎉</a:t>
            </a:r>
            <a:endParaRPr/>
          </a:p>
        </p:txBody>
      </p:sp>
      <p:sp>
        <p:nvSpPr>
          <p:cNvPr id="1428" name="Google Shape;1428;p193"/>
          <p:cNvSpPr txBox="1"/>
          <p:nvPr>
            <p:ph idx="1" type="body"/>
          </p:nvPr>
        </p:nvSpPr>
        <p:spPr>
          <a:xfrm>
            <a:off x="452400" y="1053675"/>
            <a:ext cx="8239200" cy="3488100"/>
          </a:xfrm>
          <a:prstGeom prst="rect">
            <a:avLst/>
          </a:prstGeom>
        </p:spPr>
        <p:txBody>
          <a:bodyPr anchorCtr="0" anchor="t" bIns="91425" lIns="91425" spcFirstLastPara="1" rIns="91425" wrap="square" tIns="91425">
            <a:normAutofit/>
          </a:bodyPr>
          <a:lstStyle/>
          <a:p>
            <a:pPr indent="0" lvl="0" marL="57150" rtl="0" algn="l">
              <a:spcBef>
                <a:spcPts val="0"/>
              </a:spcBef>
              <a:spcAft>
                <a:spcPts val="0"/>
              </a:spcAft>
              <a:buNone/>
            </a:pPr>
            <a:r>
              <a:rPr lang="en" sz="1400"/>
              <a:t>There’s still time to submit your prework for CodePath Fall 2026 courses. You’re invited to a Prework Submission Party - receive prework support and a gift card! </a:t>
            </a:r>
            <a:br>
              <a:rPr lang="en" sz="1400"/>
            </a:br>
            <a:endParaRPr sz="1400"/>
          </a:p>
          <a:p>
            <a:pPr indent="-317500" lvl="0" marL="457200" rtl="0" algn="l">
              <a:spcBef>
                <a:spcPts val="0"/>
              </a:spcBef>
              <a:spcAft>
                <a:spcPts val="0"/>
              </a:spcAft>
              <a:buClr>
                <a:schemeClr val="dk1"/>
              </a:buClr>
              <a:buSzPts val="1400"/>
              <a:buChar char="●"/>
            </a:pPr>
            <a:r>
              <a:rPr lang="en" sz="1400"/>
              <a:t>Join us virtually for our Prework Submission Party on Thursday, August 20 from 2–3 PM PT / 5–6 PM ET. Co-work on your prework with our ambassadors and other students.</a:t>
            </a:r>
            <a:endParaRPr sz="1400"/>
          </a:p>
          <a:p>
            <a:pPr indent="-317500" lvl="0" marL="457200" rtl="0" algn="l">
              <a:spcBef>
                <a:spcPts val="0"/>
              </a:spcBef>
              <a:spcAft>
                <a:spcPts val="0"/>
              </a:spcAft>
              <a:buClr>
                <a:schemeClr val="dk1"/>
              </a:buClr>
              <a:buSzPts val="1400"/>
              <a:buChar char="●"/>
            </a:pPr>
            <a:r>
              <a:rPr lang="en" sz="1400"/>
              <a:t>Come unblock any questions you may have and maybe enjoy a snack on us! 👀</a:t>
            </a:r>
            <a:endParaRPr sz="1400"/>
          </a:p>
          <a:p>
            <a:pPr indent="-317500" lvl="0" marL="457200" rtl="0" algn="l">
              <a:spcBef>
                <a:spcPts val="0"/>
              </a:spcBef>
              <a:spcAft>
                <a:spcPts val="0"/>
              </a:spcAft>
              <a:buClr>
                <a:schemeClr val="dk1"/>
              </a:buClr>
              <a:buSzPts val="1400"/>
              <a:buChar char="●"/>
            </a:pPr>
            <a:r>
              <a:rPr lang="en" sz="1400"/>
              <a:t>Get prework support at anytime via our prework support channel on Slack at </a:t>
            </a:r>
            <a:r>
              <a:rPr lang="en" sz="1400" u="sng">
                <a:solidFill>
                  <a:srgbClr val="1155CC"/>
                </a:solidFill>
                <a:hlinkClick r:id="rId3">
                  <a:extLst>
                    <a:ext uri="{A12FA001-AC4F-418D-AE19-62706E023703}">
                      <ahyp:hlinkClr val="tx"/>
                    </a:ext>
                  </a:extLst>
                </a:hlinkClick>
              </a:rPr>
              <a:t>prework-codepath.slack.com</a:t>
            </a:r>
            <a:endParaRPr sz="1400"/>
          </a:p>
          <a:p>
            <a:pPr indent="0" lvl="0" marL="0" rtl="0" algn="l">
              <a:spcBef>
                <a:spcPts val="0"/>
              </a:spcBef>
              <a:spcAft>
                <a:spcPts val="0"/>
              </a:spcAft>
              <a:buNone/>
            </a:pPr>
            <a:r>
              <a:t/>
            </a:r>
            <a:endParaRPr i="1" sz="1200"/>
          </a:p>
          <a:p>
            <a:pPr indent="0" lvl="0" marL="0" rtl="0" algn="l">
              <a:spcBef>
                <a:spcPts val="0"/>
              </a:spcBef>
              <a:spcAft>
                <a:spcPts val="0"/>
              </a:spcAft>
              <a:buNone/>
            </a:pPr>
            <a:r>
              <a:rPr i="1" lang="en" sz="1200"/>
              <a:t>Note: Upon completion (and passing) of your current course, this Fall you’ll be automatically qualified for the next course in your pathway, with no need to complete the prework! You’re still encouraged to attend if you’ve applied to other courses.</a:t>
            </a:r>
            <a:br>
              <a:rPr i="1" lang="en" sz="1200"/>
            </a:br>
            <a:endParaRPr sz="900"/>
          </a:p>
          <a:p>
            <a:pPr indent="0" lvl="0" marL="0" rtl="0" algn="l">
              <a:spcBef>
                <a:spcPts val="0"/>
              </a:spcBef>
              <a:spcAft>
                <a:spcPts val="1000"/>
              </a:spcAft>
              <a:buNone/>
            </a:pPr>
            <a:r>
              <a:rPr lang="en" sz="2000"/>
              <a:t>📌 </a:t>
            </a:r>
            <a:r>
              <a:rPr lang="en" sz="2000" u="sng">
                <a:solidFill>
                  <a:schemeClr val="hlink"/>
                </a:solidFill>
                <a:hlinkClick r:id="rId4"/>
              </a:rPr>
              <a:t>Register Here</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9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 minutes</a:t>
            </a:r>
            <a:endParaRPr/>
          </a:p>
        </p:txBody>
      </p:sp>
      <p:sp>
        <p:nvSpPr>
          <p:cNvPr id="1434" name="Google Shape;1434;p194"/>
          <p:cNvSpPr txBox="1"/>
          <p:nvPr/>
        </p:nvSpPr>
        <p:spPr>
          <a:xfrm>
            <a:off x="884825" y="2317200"/>
            <a:ext cx="52275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FFFFFF"/>
                </a:solidFill>
                <a:latin typeface="Space Mono"/>
                <a:ea typeface="Space Mono"/>
                <a:cs typeface="Space Mono"/>
                <a:sym typeface="Space Mono"/>
              </a:rPr>
              <a:t>Celebrate! 🎉🎉🎉🎉</a:t>
            </a:r>
            <a:endParaRPr sz="3200">
              <a:solidFill>
                <a:srgbClr val="FFFFFF"/>
              </a:solidFill>
              <a:latin typeface="Space Mono"/>
              <a:ea typeface="Space Mono"/>
              <a:cs typeface="Space Mono"/>
              <a:sym typeface="Space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19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Looking back through what we’ve completed</a:t>
            </a:r>
            <a:endParaRPr sz="2100"/>
          </a:p>
        </p:txBody>
      </p:sp>
      <p:sp>
        <p:nvSpPr>
          <p:cNvPr id="1440" name="Google Shape;1440;p19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500"/>
              <a:t>Estimated </a:t>
            </a:r>
            <a:r>
              <a:rPr b="1" lang="en" sz="1500"/>
              <a:t>3,500+</a:t>
            </a:r>
            <a:r>
              <a:rPr lang="en" sz="1500"/>
              <a:t> Breakout Room Problems solved</a:t>
            </a:r>
            <a:endParaRPr sz="1500"/>
          </a:p>
          <a:p>
            <a:pPr indent="-311150" lvl="0" marL="457200" rtl="0" algn="l">
              <a:spcBef>
                <a:spcPts val="1000"/>
              </a:spcBef>
              <a:spcAft>
                <a:spcPts val="0"/>
              </a:spcAft>
              <a:buSzPts val="1300"/>
              <a:buChar char="✱"/>
            </a:pPr>
            <a:r>
              <a:rPr lang="en" sz="1500"/>
              <a:t>Almost </a:t>
            </a:r>
            <a:r>
              <a:rPr b="1" lang="en" sz="1500"/>
              <a:t>4,000</a:t>
            </a:r>
            <a:r>
              <a:rPr lang="en" sz="1500"/>
              <a:t> session feedback responses</a:t>
            </a:r>
            <a:endParaRPr sz="1300"/>
          </a:p>
          <a:p>
            <a:pPr indent="-323850" lvl="0" marL="457200" rtl="0" algn="l">
              <a:spcBef>
                <a:spcPts val="1000"/>
              </a:spcBef>
              <a:spcAft>
                <a:spcPts val="0"/>
              </a:spcAft>
              <a:buSzPts val="1500"/>
              <a:buChar char="✱"/>
            </a:pPr>
            <a:r>
              <a:rPr lang="en" sz="1500"/>
              <a:t>Some students met up to ~</a:t>
            </a:r>
            <a:r>
              <a:rPr b="1" lang="en" sz="1500"/>
              <a:t>35+</a:t>
            </a:r>
            <a:r>
              <a:rPr lang="en" sz="1500"/>
              <a:t> new classmates throughout the semester </a:t>
            </a:r>
            <a:endParaRPr sz="1500"/>
          </a:p>
          <a:p>
            <a:pPr indent="-323850" lvl="0" marL="457200" rtl="0" algn="l">
              <a:spcBef>
                <a:spcPts val="1000"/>
              </a:spcBef>
              <a:spcAft>
                <a:spcPts val="0"/>
              </a:spcAft>
              <a:buSzPts val="1500"/>
              <a:buChar char="✱"/>
            </a:pPr>
            <a:r>
              <a:rPr lang="en" sz="1500"/>
              <a:t>We completed </a:t>
            </a:r>
            <a:r>
              <a:rPr b="1" lang="en" sz="1500"/>
              <a:t>~500+</a:t>
            </a:r>
            <a:r>
              <a:rPr lang="en" sz="1500"/>
              <a:t> mock interviews</a:t>
            </a:r>
            <a:endParaRPr sz="1500"/>
          </a:p>
          <a:p>
            <a:pPr indent="-323850" lvl="0" marL="457200" rtl="0" algn="l">
              <a:spcBef>
                <a:spcPts val="1000"/>
              </a:spcBef>
              <a:spcAft>
                <a:spcPts val="0"/>
              </a:spcAft>
              <a:buSzPts val="1500"/>
              <a:buChar char="✱"/>
            </a:pPr>
            <a:r>
              <a:rPr lang="en" sz="1500"/>
              <a:t>We completed </a:t>
            </a:r>
            <a:r>
              <a:rPr b="1" lang="en" sz="1500"/>
              <a:t>4,000+</a:t>
            </a:r>
            <a:r>
              <a:rPr lang="en" sz="1500"/>
              <a:t> HackerRank assignments</a:t>
            </a:r>
            <a:endParaRPr sz="1500"/>
          </a:p>
          <a:p>
            <a:pPr indent="0" lvl="0" marL="457200" rtl="0" algn="l">
              <a:spcBef>
                <a:spcPts val="1000"/>
              </a:spcBef>
              <a:spcAft>
                <a:spcPts val="1000"/>
              </a:spcAft>
              <a:buNone/>
            </a:pPr>
            <a:r>
              <a:t/>
            </a:r>
            <a:endParaRPr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19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Looking back through your feedback</a:t>
            </a:r>
            <a:endParaRPr sz="2100"/>
          </a:p>
        </p:txBody>
      </p:sp>
      <p:sp>
        <p:nvSpPr>
          <p:cNvPr id="1446" name="Google Shape;1446;p19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“Breakout room” mentioned </a:t>
            </a:r>
            <a:r>
              <a:rPr b="1" lang="en" sz="1400"/>
              <a:t>747</a:t>
            </a:r>
            <a:r>
              <a:rPr lang="en" sz="1400"/>
              <a:t> times</a:t>
            </a:r>
            <a:endParaRPr sz="1400"/>
          </a:p>
          <a:p>
            <a:pPr indent="-317500" lvl="0" marL="457200" rtl="0" algn="l">
              <a:spcBef>
                <a:spcPts val="1000"/>
              </a:spcBef>
              <a:spcAft>
                <a:spcPts val="0"/>
              </a:spcAft>
              <a:buSzPts val="1400"/>
              <a:buChar char="✱"/>
            </a:pPr>
            <a:r>
              <a:rPr lang="en" sz="1400"/>
              <a:t>“Meeting new people” mentioned </a:t>
            </a:r>
            <a:r>
              <a:rPr b="1" lang="en" sz="1400"/>
              <a:t>386</a:t>
            </a:r>
            <a:r>
              <a:rPr lang="en" sz="1400"/>
              <a:t> times</a:t>
            </a:r>
            <a:endParaRPr sz="1400"/>
          </a:p>
          <a:p>
            <a:pPr indent="-317500" lvl="0" marL="457200" rtl="0" algn="l">
              <a:spcBef>
                <a:spcPts val="1000"/>
              </a:spcBef>
              <a:spcAft>
                <a:spcPts val="0"/>
              </a:spcAft>
              <a:buSzPts val="1400"/>
              <a:buChar char="✱"/>
            </a:pPr>
            <a:r>
              <a:rPr lang="en" sz="1400"/>
              <a:t>“Mock interviews” mentioned </a:t>
            </a:r>
            <a:r>
              <a:rPr b="1" lang="en" sz="1400"/>
              <a:t>128</a:t>
            </a:r>
            <a:r>
              <a:rPr lang="en" sz="1400"/>
              <a:t> times</a:t>
            </a:r>
            <a:endParaRPr sz="1400"/>
          </a:p>
          <a:p>
            <a:pPr indent="-317500" lvl="0" marL="457200" rtl="0" algn="l">
              <a:spcBef>
                <a:spcPts val="1000"/>
              </a:spcBef>
              <a:spcAft>
                <a:spcPts val="0"/>
              </a:spcAft>
              <a:buSzPts val="1400"/>
              <a:buChar char="✱"/>
            </a:pPr>
            <a:r>
              <a:rPr lang="en" sz="1400"/>
              <a:t>Initial concerns </a:t>
            </a:r>
            <a:r>
              <a:rPr b="1" lang="en" sz="1400"/>
              <a:t>dropped by 50%</a:t>
            </a:r>
            <a:r>
              <a:rPr lang="en" sz="1400"/>
              <a:t> by week 5</a:t>
            </a:r>
            <a:endParaRPr sz="1400"/>
          </a:p>
          <a:p>
            <a:pPr indent="-317500" lvl="1" marL="914400" rtl="0" algn="l">
              <a:spcBef>
                <a:spcPts val="1000"/>
              </a:spcBef>
              <a:spcAft>
                <a:spcPts val="0"/>
              </a:spcAft>
              <a:buSzPts val="1400"/>
              <a:buChar char="●"/>
            </a:pPr>
            <a:r>
              <a:rPr lang="en" sz="1400"/>
              <a:t>Week (3-4) was the lowest confidence timeframe as we adjusted</a:t>
            </a:r>
            <a:endParaRPr sz="1400"/>
          </a:p>
          <a:p>
            <a:pPr indent="-317500" lvl="1" marL="914400" rtl="0" algn="l">
              <a:spcBef>
                <a:spcPts val="1000"/>
              </a:spcBef>
              <a:spcAft>
                <a:spcPts val="0"/>
              </a:spcAft>
              <a:buSzPts val="1400"/>
              <a:buChar char="●"/>
            </a:pPr>
            <a:r>
              <a:rPr lang="en" sz="1400"/>
              <a:t>Weeks (5-8) showed that students are more confident despite harder topics!</a:t>
            </a:r>
            <a:endParaRPr sz="1400"/>
          </a:p>
          <a:p>
            <a:pPr indent="-317500" lvl="0" marL="457200" rtl="0" algn="l">
              <a:spcBef>
                <a:spcPts val="1000"/>
              </a:spcBef>
              <a:spcAft>
                <a:spcPts val="0"/>
              </a:spcAft>
              <a:buSzPts val="1400"/>
              <a:buChar char="✱"/>
            </a:pPr>
            <a:r>
              <a:rPr lang="en" sz="1400"/>
              <a:t>Students mentioned each other by name </a:t>
            </a:r>
            <a:r>
              <a:rPr b="1" lang="en" sz="1400"/>
              <a:t>4,200+</a:t>
            </a:r>
            <a:r>
              <a:rPr lang="en" sz="1400"/>
              <a:t> times!</a:t>
            </a:r>
            <a:endParaRPr sz="1400"/>
          </a:p>
          <a:p>
            <a:pPr indent="-317500" lvl="0" marL="457200" rtl="0" algn="l">
              <a:spcBef>
                <a:spcPts val="1000"/>
              </a:spcBef>
              <a:spcAft>
                <a:spcPts val="0"/>
              </a:spcAft>
              <a:buSzPts val="1400"/>
              <a:buChar char="✱"/>
            </a:pPr>
            <a:r>
              <a:rPr b="1" lang="en" sz="1400"/>
              <a:t>534</a:t>
            </a:r>
            <a:r>
              <a:rPr lang="en" sz="1400"/>
              <a:t> Tech Fellow &amp; ops team (Kenneth) mentions !!</a:t>
            </a:r>
            <a:endParaRPr sz="1400"/>
          </a:p>
          <a:p>
            <a:pPr indent="-317500" lvl="1" marL="914400" rtl="0" algn="l">
              <a:spcBef>
                <a:spcPts val="1000"/>
              </a:spcBef>
              <a:spcAft>
                <a:spcPts val="0"/>
              </a:spcAft>
              <a:buSzPts val="1400"/>
              <a:buChar char="●"/>
            </a:pPr>
            <a:r>
              <a:rPr lang="en" sz="1400"/>
              <a:t>18 TFs mentioned by name in our section, shoutouts:</a:t>
            </a:r>
            <a:endParaRPr sz="1400"/>
          </a:p>
          <a:p>
            <a:pPr indent="-317500" lvl="1" marL="914400" rtl="0" algn="l">
              <a:spcBef>
                <a:spcPts val="1000"/>
              </a:spcBef>
              <a:spcAft>
                <a:spcPts val="0"/>
              </a:spcAft>
              <a:buSzPts val="1400"/>
              <a:buChar char="●"/>
            </a:pPr>
            <a:r>
              <a:rPr b="1" lang="en" sz="1400"/>
              <a:t>Neel, Justin, Leanna, Angela, Eddie, La’Joir</a:t>
            </a:r>
            <a:endParaRPr b="1" sz="1400"/>
          </a:p>
          <a:p>
            <a:pPr indent="0" lvl="0" marL="457200" rtl="0" algn="l">
              <a:spcBef>
                <a:spcPts val="1000"/>
              </a:spcBef>
              <a:spcAft>
                <a:spcPts val="1000"/>
              </a:spcAft>
              <a:buNone/>
            </a:pPr>
            <a:r>
              <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19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Looking back at what we’ve learned</a:t>
            </a:r>
            <a:endParaRPr sz="2100"/>
          </a:p>
        </p:txBody>
      </p:sp>
      <p:sp>
        <p:nvSpPr>
          <p:cNvPr id="1452" name="Google Shape;1452;p19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Over these last 10 weeks, we have covered so many new topics. Regardless of your background, you got to improve on:</a:t>
            </a:r>
            <a:endParaRPr sz="1500"/>
          </a:p>
          <a:p>
            <a:pPr indent="-317500" lvl="0" marL="457200" rtl="0" algn="l">
              <a:spcBef>
                <a:spcPts val="1000"/>
              </a:spcBef>
              <a:spcAft>
                <a:spcPts val="0"/>
              </a:spcAft>
              <a:buSzPts val="1400"/>
              <a:buChar char="✱"/>
            </a:pPr>
            <a:r>
              <a:rPr lang="en" sz="1400"/>
              <a:t>Big-O</a:t>
            </a:r>
            <a:endParaRPr sz="1400"/>
          </a:p>
          <a:p>
            <a:pPr indent="-317500" lvl="0" marL="457200" rtl="0" algn="l">
              <a:spcBef>
                <a:spcPts val="0"/>
              </a:spcBef>
              <a:spcAft>
                <a:spcPts val="0"/>
              </a:spcAft>
              <a:buSzPts val="1400"/>
              <a:buChar char="✱"/>
            </a:pPr>
            <a:r>
              <a:rPr lang="en" sz="1400"/>
              <a:t>Dictionaries</a:t>
            </a:r>
            <a:endParaRPr sz="1400"/>
          </a:p>
          <a:p>
            <a:pPr indent="-317500" lvl="0" marL="457200" rtl="0" algn="l">
              <a:spcBef>
                <a:spcPts val="0"/>
              </a:spcBef>
              <a:spcAft>
                <a:spcPts val="0"/>
              </a:spcAft>
              <a:buSzPts val="1400"/>
              <a:buChar char="✱"/>
            </a:pPr>
            <a:r>
              <a:rPr lang="en" sz="1400"/>
              <a:t>String operations / string manipulation</a:t>
            </a:r>
            <a:endParaRPr sz="1400"/>
          </a:p>
          <a:p>
            <a:pPr indent="-317500" lvl="0" marL="457200" rtl="0" algn="l">
              <a:spcBef>
                <a:spcPts val="0"/>
              </a:spcBef>
              <a:spcAft>
                <a:spcPts val="0"/>
              </a:spcAft>
              <a:buSzPts val="1400"/>
              <a:buChar char="✱"/>
            </a:pPr>
            <a:r>
              <a:rPr lang="en" sz="1400"/>
              <a:t>Two pointers</a:t>
            </a:r>
            <a:endParaRPr sz="1400"/>
          </a:p>
          <a:p>
            <a:pPr indent="-317500" lvl="0" marL="457200" rtl="0" algn="l">
              <a:spcBef>
                <a:spcPts val="0"/>
              </a:spcBef>
              <a:spcAft>
                <a:spcPts val="0"/>
              </a:spcAft>
              <a:buSzPts val="1400"/>
              <a:buChar char="✱"/>
            </a:pPr>
            <a:r>
              <a:rPr lang="en" sz="1400"/>
              <a:t>OOP</a:t>
            </a:r>
            <a:endParaRPr sz="1400"/>
          </a:p>
          <a:p>
            <a:pPr indent="-317500" lvl="0" marL="457200" rtl="0" algn="l">
              <a:spcBef>
                <a:spcPts val="0"/>
              </a:spcBef>
              <a:spcAft>
                <a:spcPts val="0"/>
              </a:spcAft>
              <a:buSzPts val="1400"/>
              <a:buChar char="✱"/>
            </a:pPr>
            <a:r>
              <a:rPr lang="en" sz="1400"/>
              <a:t>linked lists techniques (temporary head, two pointers)</a:t>
            </a:r>
            <a:endParaRPr sz="1400"/>
          </a:p>
          <a:p>
            <a:pPr indent="-317500" lvl="0" marL="457200" rtl="0" algn="l">
              <a:spcBef>
                <a:spcPts val="0"/>
              </a:spcBef>
              <a:spcAft>
                <a:spcPts val="0"/>
              </a:spcAft>
              <a:buSzPts val="1400"/>
              <a:buChar char="✱"/>
            </a:pPr>
            <a:r>
              <a:rPr lang="en" sz="1400"/>
              <a:t>Binary search on sorted lists</a:t>
            </a:r>
            <a:endParaRPr sz="1400"/>
          </a:p>
          <a:p>
            <a:pPr indent="-317500" lvl="0" marL="457200" rtl="0" algn="l">
              <a:spcBef>
                <a:spcPts val="0"/>
              </a:spcBef>
              <a:spcAft>
                <a:spcPts val="0"/>
              </a:spcAft>
              <a:buSzPts val="1400"/>
              <a:buChar char="✱"/>
            </a:pPr>
            <a:r>
              <a:rPr lang="en" sz="1400"/>
              <a:t>Recursion</a:t>
            </a:r>
            <a:endParaRPr sz="1400"/>
          </a:p>
          <a:p>
            <a:pPr indent="-317500" lvl="0" marL="457200" rtl="0" algn="l">
              <a:spcBef>
                <a:spcPts val="0"/>
              </a:spcBef>
              <a:spcAft>
                <a:spcPts val="0"/>
              </a:spcAft>
              <a:buSzPts val="1400"/>
              <a:buChar char="✱"/>
            </a:pPr>
            <a:r>
              <a:rPr lang="en" sz="1400"/>
              <a:t>Binary trees vs. Binary search trees</a:t>
            </a:r>
            <a:endParaRPr sz="1400"/>
          </a:p>
          <a:p>
            <a:pPr indent="-317500" lvl="0" marL="457200" rtl="0" algn="l">
              <a:spcBef>
                <a:spcPts val="0"/>
              </a:spcBef>
              <a:spcAft>
                <a:spcPts val="0"/>
              </a:spcAft>
              <a:buSzPts val="1400"/>
              <a:buChar char="✱"/>
            </a:pPr>
            <a:r>
              <a:rPr lang="en" sz="1400"/>
              <a:t>Tree traversal techniques</a:t>
            </a:r>
            <a:endParaRPr sz="1400"/>
          </a:p>
          <a:p>
            <a:pPr indent="-317500" lvl="0" marL="457200" rtl="0" algn="l">
              <a:spcBef>
                <a:spcPts val="0"/>
              </a:spcBef>
              <a:spcAft>
                <a:spcPts val="0"/>
              </a:spcAft>
              <a:buSzPts val="1400"/>
              <a:buChar char="✱"/>
            </a:pPr>
            <a:r>
              <a:rPr lang="en" sz="1400"/>
              <a:t>Mock interviews / problem-solving strategy (UMPIRE)</a:t>
            </a:r>
            <a:endParaRPr sz="1400"/>
          </a:p>
          <a:p>
            <a:pPr indent="0" lvl="0" marL="457200" rtl="0" algn="l">
              <a:spcBef>
                <a:spcPts val="1000"/>
              </a:spcBef>
              <a:spcAft>
                <a:spcPts val="10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19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Looking back . . . KAHOOT 🤩</a:t>
            </a:r>
            <a:endParaRPr sz="2100"/>
          </a:p>
        </p:txBody>
      </p:sp>
      <p:sp>
        <p:nvSpPr>
          <p:cNvPr id="1458" name="Google Shape;1458;p19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The purpose of the course isn’t to memorize everything right away, but just to make continuous progress. Let’s do a quick </a:t>
            </a:r>
            <a:r>
              <a:rPr lang="en" sz="1500" u="sng">
                <a:solidFill>
                  <a:schemeClr val="hlink"/>
                </a:solidFill>
                <a:hlinkClick r:id="rId3"/>
              </a:rPr>
              <a:t>Kahoot</a:t>
            </a:r>
            <a:r>
              <a:rPr lang="en" sz="1500"/>
              <a:t> game to see how well we can recall the information! The </a:t>
            </a:r>
            <a:r>
              <a:rPr b="1" lang="en" sz="1500"/>
              <a:t>winners</a:t>
            </a:r>
            <a:r>
              <a:rPr lang="en" sz="1500"/>
              <a:t> of the Kahoot will get:</a:t>
            </a:r>
            <a:endParaRPr sz="1500"/>
          </a:p>
          <a:p>
            <a:pPr indent="0" lvl="0" marL="0" rtl="0" algn="l">
              <a:spcBef>
                <a:spcPts val="1000"/>
              </a:spcBef>
              <a:spcAft>
                <a:spcPts val="0"/>
              </a:spcAft>
              <a:buNone/>
            </a:pPr>
            <a:r>
              <a:rPr b="1" lang="en" sz="1500"/>
              <a:t>1</a:t>
            </a:r>
            <a:r>
              <a:rPr b="1" baseline="30000" lang="en" sz="1500"/>
              <a:t>st</a:t>
            </a:r>
            <a:r>
              <a:rPr b="1" lang="en" sz="1500"/>
              <a:t> place 🥇:</a:t>
            </a:r>
            <a:endParaRPr b="1" sz="1500"/>
          </a:p>
          <a:p>
            <a:pPr indent="-323850" lvl="0" marL="457200" rtl="0" algn="l">
              <a:spcBef>
                <a:spcPts val="1000"/>
              </a:spcBef>
              <a:spcAft>
                <a:spcPts val="0"/>
              </a:spcAft>
              <a:buSzPts val="1500"/>
              <a:buChar char="-"/>
            </a:pPr>
            <a:r>
              <a:rPr lang="en" sz="1500"/>
              <a:t>Resume review, LinkedIn Review + endorsement and </a:t>
            </a:r>
            <a:r>
              <a:rPr b="1" lang="en" sz="1500"/>
              <a:t>1:1 Mock Interview with me</a:t>
            </a:r>
            <a:endParaRPr b="1" sz="1500"/>
          </a:p>
          <a:p>
            <a:pPr indent="0" lvl="0" marL="0" rtl="0" algn="l">
              <a:spcBef>
                <a:spcPts val="1000"/>
              </a:spcBef>
              <a:spcAft>
                <a:spcPts val="0"/>
              </a:spcAft>
              <a:buNone/>
            </a:pPr>
            <a:r>
              <a:rPr b="1" lang="en" sz="1500"/>
              <a:t>2</a:t>
            </a:r>
            <a:r>
              <a:rPr b="1" baseline="30000" lang="en" sz="1500"/>
              <a:t>nd   </a:t>
            </a:r>
            <a:r>
              <a:rPr b="1" lang="en" sz="1500"/>
              <a:t>place 🥈:</a:t>
            </a:r>
            <a:endParaRPr b="1" sz="1500"/>
          </a:p>
          <a:p>
            <a:pPr indent="-323850" lvl="0" marL="457200" rtl="0" algn="l">
              <a:spcBef>
                <a:spcPts val="1000"/>
              </a:spcBef>
              <a:spcAft>
                <a:spcPts val="0"/>
              </a:spcAft>
              <a:buSzPts val="1500"/>
              <a:buChar char="-"/>
            </a:pPr>
            <a:r>
              <a:rPr lang="en" sz="1500"/>
              <a:t>Resume review and</a:t>
            </a:r>
            <a:r>
              <a:rPr b="1" lang="en" sz="1500"/>
              <a:t> LinkedIn Review + endorsement</a:t>
            </a:r>
            <a:endParaRPr b="1" sz="1500"/>
          </a:p>
          <a:p>
            <a:pPr indent="0" lvl="0" marL="0" rtl="0" algn="l">
              <a:spcBef>
                <a:spcPts val="1000"/>
              </a:spcBef>
              <a:spcAft>
                <a:spcPts val="0"/>
              </a:spcAft>
              <a:buNone/>
            </a:pPr>
            <a:r>
              <a:rPr b="1" lang="en" sz="1500"/>
              <a:t>3</a:t>
            </a:r>
            <a:r>
              <a:rPr b="1" baseline="30000" lang="en" sz="1500"/>
              <a:t>rd  </a:t>
            </a:r>
            <a:r>
              <a:rPr b="1" lang="en" sz="1500"/>
              <a:t>Place 🥉:</a:t>
            </a:r>
            <a:endParaRPr b="1" sz="1500"/>
          </a:p>
          <a:p>
            <a:pPr indent="-323850" lvl="0" marL="457200" rtl="0" algn="l">
              <a:spcBef>
                <a:spcPts val="1000"/>
              </a:spcBef>
              <a:spcAft>
                <a:spcPts val="0"/>
              </a:spcAft>
              <a:buSzPts val="1500"/>
              <a:buChar char="-"/>
            </a:pPr>
            <a:r>
              <a:rPr b="1" lang="en" sz="1500"/>
              <a:t>Resume review</a:t>
            </a:r>
            <a:endParaRPr b="1"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sp>
        <p:nvSpPr>
          <p:cNvPr id="1463" name="Google Shape;1463;p19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Let’s take 5 min to write down our thoughts . . .</a:t>
            </a:r>
            <a:endParaRPr sz="2100"/>
          </a:p>
        </p:txBody>
      </p:sp>
      <p:sp>
        <p:nvSpPr>
          <p:cNvPr id="1464" name="Google Shape;1464;p199"/>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Share something you are proud of from the course, such as a skill you developed or a challenge you overcame.</a:t>
            </a:r>
            <a:endParaRPr/>
          </a:p>
          <a:p>
            <a:pPr indent="0" lvl="0" marL="0" rtl="0" algn="l">
              <a:spcBef>
                <a:spcPts val="1000"/>
              </a:spcBef>
              <a:spcAft>
                <a:spcPts val="0"/>
              </a:spcAft>
              <a:buNone/>
            </a:pPr>
            <a:r>
              <a:rPr lang="en"/>
              <a:t>Then add to the </a:t>
            </a:r>
            <a:r>
              <a:rPr b="1" lang="en" u="sng">
                <a:solidFill>
                  <a:schemeClr val="hlink"/>
                </a:solidFill>
                <a:hlinkClick r:id="rId3"/>
              </a:rPr>
              <a:t>Padlet</a:t>
            </a:r>
            <a:r>
              <a:rPr lang="en"/>
              <a:t>! This can be:</a:t>
            </a:r>
            <a:endParaRPr/>
          </a:p>
          <a:p>
            <a:pPr indent="-342900" lvl="0" marL="457200" rtl="0" algn="l">
              <a:spcBef>
                <a:spcPts val="1000"/>
              </a:spcBef>
              <a:spcAft>
                <a:spcPts val="0"/>
              </a:spcAft>
              <a:buSzPts val="1800"/>
              <a:buChar char="✱"/>
            </a:pPr>
            <a:r>
              <a:rPr lang="en"/>
              <a:t>Highlights</a:t>
            </a:r>
            <a:endParaRPr/>
          </a:p>
          <a:p>
            <a:pPr indent="-342900" lvl="0" marL="457200" rtl="0" algn="l">
              <a:spcBef>
                <a:spcPts val="0"/>
              </a:spcBef>
              <a:spcAft>
                <a:spcPts val="0"/>
              </a:spcAft>
              <a:buSzPts val="1800"/>
              <a:buChar char="✱"/>
            </a:pPr>
            <a:r>
              <a:rPr lang="en"/>
              <a:t>Shout-outs</a:t>
            </a:r>
            <a:endParaRPr/>
          </a:p>
          <a:p>
            <a:pPr indent="-342900" lvl="0" marL="457200" rtl="0" algn="l">
              <a:spcBef>
                <a:spcPts val="0"/>
              </a:spcBef>
              <a:spcAft>
                <a:spcPts val="0"/>
              </a:spcAft>
              <a:buSzPts val="1800"/>
              <a:buChar char="✱"/>
            </a:pPr>
            <a:r>
              <a:rPr lang="en"/>
              <a:t>Favorite memories</a:t>
            </a:r>
            <a:endParaRPr/>
          </a:p>
          <a:p>
            <a:pPr indent="-342900" lvl="0" marL="457200" rtl="0" algn="l">
              <a:spcBef>
                <a:spcPts val="0"/>
              </a:spcBef>
              <a:spcAft>
                <a:spcPts val="0"/>
              </a:spcAft>
              <a:buSzPts val="1800"/>
              <a:buChar char="✱"/>
            </a:pPr>
            <a:r>
              <a:rPr lang="en"/>
              <a:t>Inspirational messages or quotes</a:t>
            </a:r>
            <a:endParaRPr/>
          </a:p>
          <a:p>
            <a:pPr indent="-342900" lvl="0" marL="457200" rtl="0" algn="l">
              <a:spcBef>
                <a:spcPts val="0"/>
              </a:spcBef>
              <a:spcAft>
                <a:spcPts val="0"/>
              </a:spcAft>
              <a:buSzPts val="1800"/>
              <a:buChar char="✱"/>
            </a:pPr>
            <a:r>
              <a:rPr lang="en"/>
              <a:t>General thoughts or feelings</a:t>
            </a:r>
            <a:endParaRPr/>
          </a:p>
          <a:p>
            <a:pPr indent="-342900" lvl="0" marL="457200" rtl="0" algn="l">
              <a:spcBef>
                <a:spcPts val="0"/>
              </a:spcBef>
              <a:spcAft>
                <a:spcPts val="0"/>
              </a:spcAft>
              <a:buSzPts val="1800"/>
              <a:buChar char="✱"/>
            </a:pPr>
            <a:r>
              <a:rPr lang="en"/>
              <a:t>Feel free to include a gif/pic!</a:t>
            </a:r>
            <a:endParaRPr/>
          </a:p>
          <a:p>
            <a:pPr indent="0" lvl="0" marL="457200" rtl="0" algn="l">
              <a:spcBef>
                <a:spcPts val="1000"/>
              </a:spcBef>
              <a:spcAft>
                <a:spcPts val="1000"/>
              </a:spcAft>
              <a:buNone/>
            </a:pPr>
            <a:r>
              <a:t/>
            </a:r>
            <a:endParaRPr/>
          </a:p>
        </p:txBody>
      </p:sp>
      <p:pic>
        <p:nvPicPr>
          <p:cNvPr descr="5 minutes timer with relaxing music#5minutetimer #timer #relaxingmusic #relaxation" id="1465" name="Google Shape;1465;p199" title="5 Minutes Timer With Relaxing Music">
            <a:hlinkClick r:id="rId4"/>
          </p:cNvPr>
          <p:cNvPicPr preferRelativeResize="0"/>
          <p:nvPr/>
        </p:nvPicPr>
        <p:blipFill>
          <a:blip r:embed="rId5">
            <a:alphaModFix/>
          </a:blip>
          <a:stretch>
            <a:fillRect/>
          </a:stretch>
        </p:blipFill>
        <p:spPr>
          <a:xfrm>
            <a:off x="5617300" y="19534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200"/>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1471" name="Google Shape;1471;p200"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201"/>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1477" name="Google Shape;1477;p20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202"/>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1483" name="Google Shape;1483;p20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84" name="Google Shape;1484;p202"/>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203"/>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Wrap Up + </a:t>
            </a:r>
            <a:br>
              <a:rPr lang="en" sz="1500"/>
            </a:br>
            <a:r>
              <a:rPr lang="en" sz="1500"/>
              <a:t>Class Pic</a:t>
            </a:r>
            <a:endParaRPr sz="1500"/>
          </a:p>
        </p:txBody>
      </p:sp>
      <p:sp>
        <p:nvSpPr>
          <p:cNvPr id="1490" name="Google Shape;1490;p20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20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20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1" name="Google Shape;1501;p205"/>
          <p:cNvSpPr txBox="1"/>
          <p:nvPr/>
        </p:nvSpPr>
        <p:spPr>
          <a:xfrm>
            <a:off x="549100" y="716920"/>
            <a:ext cx="5199900" cy="21858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2900">
                <a:solidFill>
                  <a:schemeClr val="dk1"/>
                </a:solidFill>
                <a:latin typeface="Poppins"/>
                <a:ea typeface="Poppins"/>
                <a:cs typeface="Poppins"/>
                <a:sym typeface="Poppins"/>
              </a:rPr>
              <a:t>End of Course Survey Time! </a:t>
            </a:r>
            <a:endParaRPr b="1" sz="29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lang="en" sz="2400">
                <a:solidFill>
                  <a:schemeClr val="dk1"/>
                </a:solidFill>
                <a:latin typeface="Poppins"/>
                <a:ea typeface="Poppins"/>
                <a:cs typeface="Poppins"/>
                <a:sym typeface="Poppins"/>
              </a:rPr>
              <a:t>7 min for End of Course Survey</a:t>
            </a:r>
            <a:endParaRPr sz="24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lang="en" sz="2400">
                <a:solidFill>
                  <a:schemeClr val="dk1"/>
                </a:solidFill>
                <a:latin typeface="Poppins"/>
                <a:ea typeface="Poppins"/>
                <a:cs typeface="Poppins"/>
                <a:sym typeface="Poppins"/>
              </a:rPr>
              <a:t>Check your email for the link</a:t>
            </a:r>
            <a:endParaRPr sz="2400">
              <a:solidFill>
                <a:schemeClr val="dk1"/>
              </a:solidFill>
              <a:latin typeface="Poppins"/>
              <a:ea typeface="Poppins"/>
              <a:cs typeface="Poppins"/>
              <a:sym typeface="Poppins"/>
            </a:endParaRPr>
          </a:p>
        </p:txBody>
      </p:sp>
      <p:pic>
        <p:nvPicPr>
          <p:cNvPr id="1502" name="Google Shape;1502;p205"/>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Aesthetic 7 minute timer with relaxing music and alarm. Great timer for rest times, short focused study or work sessions. Can be used in a classroom. &#10;&#10;💿 Original relaxing music by @ItsPomodoro  &#10;&#10;Check out this playlist for more more 7 minute timers with relaxing music: https://www.youtube.com/watch?v=sERe0IUzpR4&amp;list=PLLzlqhtRyNWZb64yQoTVFBrZriZIRr22z &#10;&#10;👍 Please support the channel by liking the video and subscribing for more!&#10;&#10;⏰ We specialize in aesthetic timers with relaxing music. But if you are looking for a different timer please leave a comment describing what kind of timer you'd like to see, and we will make a timer just for you!" id="1503" name="Google Shape;1503;p205" title="7 Minute Timer with Relaxing Music and Alarm 🎵 ⏰">
            <a:hlinkClick r:id="rId4"/>
          </p:cNvPr>
          <p:cNvPicPr preferRelativeResize="0"/>
          <p:nvPr/>
        </p:nvPicPr>
        <p:blipFill>
          <a:blip r:embed="rId5">
            <a:alphaModFix/>
          </a:blip>
          <a:stretch>
            <a:fillRect/>
          </a:stretch>
        </p:blipFill>
        <p:spPr>
          <a:xfrm>
            <a:off x="2721250" y="2886625"/>
            <a:ext cx="2850000" cy="160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3"/>
                                        </p:tgtEl>
                                        <p:attrNameLst>
                                          <p:attrName>style.visibility</p:attrName>
                                        </p:attrNameLst>
                                      </p:cBhvr>
                                      <p:to>
                                        <p:strVal val="visible"/>
                                      </p:to>
                                    </p:set>
                                    <p:animEffect filter="fade" transition="in">
                                      <p:cBhvr>
                                        <p:cTn dur="1000"/>
                                        <p:tgtEl>
                                          <p:spTgt spid="1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206"/>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509" name="Google Shape;1509;p20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0" name="Google Shape;1510;p20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Your final HackerRank assessment is due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a:p>
            <a:pPr indent="-342900" lvl="0" marL="457200" rtl="0" algn="l">
              <a:spcBef>
                <a:spcPts val="0"/>
              </a:spcBef>
              <a:spcAft>
                <a:spcPts val="0"/>
              </a:spcAft>
              <a:buSzPts val="1800"/>
              <a:buChar char="❒"/>
            </a:pPr>
            <a:r>
              <a:rPr lang="en"/>
              <a:t>Sign-Up for Future Opportunities!</a:t>
            </a:r>
            <a:endParaRPr/>
          </a:p>
          <a:p>
            <a:pPr indent="-342900" lvl="1" marL="914400" rtl="0" algn="l">
              <a:spcBef>
                <a:spcPts val="0"/>
              </a:spcBef>
              <a:spcAft>
                <a:spcPts val="0"/>
              </a:spcAft>
              <a:buSzPts val="1800"/>
              <a:buChar char="○"/>
            </a:pPr>
            <a:r>
              <a:rPr lang="en" u="sng">
                <a:solidFill>
                  <a:schemeClr val="hlink"/>
                </a:solidFill>
                <a:hlinkClick action="ppaction://hlinksldjump" r:id="rId3"/>
              </a:rPr>
              <a:t>Interview Prep sessions</a:t>
            </a:r>
            <a:endParaRPr/>
          </a:p>
          <a:p>
            <a:pPr indent="-342900" lvl="1" marL="914400" rtl="0" algn="l">
              <a:spcBef>
                <a:spcPts val="0"/>
              </a:spcBef>
              <a:spcAft>
                <a:spcPts val="0"/>
              </a:spcAft>
              <a:buSzPts val="1800"/>
              <a:buChar char="○"/>
            </a:pPr>
            <a:r>
              <a:rPr lang="en" u="sng">
                <a:solidFill>
                  <a:schemeClr val="hlink"/>
                </a:solidFill>
                <a:hlinkClick action="ppaction://hlinksldjump" r:id="rId4"/>
              </a:rPr>
              <a:t>Interested in being a Tech Fellow? Start your application</a:t>
            </a:r>
            <a:endParaRPr/>
          </a:p>
          <a:p>
            <a:pPr indent="-342900" lvl="1" marL="914400" rtl="0" algn="l">
              <a:spcBef>
                <a:spcPts val="0"/>
              </a:spcBef>
              <a:spcAft>
                <a:spcPts val="0"/>
              </a:spcAft>
              <a:buSzPts val="1800"/>
              <a:buChar char="○"/>
            </a:pPr>
            <a:r>
              <a:rPr lang="en" u="sng">
                <a:solidFill>
                  <a:schemeClr val="hlink"/>
                </a:solidFill>
                <a:hlinkClick action="ppaction://hlinksldjump" r:id="rId5"/>
              </a:rPr>
              <a:t>Enrolling in your next class? Check out Fast Track Enrollment</a:t>
            </a:r>
            <a:endParaRPr/>
          </a:p>
          <a:p>
            <a:pPr indent="-342900" lvl="2" marL="1371600" rtl="0" algn="l">
              <a:spcBef>
                <a:spcPts val="0"/>
              </a:spcBef>
              <a:spcAft>
                <a:spcPts val="0"/>
              </a:spcAft>
              <a:buSzPts val="1800"/>
              <a:buChar char="■"/>
            </a:pPr>
            <a:r>
              <a:rPr lang="en"/>
              <a:t>Check out other courses: </a:t>
            </a:r>
            <a:r>
              <a:rPr lang="en" u="sng">
                <a:solidFill>
                  <a:schemeClr val="hlink"/>
                </a:solidFill>
                <a:hlinkClick r:id="rId6"/>
              </a:rPr>
              <a:t>codepath.org/courses</a:t>
            </a:r>
            <a:r>
              <a:rPr lang="en"/>
              <a:t> </a:t>
            </a:r>
            <a:endParaRPr/>
          </a:p>
          <a:p>
            <a:pPr indent="-342900" lvl="2" marL="1371600" rtl="0" algn="l">
              <a:spcBef>
                <a:spcPts val="0"/>
              </a:spcBef>
              <a:spcAft>
                <a:spcPts val="0"/>
              </a:spcAft>
              <a:buSzPts val="1800"/>
              <a:buChar char="■"/>
            </a:pPr>
            <a:r>
              <a:rPr lang="en" u="sng">
                <a:solidFill>
                  <a:schemeClr val="hlink"/>
                </a:solidFill>
                <a:hlinkClick action="ppaction://hlinksldjump" r:id="rId7"/>
              </a:rPr>
              <a:t>Register for our Prework Party! </a:t>
            </a:r>
            <a:endParaRPr/>
          </a:p>
        </p:txBody>
      </p:sp>
      <p:pic>
        <p:nvPicPr>
          <p:cNvPr id="1511" name="Google Shape;1511;p206"/>
          <p:cNvPicPr preferRelativeResize="0"/>
          <p:nvPr/>
        </p:nvPicPr>
        <p:blipFill>
          <a:blip r:embed="rId8">
            <a:alphaModFix/>
          </a:blip>
          <a:stretch>
            <a:fillRect/>
          </a:stretch>
        </p:blipFill>
        <p:spPr>
          <a:xfrm>
            <a:off x="452400" y="438175"/>
            <a:ext cx="608050" cy="6080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207"/>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517" name="Google Shape;1517;p20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8" name="Google Shape;1518;p20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42900" lvl="0" marL="457200" rtl="0" algn="l">
              <a:spcBef>
                <a:spcPts val="1000"/>
              </a:spcBef>
              <a:spcAft>
                <a:spcPts val="0"/>
              </a:spcAft>
              <a:buSzPts val="1800"/>
              <a:buChar char="❒"/>
            </a:pPr>
            <a:r>
              <a:rPr lang="en"/>
              <a:t>YOU GOT THIS!! You all have done a wonderful job at:</a:t>
            </a:r>
            <a:endParaRPr/>
          </a:p>
          <a:p>
            <a:pPr indent="-342900" lvl="1" marL="914400" rtl="0" algn="l">
              <a:spcBef>
                <a:spcPts val="0"/>
              </a:spcBef>
              <a:spcAft>
                <a:spcPts val="0"/>
              </a:spcAft>
              <a:buSzPts val="1800"/>
              <a:buChar char="○"/>
            </a:pPr>
            <a:r>
              <a:rPr lang="en"/>
              <a:t>Showing up 📍</a:t>
            </a:r>
            <a:endParaRPr/>
          </a:p>
          <a:p>
            <a:pPr indent="-342900" lvl="1" marL="914400" rtl="0" algn="l">
              <a:spcBef>
                <a:spcPts val="0"/>
              </a:spcBef>
              <a:spcAft>
                <a:spcPts val="0"/>
              </a:spcAft>
              <a:buSzPts val="1800"/>
              <a:buChar char="○"/>
            </a:pPr>
            <a:r>
              <a:rPr lang="en"/>
              <a:t>Solving difficult problems 😤</a:t>
            </a:r>
            <a:endParaRPr/>
          </a:p>
          <a:p>
            <a:pPr indent="-342900" lvl="1" marL="914400" rtl="0" algn="l">
              <a:spcBef>
                <a:spcPts val="0"/>
              </a:spcBef>
              <a:spcAft>
                <a:spcPts val="0"/>
              </a:spcAft>
              <a:buSzPts val="1800"/>
              <a:buChar char="○"/>
            </a:pPr>
            <a:r>
              <a:rPr lang="en"/>
              <a:t>Collaborating 🤝</a:t>
            </a:r>
            <a:endParaRPr/>
          </a:p>
          <a:p>
            <a:pPr indent="-342900" lvl="1" marL="914400" rtl="0" algn="l">
              <a:spcBef>
                <a:spcPts val="0"/>
              </a:spcBef>
              <a:spcAft>
                <a:spcPts val="0"/>
              </a:spcAft>
              <a:buSzPts val="1800"/>
              <a:buChar char="○"/>
            </a:pPr>
            <a:r>
              <a:rPr lang="en"/>
              <a:t>Creating a fun environment 💃🥳🕺</a:t>
            </a:r>
            <a:endParaRPr/>
          </a:p>
          <a:p>
            <a:pPr indent="-342900" lvl="0" marL="457200" rtl="0" algn="l">
              <a:spcBef>
                <a:spcPts val="0"/>
              </a:spcBef>
              <a:spcAft>
                <a:spcPts val="0"/>
              </a:spcAft>
              <a:buSzPts val="1800"/>
              <a:buChar char="❒"/>
            </a:pPr>
            <a:r>
              <a:rPr lang="en"/>
              <a:t>Wishing you all the best of luck!!</a:t>
            </a:r>
            <a:endParaRPr/>
          </a:p>
          <a:p>
            <a:pPr indent="0" lvl="0" marL="457200" rtl="0" algn="l">
              <a:spcBef>
                <a:spcPts val="1000"/>
              </a:spcBef>
              <a:spcAft>
                <a:spcPts val="1000"/>
              </a:spcAft>
              <a:buNone/>
            </a:pPr>
            <a:r>
              <a:t/>
            </a:r>
            <a:endParaRPr/>
          </a:p>
        </p:txBody>
      </p:sp>
      <p:pic>
        <p:nvPicPr>
          <p:cNvPr id="1519" name="Google Shape;1519;p207"/>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208"/>
          <p:cNvSpPr txBox="1"/>
          <p:nvPr>
            <p:ph type="title"/>
          </p:nvPr>
        </p:nvSpPr>
        <p:spPr>
          <a:xfrm>
            <a:off x="489425" y="1265650"/>
            <a:ext cx="8215200" cy="1166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Let’s close out with a pic! </a:t>
            </a:r>
            <a:endParaRPr sz="3600"/>
          </a:p>
        </p:txBody>
      </p:sp>
      <p:pic>
        <p:nvPicPr>
          <p:cNvPr id="1525" name="Google Shape;1525;p208"/>
          <p:cNvPicPr preferRelativeResize="0"/>
          <p:nvPr/>
        </p:nvPicPr>
        <p:blipFill>
          <a:blip r:embed="rId3">
            <a:alphaModFix/>
          </a:blip>
          <a:stretch>
            <a:fillRect/>
          </a:stretch>
        </p:blipFill>
        <p:spPr>
          <a:xfrm>
            <a:off x="3363825" y="2703400"/>
            <a:ext cx="2466425" cy="1849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