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94" r:id="rId5"/>
    <p:sldMasterId id="2147483795" r:id="rId6"/>
    <p:sldMasterId id="2147483796" r:id="rId7"/>
    <p:sldMasterId id="2147483797" r:id="rId8"/>
    <p:sldMasterId id="2147483798" r:id="rId9"/>
    <p:sldMasterId id="2147483799" r:id="rId10"/>
    <p:sldMasterId id="2147483800"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Lst>
  <p:sldSz cy="5143500" cx="9144000"/>
  <p:notesSz cx="6858000" cy="9144000"/>
  <p:embeddedFontLst>
    <p:embeddedFont>
      <p:font typeface="Space Mono"/>
      <p:regular r:id="rId40"/>
      <p:bold r:id="rId41"/>
      <p:italic r:id="rId42"/>
      <p:boldItalic r:id="rId43"/>
    </p:embeddedFont>
    <p:embeddedFont>
      <p:font typeface="Poppins"/>
      <p:regular r:id="rId44"/>
      <p:bold r:id="rId45"/>
      <p:italic r:id="rId46"/>
      <p:boldItalic r:id="rId47"/>
    </p:embeddedFont>
    <p:embeddedFont>
      <p:font typeface="Roboto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F671A0-20F4-44B7-B09D-A23E28AFB081}">
  <a:tblStyle styleId="{17F671A0-20F4-44B7-B09D-A23E28AFB08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paceMono-regular.fntdata"/><Relationship Id="rId42" Type="http://schemas.openxmlformats.org/officeDocument/2006/relationships/font" Target="fonts/SpaceMono-italic.fntdata"/><Relationship Id="rId41" Type="http://schemas.openxmlformats.org/officeDocument/2006/relationships/font" Target="fonts/SpaceMono-bold.fntdata"/><Relationship Id="rId44" Type="http://schemas.openxmlformats.org/officeDocument/2006/relationships/font" Target="fonts/Poppins-regular.fntdata"/><Relationship Id="rId43" Type="http://schemas.openxmlformats.org/officeDocument/2006/relationships/font" Target="fonts/SpaceMono-boldItalic.fntdata"/><Relationship Id="rId46" Type="http://schemas.openxmlformats.org/officeDocument/2006/relationships/font" Target="fonts/Poppins-italic.fntdata"/><Relationship Id="rId45"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RobotoMono-regular.fntdata"/><Relationship Id="rId47" Type="http://schemas.openxmlformats.org/officeDocument/2006/relationships/font" Target="fonts/Poppins-boldItalic.fntdata"/><Relationship Id="rId49" Type="http://schemas.openxmlformats.org/officeDocument/2006/relationships/font" Target="fonts/RobotoMon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19.xml"/><Relationship Id="rId30" Type="http://schemas.openxmlformats.org/officeDocument/2006/relationships/slide" Target="slides/slide18.xml"/><Relationship Id="rId33" Type="http://schemas.openxmlformats.org/officeDocument/2006/relationships/slide" Target="slides/slide21.xml"/><Relationship Id="rId32" Type="http://schemas.openxmlformats.org/officeDocument/2006/relationships/slide" Target="slides/slide20.xml"/><Relationship Id="rId35" Type="http://schemas.openxmlformats.org/officeDocument/2006/relationships/slide" Target="slides/slide23.xml"/><Relationship Id="rId34" Type="http://schemas.openxmlformats.org/officeDocument/2006/relationships/slide" Target="slides/slide22.xml"/><Relationship Id="rId37" Type="http://schemas.openxmlformats.org/officeDocument/2006/relationships/slide" Target="slides/slide25.xml"/><Relationship Id="rId36" Type="http://schemas.openxmlformats.org/officeDocument/2006/relationships/slide" Target="slides/slide24.xml"/><Relationship Id="rId39" Type="http://schemas.openxmlformats.org/officeDocument/2006/relationships/slide" Target="slides/slide27.xml"/><Relationship Id="rId38" Type="http://schemas.openxmlformats.org/officeDocument/2006/relationships/slide" Target="slides/slide26.xml"/><Relationship Id="rId20" Type="http://schemas.openxmlformats.org/officeDocument/2006/relationships/slide" Target="slides/slide8.xml"/><Relationship Id="rId22" Type="http://schemas.openxmlformats.org/officeDocument/2006/relationships/slide" Target="slides/slide10.xml"/><Relationship Id="rId21" Type="http://schemas.openxmlformats.org/officeDocument/2006/relationships/slide" Target="slides/slide9.xml"/><Relationship Id="rId24" Type="http://schemas.openxmlformats.org/officeDocument/2006/relationships/slide" Target="slides/slide12.xml"/><Relationship Id="rId23" Type="http://schemas.openxmlformats.org/officeDocument/2006/relationships/slide" Target="slides/slide11.xml"/><Relationship Id="rId26" Type="http://schemas.openxmlformats.org/officeDocument/2006/relationships/slide" Target="slides/slide14.xml"/><Relationship Id="rId25" Type="http://schemas.openxmlformats.org/officeDocument/2006/relationships/slide" Target="slides/slide13.xml"/><Relationship Id="rId28" Type="http://schemas.openxmlformats.org/officeDocument/2006/relationships/slide" Target="slides/slide16.xml"/><Relationship Id="rId27" Type="http://schemas.openxmlformats.org/officeDocument/2006/relationships/slide" Target="slides/slide15.xml"/><Relationship Id="rId29" Type="http://schemas.openxmlformats.org/officeDocument/2006/relationships/slide" Target="slides/slide17.xml"/><Relationship Id="rId51" Type="http://schemas.openxmlformats.org/officeDocument/2006/relationships/font" Target="fonts/RobotoMono-boldItalic.fntdata"/><Relationship Id="rId50" Type="http://schemas.openxmlformats.org/officeDocument/2006/relationships/font" Target="fonts/RobotoMono-italic.fntdata"/><Relationship Id="rId11" Type="http://schemas.openxmlformats.org/officeDocument/2006/relationships/slideMaster" Target="slideMasters/slideMaster7.xml"/><Relationship Id="rId10" Type="http://schemas.openxmlformats.org/officeDocument/2006/relationships/slideMaster" Target="slideMasters/slideMaster6.xml"/><Relationship Id="rId13" Type="http://schemas.openxmlformats.org/officeDocument/2006/relationships/slide" Target="slides/slide1.xml"/><Relationship Id="rId12" Type="http://schemas.openxmlformats.org/officeDocument/2006/relationships/notesMaster" Target="notesMasters/notesMaster1.xml"/><Relationship Id="rId15" Type="http://schemas.openxmlformats.org/officeDocument/2006/relationships/slide" Target="slides/slide3.xml"/><Relationship Id="rId14" Type="http://schemas.openxmlformats.org/officeDocument/2006/relationships/slide" Target="slides/slide2.xml"/><Relationship Id="rId17" Type="http://schemas.openxmlformats.org/officeDocument/2006/relationships/slide" Target="slides/slide5.xml"/><Relationship Id="rId16" Type="http://schemas.openxmlformats.org/officeDocument/2006/relationships/slide" Target="slides/slide4.xml"/><Relationship Id="rId19" Type="http://schemas.openxmlformats.org/officeDocument/2006/relationships/slide" Target="slides/slide7.xml"/><Relationship Id="rId1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2206abd9c7_0_1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32206abd9c7_0_1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Introduce the session and prepare students for mock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students and set an enthusiastic tone for the session.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importance of mock interviews in preparing for technical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to Week 10, Session 2 of TIP101! Today is a big day—we’ll be conducting mock interviews. This is an opportunity to practice the skills you’ve been building and to gain experience in a real-world interview setting.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Remember, mock interviews are about learning and improving. Mistakes are okay—they help us grow.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"What’s one thing you’re looking forward to or feel nervous about in today’s session?" Acknowledge responses to build rapport.</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2206abd9c7_0_1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32206abd9c7_0_1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Outline the flow of the session and set clear expectations.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Provide an overview of the agenda and ensure students understand the structure of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the plan for today: We’ll start with a mock interview demonstration, take a short break, and then move into collaborative problem-solving. We’ll finish with a quick wrap-up and reflection.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focus today is on applying the UMPIRE strategy in a technical interview format.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Pause for questions or clarification about the agenda.</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2206abd9c7_0_1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32206abd9c7_0_1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purpose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SLIDES_API65363587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SLIDES_API65363587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985b3b2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3f985b3b2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32206abd9c7_0_1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3" name="Google Shape;1183;g32206abd9c7_0_1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3f985a68fae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g3f985a68fae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 encourage you to take advantage of two upcoming opportunities to practice interviewing: Technical Interview Week and Behavioral Interview Week.</a:t>
            </a:r>
            <a:endParaRPr/>
          </a:p>
          <a:p>
            <a:pPr indent="0" lvl="0" marL="0" rtl="0" algn="l">
              <a:spcBef>
                <a:spcPts val="0"/>
              </a:spcBef>
              <a:spcAft>
                <a:spcPts val="0"/>
              </a:spcAft>
              <a:buNone/>
            </a:pPr>
            <a:r>
              <a:rPr lang="en"/>
              <a:t>Each semester CodePath works with hundreds of tech professionals who volunteer their time to help you practice your interview skills - both behavioral and technical interviews.</a:t>
            </a:r>
            <a:endParaRPr/>
          </a:p>
          <a:p>
            <a:pPr indent="0" lvl="0" marL="0" rtl="0" algn="l">
              <a:spcBef>
                <a:spcPts val="0"/>
              </a:spcBef>
              <a:spcAft>
                <a:spcPts val="0"/>
              </a:spcAft>
              <a:buNone/>
            </a:pPr>
            <a:r>
              <a:rPr lang="en"/>
              <a:t>You can sign up to take part in a 1:1 mock interview, followed by honest feedback and advice on where to improve.</a:t>
            </a:r>
            <a:endParaRPr/>
          </a:p>
          <a:p>
            <a:pPr indent="0" lvl="0" marL="0" rtl="0" algn="l">
              <a:spcBef>
                <a:spcPts val="0"/>
              </a:spcBef>
              <a:spcAft>
                <a:spcPts val="0"/>
              </a:spcAft>
              <a:buNone/>
            </a:pPr>
            <a:r>
              <a:rPr lang="en"/>
              <a:t>It’s the best way to practice, grow your confidence, and also make a new professional contact. Definitely recommend signing up ASAP! Spots are limited and first come first served.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f985a68fae_0_33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9" name="Google Shape;1209;g3f985a68fae_0_33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0" name="Google Shape;1210;g3f985a68fae_0_33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3f985a68fae_0_365: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238" name="Google Shape;1238;g3f985a68fae_0_365: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t>You're on track in your current course, so a Fall 2026 seat in the next one is already open — and you skip the prework. The green banner is live in two places: your Student Hub dashboard and the Course Progress tab in your course portal. It stays there until your course ends. Screens show TIP101 as an example.</a:t>
            </a:r>
            <a:endParaRPr/>
          </a:p>
        </p:txBody>
      </p:sp>
      <p:sp>
        <p:nvSpPr>
          <p:cNvPr id="1239" name="Google Shape;1239;g3f985a68fae_0_365: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3f985a68fae_0_386: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260" name="Google Shape;1260;g3f985a68fae_0_386: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t>Three steps. Click Enroll, then watch for our email and click Confirm Enrollment — that is the step people miss — and finish your course: pass and finish as a completer. Once the course ends, your application lives under Courses in the Student Hub, which is also where to find the button if you didn't apply during the course.</a:t>
            </a:r>
            <a:endParaRPr/>
          </a:p>
        </p:txBody>
      </p:sp>
      <p:sp>
        <p:nvSpPr>
          <p:cNvPr id="1261" name="Google Shape;1261;g3f985a68fae_0_386: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3f985a68fae_0_408: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283" name="Google Shape;1283;g3f985a68fae_0_40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t>Simple close: Fall 2026 — CodePath, your future and you. We'll see you there.</a:t>
            </a:r>
            <a:endParaRPr/>
          </a:p>
        </p:txBody>
      </p:sp>
      <p:sp>
        <p:nvSpPr>
          <p:cNvPr id="1284" name="Google Shape;1284;g3f985a68fae_0_40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3224d3d8e05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3224d3d8e05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32872ee1728_0_1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6" name="Google Shape;1296;g32872ee1728_0_1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Set the stage for the mock interview and explain roles.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process, highlighting the interviewer, interviewee, and observer roles.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For today’s mock interview, I’ll be acting as the interviewer. I’ll ask probing questions and provide minimal hints to simulate a real interview.</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Our volunteer student will be the interviewee. You’ll think aloud as you solve the problem, applying the UMPIRE strategy. This helps everyone understand your thought process.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rest of the class will observe, taking notes on what they would do similarly or differently.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participation by asking: "Who would like to volunteer to be the interviewee today?"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g32872ee1728_0_1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3" name="Google Shape;1303;g32872ee1728_0_1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step-by-step guide to the mock interview process.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Clearly outline the steps for the mock interview to set expectations.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how the mock interview will work: First, the candidate will introduce themselves. I’ll then explain the problem, and the candidate will open the link and share their screen.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 the candidate works through the UMPIRE steps, they’ll explain what they’re thinking, what they’re doing, and why. Remember, it’s okay to Google or ask clarifying questions.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Afterward, we’ll celebrate the candidate’s efforts and discuss what went well.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g32872ee1728_0_1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0" name="Google Shape;1310;g32872ee1728_0_1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Engage the observing students in active reflection and learning.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observers to focus on takeaways they can apply to their own interviews.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If you’re observing, hold your comments until the end. Imagine you’re the candidate—how would you solve this problem? What steps would you take?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Afterward, write down one thing the candidate did well that you’d like to adopt and one thing you’d do differently now that you’ve seen this interview.</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32872ee1728_0_1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7" name="Google Shape;1317;g32872ee1728_0_1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Highlight the key skills and behaviors being assessed during the mock interview.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evaluation criteria and its importance in technical interviews.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We’ll focus on three main areas: clarity, problem-solving process, and use of the UMPIRE framework. Clear communication is just as important as finding the right solution.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Prioritize readability and logical flow over rushing to the solution. Remember, this is about simulating a real-world technical interview.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"Which of these criteria do you think is the most challenging to demonstrate? Why?"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32872ee1728_0_1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4" name="Google Shape;1324;g32872ee1728_0_1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Review the UMPIRE strategy to set a framework for problem-solving during the mock interview.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Briefly recap the UMPIRE steps and their importance in solving coding problems.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quickly revisit UMPIRE: Understand the problem, Match the right data structure or algorithm, Plan your approach, Implement the solution, Review your work, and Evaluate the time and space complexity.</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strategy helps you stay organized and methodical, which is crucial in a technical interview.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"Which step of UMPIRE do you think you’ve improved on the most so far?"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3f644988a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1" name="Google Shape;1341;g3f644988a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g3f644988a5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9" name="Google Shape;1349;g3f644988a5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32872ee1728_0_1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32872ee1728_0_1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Reflect on the mock interview and encourage students to share takeaways.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 reflective discussion to consolidate learning.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a moment to reflect. In the chat, share one thing the candidate did that you’ll start doing and one thing you’ll do differently after watching this interview.</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is a great chance to learn not just from the candidate’s strengths but also from areas for improvement.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emphasizing insightful or actionable takeaways. Encourage follow-up thoughts: "Why do you think that strategy worked well?"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32872ee1728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4" name="Google Shape;1364;g32872ee1728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32872ee1728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32872ee1728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2872ee1728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6" name="Google Shape;1376;g32872ee1728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32872ee1728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3" name="Google Shape;1383;g32872ee1728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32872ee1728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32872ee1728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f985a68fae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3f985a68fae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3f985a68fae_0_1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2" name="Google Shape;1402;g3f985a68fae_0_1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6.pn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4.png"/><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23.png"/><Relationship Id="rId4" Type="http://schemas.openxmlformats.org/officeDocument/2006/relationships/image" Target="../media/image33.png"/><Relationship Id="rId5"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47.png"/><Relationship Id="rId5"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23.png"/><Relationship Id="rId4" Type="http://schemas.openxmlformats.org/officeDocument/2006/relationships/image" Target="../media/image32.png"/><Relationship Id="rId5"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7.png"/><Relationship Id="rId4" Type="http://schemas.openxmlformats.org/officeDocument/2006/relationships/image" Target="../media/image3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2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0.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9.png"/><Relationship Id="rId6" Type="http://schemas.openxmlformats.org/officeDocument/2006/relationships/image" Target="../media/image4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5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26.png"/><Relationship Id="rId4"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4.png"/><Relationship Id="rId4"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 Id="rId3" Type="http://schemas.openxmlformats.org/officeDocument/2006/relationships/image" Target="../media/image23.png"/><Relationship Id="rId4" Type="http://schemas.openxmlformats.org/officeDocument/2006/relationships/image" Target="../media/image33.png"/><Relationship Id="rId5"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47.png"/><Relationship Id="rId5"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23.png"/><Relationship Id="rId4" Type="http://schemas.openxmlformats.org/officeDocument/2006/relationships/image" Target="../media/image32.png"/><Relationship Id="rId5"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37.png"/><Relationship Id="rId4" Type="http://schemas.openxmlformats.org/officeDocument/2006/relationships/image" Target="../media/image3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 Id="rId3" Type="http://schemas.openxmlformats.org/officeDocument/2006/relationships/image" Target="../media/image23.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0.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9.png"/><Relationship Id="rId6" Type="http://schemas.openxmlformats.org/officeDocument/2006/relationships/image" Target="../media/image4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26.png"/><Relationship Id="rId4" Type="http://schemas.openxmlformats.org/officeDocument/2006/relationships/image" Target="../media/image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4.png"/><Relationship Id="rId4" Type="http://schemas.openxmlformats.org/officeDocument/2006/relationships/image" Target="../media/image1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4.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4.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0.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 Id="rId3" Type="http://schemas.openxmlformats.org/officeDocument/2006/relationships/image" Target="../media/image23.png"/><Relationship Id="rId4" Type="http://schemas.openxmlformats.org/officeDocument/2006/relationships/image" Target="../media/image33.png"/><Relationship Id="rId5" Type="http://schemas.openxmlformats.org/officeDocument/2006/relationships/image" Target="../media/image4.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4.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4.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8.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47.png"/><Relationship Id="rId5" Type="http://schemas.openxmlformats.org/officeDocument/2006/relationships/image" Target="../media/image4.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 Id="rId3" Type="http://schemas.openxmlformats.org/officeDocument/2006/relationships/image" Target="../media/image23.png"/><Relationship Id="rId4" Type="http://schemas.openxmlformats.org/officeDocument/2006/relationships/image" Target="../media/image32.png"/><Relationship Id="rId5" Type="http://schemas.openxmlformats.org/officeDocument/2006/relationships/image" Target="../media/image4.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37.png"/><Relationship Id="rId4" Type="http://schemas.openxmlformats.org/officeDocument/2006/relationships/image" Target="../media/image3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9.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8.png"/><Relationship Id="rId3" Type="http://schemas.openxmlformats.org/officeDocument/2006/relationships/image" Target="../media/image23.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0.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9.png"/><Relationship Id="rId6" Type="http://schemas.openxmlformats.org/officeDocument/2006/relationships/image" Target="../media/image40.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 Id="rId3" Type="http://schemas.openxmlformats.org/officeDocument/2006/relationships/image" Target="../media/image3.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52.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26.png"/><Relationship Id="rId4" Type="http://schemas.openxmlformats.org/officeDocument/2006/relationships/image" Target="../media/image4.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4.png"/><Relationship Id="rId4" Type="http://schemas.openxmlformats.org/officeDocument/2006/relationships/image" Target="../media/image11.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4.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4.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0.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 Id="rId3" Type="http://schemas.openxmlformats.org/officeDocument/2006/relationships/image" Target="../media/image23.png"/><Relationship Id="rId4" Type="http://schemas.openxmlformats.org/officeDocument/2006/relationships/image" Target="../media/image33.png"/><Relationship Id="rId5" Type="http://schemas.openxmlformats.org/officeDocument/2006/relationships/image" Target="../media/image4.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4.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4.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8.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47.png"/><Relationship Id="rId5" Type="http://schemas.openxmlformats.org/officeDocument/2006/relationships/image" Target="../media/image4.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5.png"/><Relationship Id="rId3" Type="http://schemas.openxmlformats.org/officeDocument/2006/relationships/image" Target="../media/image23.png"/><Relationship Id="rId4" Type="http://schemas.openxmlformats.org/officeDocument/2006/relationships/image" Target="../media/image32.png"/><Relationship Id="rId5" Type="http://schemas.openxmlformats.org/officeDocument/2006/relationships/image" Target="../media/image4.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37.png"/><Relationship Id="rId4" Type="http://schemas.openxmlformats.org/officeDocument/2006/relationships/image" Target="../media/image36.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9.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8.png"/><Relationship Id="rId3" Type="http://schemas.openxmlformats.org/officeDocument/2006/relationships/image" Target="../media/image23.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0.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9.png"/><Relationship Id="rId6" Type="http://schemas.openxmlformats.org/officeDocument/2006/relationships/image" Target="../media/image40.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4.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4.png"/><Relationship Id="rId3" Type="http://schemas.openxmlformats.org/officeDocument/2006/relationships/image" Target="../media/image3.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52.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5.png"/><Relationship Id="rId3" Type="http://schemas.openxmlformats.org/officeDocument/2006/relationships/image" Target="../media/image26.png"/><Relationship Id="rId4" Type="http://schemas.openxmlformats.org/officeDocument/2006/relationships/image" Target="../media/image4.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5.png"/><Relationship Id="rId3" Type="http://schemas.openxmlformats.org/officeDocument/2006/relationships/image" Target="../media/image4.png"/><Relationship Id="rId4" Type="http://schemas.openxmlformats.org/officeDocument/2006/relationships/image" Target="../media/image11.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5.png"/><Relationship Id="rId3" Type="http://schemas.openxmlformats.org/officeDocument/2006/relationships/image" Target="../media/image4.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5.png"/><Relationship Id="rId3" Type="http://schemas.openxmlformats.org/officeDocument/2006/relationships/image" Target="../media/image4.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0.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9.png"/><Relationship Id="rId3" Type="http://schemas.openxmlformats.org/officeDocument/2006/relationships/image" Target="../media/image23.png"/><Relationship Id="rId4" Type="http://schemas.openxmlformats.org/officeDocument/2006/relationships/image" Target="../media/image33.png"/><Relationship Id="rId5" Type="http://schemas.openxmlformats.org/officeDocument/2006/relationships/image" Target="../media/image4.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4.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4.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8.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47.png"/><Relationship Id="rId5" Type="http://schemas.openxmlformats.org/officeDocument/2006/relationships/image" Target="../media/image4.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5.png"/><Relationship Id="rId3" Type="http://schemas.openxmlformats.org/officeDocument/2006/relationships/image" Target="../media/image23.png"/><Relationship Id="rId4" Type="http://schemas.openxmlformats.org/officeDocument/2006/relationships/image" Target="../media/image32.png"/><Relationship Id="rId5" Type="http://schemas.openxmlformats.org/officeDocument/2006/relationships/image" Target="../media/image4.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png"/><Relationship Id="rId3" Type="http://schemas.openxmlformats.org/officeDocument/2006/relationships/image" Target="../media/image37.png"/><Relationship Id="rId4" Type="http://schemas.openxmlformats.org/officeDocument/2006/relationships/image" Target="../media/image36.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99.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8.png"/><Relationship Id="rId3" Type="http://schemas.openxmlformats.org/officeDocument/2006/relationships/image" Target="../media/image23.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4.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30.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9.png"/><Relationship Id="rId6" Type="http://schemas.openxmlformats.org/officeDocument/2006/relationships/image" Target="../media/image40.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4" name="Google Shape;214;p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5" name="Google Shape;215;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6" name="Google Shape;216;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8" name="Google Shape;218;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9" name="Google Shape;219;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20" name="Shape 220"/>
        <p:cNvGrpSpPr/>
        <p:nvPr/>
      </p:nvGrpSpPr>
      <p:grpSpPr>
        <a:xfrm>
          <a:off x="0" y="0"/>
          <a:ext cx="0" cy="0"/>
          <a:chOff x="0" y="0"/>
          <a:chExt cx="0" cy="0"/>
        </a:xfrm>
      </p:grpSpPr>
      <p:pic>
        <p:nvPicPr>
          <p:cNvPr id="221" name="Google Shape;221;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2" name="Google Shape;222;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3" name="Google Shape;223;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4" name="Google Shape;224;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5" name="Google Shape;225;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6" name="Google Shape;226;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8" name="Google Shape;228;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9" name="Google Shape;229;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30" name="Shape 230"/>
        <p:cNvGrpSpPr/>
        <p:nvPr/>
      </p:nvGrpSpPr>
      <p:grpSpPr>
        <a:xfrm>
          <a:off x="0" y="0"/>
          <a:ext cx="0" cy="0"/>
          <a:chOff x="0" y="0"/>
          <a:chExt cx="0" cy="0"/>
        </a:xfrm>
      </p:grpSpPr>
      <p:pic>
        <p:nvPicPr>
          <p:cNvPr id="231" name="Google Shape;231;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2" name="Google Shape;232;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4" name="Google Shape;234;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5" name="Google Shape;235;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6" name="Google Shape;236;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7" name="Shape 237"/>
        <p:cNvGrpSpPr/>
        <p:nvPr/>
      </p:nvGrpSpPr>
      <p:grpSpPr>
        <a:xfrm>
          <a:off x="0" y="0"/>
          <a:ext cx="0" cy="0"/>
          <a:chOff x="0" y="0"/>
          <a:chExt cx="0" cy="0"/>
        </a:xfrm>
      </p:grpSpPr>
      <p:pic>
        <p:nvPicPr>
          <p:cNvPr descr="Divider1.png" id="238" name="Google Shape;238;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9" name="Google Shape;239;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 name="Google Shape;240;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1" name="Shape 241"/>
        <p:cNvGrpSpPr/>
        <p:nvPr/>
      </p:nvGrpSpPr>
      <p:grpSpPr>
        <a:xfrm>
          <a:off x="0" y="0"/>
          <a:ext cx="0" cy="0"/>
          <a:chOff x="0" y="0"/>
          <a:chExt cx="0" cy="0"/>
        </a:xfrm>
      </p:grpSpPr>
      <p:pic>
        <p:nvPicPr>
          <p:cNvPr id="242" name="Google Shape;242;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3" name="Google Shape;243;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4" name="Google Shape;244;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6" name="Shape 246"/>
        <p:cNvGrpSpPr/>
        <p:nvPr/>
      </p:nvGrpSpPr>
      <p:grpSpPr>
        <a:xfrm>
          <a:off x="0" y="0"/>
          <a:ext cx="0" cy="0"/>
          <a:chOff x="0" y="0"/>
          <a:chExt cx="0" cy="0"/>
        </a:xfrm>
      </p:grpSpPr>
      <p:pic>
        <p:nvPicPr>
          <p:cNvPr id="247" name="Google Shape;247;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8" name="Shape 248"/>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9" name="Shape 249"/>
        <p:cNvGrpSpPr/>
        <p:nvPr/>
      </p:nvGrpSpPr>
      <p:grpSpPr>
        <a:xfrm>
          <a:off x="0" y="0"/>
          <a:ext cx="0" cy="0"/>
          <a:chOff x="0" y="0"/>
          <a:chExt cx="0" cy="0"/>
        </a:xfrm>
      </p:grpSpPr>
      <p:grpSp>
        <p:nvGrpSpPr>
          <p:cNvPr id="250" name="Google Shape;250;p39"/>
          <p:cNvGrpSpPr/>
          <p:nvPr/>
        </p:nvGrpSpPr>
        <p:grpSpPr>
          <a:xfrm>
            <a:off x="6262100" y="-3850"/>
            <a:ext cx="2886900" cy="485125"/>
            <a:chOff x="6262100" y="-3850"/>
            <a:chExt cx="2886900" cy="485125"/>
          </a:xfrm>
        </p:grpSpPr>
        <p:pic>
          <p:nvPicPr>
            <p:cNvPr descr="1.png" id="251" name="Google Shape;251;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2" name="Google Shape;252;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3" name="Google Shape;253;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4" name="Google Shape;254;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5" name="Google Shape;255;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6" name="Google Shape;256;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8" name="Google Shape;258;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9" name="Google Shape;259;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60" name="Google Shape;260;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1" name="Google Shape;261;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2" name="Google Shape;262;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3" name="Google Shape;263;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67" name="Shape 267"/>
        <p:cNvGrpSpPr/>
        <p:nvPr/>
      </p:nvGrpSpPr>
      <p:grpSpPr>
        <a:xfrm>
          <a:off x="0" y="0"/>
          <a:ext cx="0" cy="0"/>
          <a:chOff x="0" y="0"/>
          <a:chExt cx="0" cy="0"/>
        </a:xfrm>
      </p:grpSpPr>
      <p:pic>
        <p:nvPicPr>
          <p:cNvPr id="268" name="Google Shape;268;p4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69" name="Google Shape;269;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70" name="Shape 270"/>
        <p:cNvGrpSpPr/>
        <p:nvPr/>
      </p:nvGrpSpPr>
      <p:grpSpPr>
        <a:xfrm>
          <a:off x="0" y="0"/>
          <a:ext cx="0" cy="0"/>
          <a:chOff x="0" y="0"/>
          <a:chExt cx="0" cy="0"/>
        </a:xfrm>
      </p:grpSpPr>
      <p:pic>
        <p:nvPicPr>
          <p:cNvPr id="271" name="Google Shape;271;p4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72" name="Google Shape;272;p4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73" name="Google Shape;273;p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4" name="Google Shape;274;p4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75" name="Shape 275"/>
        <p:cNvGrpSpPr/>
        <p:nvPr/>
      </p:nvGrpSpPr>
      <p:grpSpPr>
        <a:xfrm>
          <a:off x="0" y="0"/>
          <a:ext cx="0" cy="0"/>
          <a:chOff x="0" y="0"/>
          <a:chExt cx="0" cy="0"/>
        </a:xfrm>
      </p:grpSpPr>
      <p:pic>
        <p:nvPicPr>
          <p:cNvPr descr="Divider4.png" id="276" name="Google Shape;276;p4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77" name="Google Shape;277;p4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78" name="Google Shape;278;p4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79" name="Google Shape;279;p4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80" name="Google Shape;280;p4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81" name="Google Shape;281;p4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82" name="Shape 282"/>
        <p:cNvGrpSpPr/>
        <p:nvPr/>
      </p:nvGrpSpPr>
      <p:grpSpPr>
        <a:xfrm>
          <a:off x="0" y="0"/>
          <a:ext cx="0" cy="0"/>
          <a:chOff x="0" y="0"/>
          <a:chExt cx="0" cy="0"/>
        </a:xfrm>
      </p:grpSpPr>
      <p:grpSp>
        <p:nvGrpSpPr>
          <p:cNvPr id="283" name="Google Shape;283;p44"/>
          <p:cNvGrpSpPr/>
          <p:nvPr/>
        </p:nvGrpSpPr>
        <p:grpSpPr>
          <a:xfrm rot="5400000">
            <a:off x="5719749" y="1629787"/>
            <a:ext cx="4964577" cy="1883925"/>
            <a:chOff x="4152224" y="1218499"/>
            <a:chExt cx="4964577" cy="1883925"/>
          </a:xfrm>
        </p:grpSpPr>
        <p:pic>
          <p:nvPicPr>
            <p:cNvPr id="284" name="Google Shape;284;p4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285" name="Google Shape;285;p4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286" name="Google Shape;286;p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87" name="Google Shape;287;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44"/>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000000"/>
              </a:buClr>
              <a:buSzPts val="1100"/>
              <a:buFont typeface="Arial"/>
              <a:buNone/>
            </a:pPr>
            <a:r>
              <a:rPr b="1" lang="en" sz="2400">
                <a:solidFill>
                  <a:srgbClr val="000000"/>
                </a:solidFill>
                <a:latin typeface="Space Mono"/>
                <a:ea typeface="Space Mono"/>
                <a:cs typeface="Space Mono"/>
                <a:sym typeface="Space Mono"/>
              </a:rPr>
              <a:t>Agenda</a:t>
            </a:r>
            <a:endParaRPr b="1" sz="2400">
              <a:solidFill>
                <a:srgbClr val="05103E"/>
              </a:solidFill>
              <a:latin typeface="Space Mono"/>
              <a:ea typeface="Space Mono"/>
              <a:cs typeface="Space Mono"/>
              <a:sym typeface="Space Mono"/>
            </a:endParaRPr>
          </a:p>
        </p:txBody>
      </p:sp>
      <p:pic>
        <p:nvPicPr>
          <p:cNvPr id="289" name="Google Shape;289;p44"/>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290" name="Shape 290"/>
        <p:cNvGrpSpPr/>
        <p:nvPr/>
      </p:nvGrpSpPr>
      <p:grpSpPr>
        <a:xfrm>
          <a:off x="0" y="0"/>
          <a:ext cx="0" cy="0"/>
          <a:chOff x="0" y="0"/>
          <a:chExt cx="0" cy="0"/>
        </a:xfrm>
      </p:grpSpPr>
      <p:pic>
        <p:nvPicPr>
          <p:cNvPr id="291" name="Google Shape;291;p4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92" name="Google Shape;292;p4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293" name="Google Shape;293;p4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94" name="Google Shape;294;p4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95" name="Google Shape;295;p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96" name="Google Shape;296;p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97" name="Google Shape;297;p4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298" name="Google Shape;298;p4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299" name="Shape 299"/>
        <p:cNvGrpSpPr/>
        <p:nvPr/>
      </p:nvGrpSpPr>
      <p:grpSpPr>
        <a:xfrm>
          <a:off x="0" y="0"/>
          <a:ext cx="0" cy="0"/>
          <a:chOff x="0" y="0"/>
          <a:chExt cx="0" cy="0"/>
        </a:xfrm>
      </p:grpSpPr>
      <p:pic>
        <p:nvPicPr>
          <p:cNvPr id="300" name="Google Shape;300;p4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1" name="Google Shape;301;p4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02" name="Google Shape;302;p4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03" name="Google Shape;303;p4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04" name="Google Shape;304;p4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05" name="Google Shape;305;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4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07" name="Shape 307"/>
        <p:cNvGrpSpPr/>
        <p:nvPr/>
      </p:nvGrpSpPr>
      <p:grpSpPr>
        <a:xfrm>
          <a:off x="0" y="0"/>
          <a:ext cx="0" cy="0"/>
          <a:chOff x="0" y="0"/>
          <a:chExt cx="0" cy="0"/>
        </a:xfrm>
      </p:grpSpPr>
      <p:pic>
        <p:nvPicPr>
          <p:cNvPr id="308" name="Google Shape;308;p4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09" name="Google Shape;309;p4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10" name="Google Shape;310;p47"/>
          <p:cNvGrpSpPr/>
          <p:nvPr/>
        </p:nvGrpSpPr>
        <p:grpSpPr>
          <a:xfrm>
            <a:off x="5709066" y="201260"/>
            <a:ext cx="2296623" cy="4424889"/>
            <a:chOff x="5598780" y="137712"/>
            <a:chExt cx="2577001" cy="4664652"/>
          </a:xfrm>
        </p:grpSpPr>
        <p:pic>
          <p:nvPicPr>
            <p:cNvPr id="311" name="Google Shape;311;p4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12" name="Google Shape;312;p4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 name="Google Shape;313;p4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4" name="Google Shape;314;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5" name="Google Shape;315;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6" name="Google Shape;316;p4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17" name="Shape 317"/>
        <p:cNvGrpSpPr/>
        <p:nvPr/>
      </p:nvGrpSpPr>
      <p:grpSpPr>
        <a:xfrm>
          <a:off x="0" y="0"/>
          <a:ext cx="0" cy="0"/>
          <a:chOff x="0" y="0"/>
          <a:chExt cx="0" cy="0"/>
        </a:xfrm>
      </p:grpSpPr>
      <p:pic>
        <p:nvPicPr>
          <p:cNvPr id="318" name="Google Shape;318;p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19" name="Google Shape;319;p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0" name="Google Shape;320;p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1" name="Google Shape;321;p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2" name="Google Shape;322;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3" name="Google Shape;323;p4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4" name="Google Shape;324;p4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25" name="Shape 325"/>
        <p:cNvGrpSpPr/>
        <p:nvPr/>
      </p:nvGrpSpPr>
      <p:grpSpPr>
        <a:xfrm>
          <a:off x="0" y="0"/>
          <a:ext cx="0" cy="0"/>
          <a:chOff x="0" y="0"/>
          <a:chExt cx="0" cy="0"/>
        </a:xfrm>
      </p:grpSpPr>
      <p:pic>
        <p:nvPicPr>
          <p:cNvPr id="326" name="Google Shape;326;p4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27" name="Google Shape;327;p4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8" name="Google Shape;328;p4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9" name="Google Shape;329;p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30" name="Google Shape;330;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31" name="Google Shape;331;p49"/>
          <p:cNvGrpSpPr/>
          <p:nvPr/>
        </p:nvGrpSpPr>
        <p:grpSpPr>
          <a:xfrm>
            <a:off x="4344100" y="398125"/>
            <a:ext cx="4546500" cy="4222800"/>
            <a:chOff x="4344100" y="398125"/>
            <a:chExt cx="4546500" cy="4222800"/>
          </a:xfrm>
        </p:grpSpPr>
        <p:sp>
          <p:nvSpPr>
            <p:cNvPr id="332" name="Google Shape;332;p4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 name="Google Shape;333;p49"/>
            <p:cNvGrpSpPr/>
            <p:nvPr/>
          </p:nvGrpSpPr>
          <p:grpSpPr>
            <a:xfrm>
              <a:off x="4445450" y="524200"/>
              <a:ext cx="399495" cy="101100"/>
              <a:chOff x="4445450" y="524200"/>
              <a:chExt cx="399495" cy="101100"/>
            </a:xfrm>
          </p:grpSpPr>
          <p:sp>
            <p:nvSpPr>
              <p:cNvPr id="334" name="Google Shape;334;p4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4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38" name="Shape 338"/>
        <p:cNvGrpSpPr/>
        <p:nvPr/>
      </p:nvGrpSpPr>
      <p:grpSpPr>
        <a:xfrm>
          <a:off x="0" y="0"/>
          <a:ext cx="0" cy="0"/>
          <a:chOff x="0" y="0"/>
          <a:chExt cx="0" cy="0"/>
        </a:xfrm>
      </p:grpSpPr>
      <p:pic>
        <p:nvPicPr>
          <p:cNvPr id="339" name="Google Shape;339;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40" name="Google Shape;340;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1" name="Google Shape;341;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2" name="Google Shape;342;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3" name="Google Shape;343;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44" name="Shape 344"/>
        <p:cNvGrpSpPr/>
        <p:nvPr/>
      </p:nvGrpSpPr>
      <p:grpSpPr>
        <a:xfrm>
          <a:off x="0" y="0"/>
          <a:ext cx="0" cy="0"/>
          <a:chOff x="0" y="0"/>
          <a:chExt cx="0" cy="0"/>
        </a:xfrm>
      </p:grpSpPr>
      <p:pic>
        <p:nvPicPr>
          <p:cNvPr id="345" name="Google Shape;345;p5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46" name="Google Shape;346;p5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5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48" name="Google Shape;348;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9" name="Google Shape;349;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0" name="Google Shape;350;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1" name="Google Shape;351;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52" name="Google Shape;352;p5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53" name="Shape 353"/>
        <p:cNvGrpSpPr/>
        <p:nvPr/>
      </p:nvGrpSpPr>
      <p:grpSpPr>
        <a:xfrm>
          <a:off x="0" y="0"/>
          <a:ext cx="0" cy="0"/>
          <a:chOff x="0" y="0"/>
          <a:chExt cx="0" cy="0"/>
        </a:xfrm>
      </p:grpSpPr>
      <p:pic>
        <p:nvPicPr>
          <p:cNvPr id="354" name="Google Shape;354;p5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55" name="Google Shape;355;p5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56" name="Google Shape;356;p5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57" name="Google Shape;357;p5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58" name="Google Shape;358;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9" name="Google Shape;359;p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60" name="Google Shape;360;p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61" name="Google Shape;361;p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62" name="Google Shape;362;p5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63" name="Shape 363"/>
        <p:cNvGrpSpPr/>
        <p:nvPr/>
      </p:nvGrpSpPr>
      <p:grpSpPr>
        <a:xfrm>
          <a:off x="0" y="0"/>
          <a:ext cx="0" cy="0"/>
          <a:chOff x="0" y="0"/>
          <a:chExt cx="0" cy="0"/>
        </a:xfrm>
      </p:grpSpPr>
      <p:pic>
        <p:nvPicPr>
          <p:cNvPr id="364" name="Google Shape;364;p5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65" name="Google Shape;365;p5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66" name="Google Shape;366;p5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67" name="Google Shape;367;p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8" name="Google Shape;368;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69" name="Google Shape;369;p5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70" name="Google Shape;370;p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71" name="Google Shape;371;p5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72" name="Shape 372"/>
        <p:cNvGrpSpPr/>
        <p:nvPr/>
      </p:nvGrpSpPr>
      <p:grpSpPr>
        <a:xfrm>
          <a:off x="0" y="0"/>
          <a:ext cx="0" cy="0"/>
          <a:chOff x="0" y="0"/>
          <a:chExt cx="0" cy="0"/>
        </a:xfrm>
      </p:grpSpPr>
      <p:pic>
        <p:nvPicPr>
          <p:cNvPr id="373" name="Google Shape;373;p5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74" name="Google Shape;374;p5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75" name="Google Shape;375;p5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76" name="Google Shape;376;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7" name="Google Shape;377;p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78" name="Google Shape;378;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9" name="Google Shape;379;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80" name="Google Shape;380;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81" name="Google Shape;381;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82" name="Shape 382"/>
        <p:cNvGrpSpPr/>
        <p:nvPr/>
      </p:nvGrpSpPr>
      <p:grpSpPr>
        <a:xfrm>
          <a:off x="0" y="0"/>
          <a:ext cx="0" cy="0"/>
          <a:chOff x="0" y="0"/>
          <a:chExt cx="0" cy="0"/>
        </a:xfrm>
      </p:grpSpPr>
      <p:pic>
        <p:nvPicPr>
          <p:cNvPr id="383" name="Google Shape;383;p5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384" name="Google Shape;384;p5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385" name="Google Shape;385;p5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86" name="Google Shape;386;p5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7" name="Google Shape;387;p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8" name="Google Shape;388;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9" name="Google Shape;389;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390" name="Google Shape;390;p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1" name="Google Shape;391;p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392" name="Shape 392"/>
        <p:cNvGrpSpPr/>
        <p:nvPr/>
      </p:nvGrpSpPr>
      <p:grpSpPr>
        <a:xfrm>
          <a:off x="0" y="0"/>
          <a:ext cx="0" cy="0"/>
          <a:chOff x="0" y="0"/>
          <a:chExt cx="0" cy="0"/>
        </a:xfrm>
      </p:grpSpPr>
      <p:pic>
        <p:nvPicPr>
          <p:cNvPr id="393" name="Google Shape;393;p5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394" name="Google Shape;394;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5" name="Google Shape;395;p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96" name="Google Shape;396;p5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7" name="Google Shape;397;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8" name="Google Shape;398;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9" name="Google Shape;399;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00" name="Google Shape;400;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1" name="Google Shape;401;p5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02" name="Shape 402"/>
        <p:cNvGrpSpPr/>
        <p:nvPr/>
      </p:nvGrpSpPr>
      <p:grpSpPr>
        <a:xfrm>
          <a:off x="0" y="0"/>
          <a:ext cx="0" cy="0"/>
          <a:chOff x="0" y="0"/>
          <a:chExt cx="0" cy="0"/>
        </a:xfrm>
      </p:grpSpPr>
      <p:pic>
        <p:nvPicPr>
          <p:cNvPr id="403" name="Google Shape;403;p5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04" name="Google Shape;404;p5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05" name="Google Shape;405;p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06" name="Google Shape;406;p5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7" name="Google Shape;407;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8" name="Google Shape;408;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9" name="Google Shape;409;p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10" name="Google Shape;410;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1" name="Google Shape;411;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12" name="Shape 412"/>
        <p:cNvGrpSpPr/>
        <p:nvPr/>
      </p:nvGrpSpPr>
      <p:grpSpPr>
        <a:xfrm>
          <a:off x="0" y="0"/>
          <a:ext cx="0" cy="0"/>
          <a:chOff x="0" y="0"/>
          <a:chExt cx="0" cy="0"/>
        </a:xfrm>
      </p:grpSpPr>
      <p:pic>
        <p:nvPicPr>
          <p:cNvPr id="413" name="Google Shape;413;p5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14" name="Google Shape;414;p5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15" name="Google Shape;415;p5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16" name="Google Shape;416;p5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17" name="Google Shape;417;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5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20" name="Google Shape;420;p5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1" name="Google Shape;421;p5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22" name="Google Shape;422;p5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23" name="Shape 423"/>
        <p:cNvGrpSpPr/>
        <p:nvPr/>
      </p:nvGrpSpPr>
      <p:grpSpPr>
        <a:xfrm>
          <a:off x="0" y="0"/>
          <a:ext cx="0" cy="0"/>
          <a:chOff x="0" y="0"/>
          <a:chExt cx="0" cy="0"/>
        </a:xfrm>
      </p:grpSpPr>
      <p:pic>
        <p:nvPicPr>
          <p:cNvPr id="424" name="Google Shape;424;p5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25" name="Google Shape;425;p5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26" name="Google Shape;426;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7" name="Google Shape;427;p5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8" name="Google Shape;428;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9" name="Google Shape;429;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0" name="Google Shape;430;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31" name="Google Shape;431;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32" name="Google Shape;432;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433" name="Shape 433"/>
        <p:cNvGrpSpPr/>
        <p:nvPr/>
      </p:nvGrpSpPr>
      <p:grpSpPr>
        <a:xfrm>
          <a:off x="0" y="0"/>
          <a:ext cx="0" cy="0"/>
          <a:chOff x="0" y="0"/>
          <a:chExt cx="0" cy="0"/>
        </a:xfrm>
      </p:grpSpPr>
      <p:pic>
        <p:nvPicPr>
          <p:cNvPr id="434" name="Google Shape;434;p6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35" name="Google Shape;435;p60"/>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36" name="Google Shape;436;p6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37" name="Google Shape;437;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8" name="Google Shape;438;p60"/>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439" name="Google Shape;439;p60"/>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40" name="Shape 440"/>
        <p:cNvGrpSpPr/>
        <p:nvPr/>
      </p:nvGrpSpPr>
      <p:grpSpPr>
        <a:xfrm>
          <a:off x="0" y="0"/>
          <a:ext cx="0" cy="0"/>
          <a:chOff x="0" y="0"/>
          <a:chExt cx="0" cy="0"/>
        </a:xfrm>
      </p:grpSpPr>
      <p:pic>
        <p:nvPicPr>
          <p:cNvPr id="441" name="Google Shape;441;p61"/>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42" name="Google Shape;442;p6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43" name="Google Shape;443;p6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44" name="Google Shape;444;p61"/>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45" name="Google Shape;445;p6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46" name="Google Shape;446;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6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48" name="Google Shape;448;p6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9" name="Google Shape;449;p6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50" name="Shape 450"/>
        <p:cNvGrpSpPr/>
        <p:nvPr/>
      </p:nvGrpSpPr>
      <p:grpSpPr>
        <a:xfrm>
          <a:off x="0" y="0"/>
          <a:ext cx="0" cy="0"/>
          <a:chOff x="0" y="0"/>
          <a:chExt cx="0" cy="0"/>
        </a:xfrm>
      </p:grpSpPr>
      <p:pic>
        <p:nvPicPr>
          <p:cNvPr id="451" name="Google Shape;451;p62"/>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52" name="Google Shape;452;p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3" name="Google Shape;453;p62"/>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54" name="Google Shape;454;p62"/>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55" name="Google Shape;455;p62"/>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56" name="Google Shape;456;p62"/>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57" name="Shape 457"/>
        <p:cNvGrpSpPr/>
        <p:nvPr/>
      </p:nvGrpSpPr>
      <p:grpSpPr>
        <a:xfrm>
          <a:off x="0" y="0"/>
          <a:ext cx="0" cy="0"/>
          <a:chOff x="0" y="0"/>
          <a:chExt cx="0" cy="0"/>
        </a:xfrm>
      </p:grpSpPr>
      <p:pic>
        <p:nvPicPr>
          <p:cNvPr descr="Divider1.png" id="458" name="Google Shape;458;p6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59" name="Google Shape;459;p63"/>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0" name="Google Shape;460;p6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61" name="Shape 461"/>
        <p:cNvGrpSpPr/>
        <p:nvPr/>
      </p:nvGrpSpPr>
      <p:grpSpPr>
        <a:xfrm>
          <a:off x="0" y="0"/>
          <a:ext cx="0" cy="0"/>
          <a:chOff x="0" y="0"/>
          <a:chExt cx="0" cy="0"/>
        </a:xfrm>
      </p:grpSpPr>
      <p:pic>
        <p:nvPicPr>
          <p:cNvPr id="462" name="Google Shape;462;p64"/>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63" name="Google Shape;463;p64"/>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64" name="Google Shape;464;p64"/>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4"/>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66" name="Shape 466"/>
        <p:cNvGrpSpPr/>
        <p:nvPr/>
      </p:nvGrpSpPr>
      <p:grpSpPr>
        <a:xfrm>
          <a:off x="0" y="0"/>
          <a:ext cx="0" cy="0"/>
          <a:chOff x="0" y="0"/>
          <a:chExt cx="0" cy="0"/>
        </a:xfrm>
      </p:grpSpPr>
      <p:pic>
        <p:nvPicPr>
          <p:cNvPr id="467" name="Google Shape;467;p6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68" name="Shape 468"/>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69" name="Shape 469"/>
        <p:cNvGrpSpPr/>
        <p:nvPr/>
      </p:nvGrpSpPr>
      <p:grpSpPr>
        <a:xfrm>
          <a:off x="0" y="0"/>
          <a:ext cx="0" cy="0"/>
          <a:chOff x="0" y="0"/>
          <a:chExt cx="0" cy="0"/>
        </a:xfrm>
      </p:grpSpPr>
      <p:grpSp>
        <p:nvGrpSpPr>
          <p:cNvPr id="470" name="Google Shape;470;p67"/>
          <p:cNvGrpSpPr/>
          <p:nvPr/>
        </p:nvGrpSpPr>
        <p:grpSpPr>
          <a:xfrm>
            <a:off x="6262100" y="-3850"/>
            <a:ext cx="2886900" cy="485125"/>
            <a:chOff x="6262100" y="-3850"/>
            <a:chExt cx="2886900" cy="485125"/>
          </a:xfrm>
        </p:grpSpPr>
        <p:pic>
          <p:nvPicPr>
            <p:cNvPr descr="1.png" id="471" name="Google Shape;471;p67"/>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72" name="Google Shape;472;p67"/>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73" name="Google Shape;473;p67"/>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74" name="Google Shape;474;p67"/>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75" name="Google Shape;475;p6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76" name="Google Shape;476;p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7" name="Google Shape;477;p67"/>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78" name="Google Shape;478;p67"/>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79" name="Google Shape;479;p67"/>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80" name="Google Shape;480;p67"/>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81" name="Google Shape;481;p67"/>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82" name="Google Shape;482;p67"/>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483" name="Google Shape;483;p67"/>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487" name="Shape 487"/>
        <p:cNvGrpSpPr/>
        <p:nvPr/>
      </p:nvGrpSpPr>
      <p:grpSpPr>
        <a:xfrm>
          <a:off x="0" y="0"/>
          <a:ext cx="0" cy="0"/>
          <a:chOff x="0" y="0"/>
          <a:chExt cx="0" cy="0"/>
        </a:xfrm>
      </p:grpSpPr>
      <p:pic>
        <p:nvPicPr>
          <p:cNvPr id="488" name="Google Shape;488;p6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89" name="Google Shape;489;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490" name="Shape 490"/>
        <p:cNvGrpSpPr/>
        <p:nvPr/>
      </p:nvGrpSpPr>
      <p:grpSpPr>
        <a:xfrm>
          <a:off x="0" y="0"/>
          <a:ext cx="0" cy="0"/>
          <a:chOff x="0" y="0"/>
          <a:chExt cx="0" cy="0"/>
        </a:xfrm>
      </p:grpSpPr>
      <p:pic>
        <p:nvPicPr>
          <p:cNvPr id="491" name="Google Shape;491;p70"/>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492" name="Google Shape;492;p70"/>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493" name="Google Shape;493;p7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4" name="Google Shape;494;p70"/>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495" name="Shape 495"/>
        <p:cNvGrpSpPr/>
        <p:nvPr/>
      </p:nvGrpSpPr>
      <p:grpSpPr>
        <a:xfrm>
          <a:off x="0" y="0"/>
          <a:ext cx="0" cy="0"/>
          <a:chOff x="0" y="0"/>
          <a:chExt cx="0" cy="0"/>
        </a:xfrm>
      </p:grpSpPr>
      <p:pic>
        <p:nvPicPr>
          <p:cNvPr descr="Divider4.png" id="496" name="Google Shape;496;p71"/>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497" name="Google Shape;497;p71"/>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498" name="Google Shape;498;p71"/>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499" name="Google Shape;499;p71"/>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00" name="Google Shape;500;p71"/>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01" name="Google Shape;501;p71"/>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02" name="Shape 502"/>
        <p:cNvGrpSpPr/>
        <p:nvPr/>
      </p:nvGrpSpPr>
      <p:grpSpPr>
        <a:xfrm>
          <a:off x="0" y="0"/>
          <a:ext cx="0" cy="0"/>
          <a:chOff x="0" y="0"/>
          <a:chExt cx="0" cy="0"/>
        </a:xfrm>
      </p:grpSpPr>
      <p:sp>
        <p:nvSpPr>
          <p:cNvPr id="503" name="Google Shape;503;p72"/>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504" name="Google Shape;504;p72"/>
          <p:cNvGrpSpPr/>
          <p:nvPr/>
        </p:nvGrpSpPr>
        <p:grpSpPr>
          <a:xfrm rot="5400000">
            <a:off x="5719749" y="1629787"/>
            <a:ext cx="4964577" cy="1883925"/>
            <a:chOff x="4152224" y="1218499"/>
            <a:chExt cx="4964577" cy="1883925"/>
          </a:xfrm>
        </p:grpSpPr>
        <p:pic>
          <p:nvPicPr>
            <p:cNvPr id="505" name="Google Shape;505;p72"/>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06" name="Google Shape;506;p72"/>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07" name="Google Shape;507;p7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08" name="Google Shape;508;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09" name="Shape 509"/>
        <p:cNvGrpSpPr/>
        <p:nvPr/>
      </p:nvGrpSpPr>
      <p:grpSpPr>
        <a:xfrm>
          <a:off x="0" y="0"/>
          <a:ext cx="0" cy="0"/>
          <a:chOff x="0" y="0"/>
          <a:chExt cx="0" cy="0"/>
        </a:xfrm>
      </p:grpSpPr>
      <p:pic>
        <p:nvPicPr>
          <p:cNvPr id="510" name="Google Shape;510;p7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11" name="Google Shape;511;p7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12" name="Google Shape;512;p7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13" name="Google Shape;513;p7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14" name="Google Shape;514;p7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15" name="Google Shape;515;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16" name="Google Shape;516;p73"/>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17" name="Google Shape;517;p7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18" name="Shape 518"/>
        <p:cNvGrpSpPr/>
        <p:nvPr/>
      </p:nvGrpSpPr>
      <p:grpSpPr>
        <a:xfrm>
          <a:off x="0" y="0"/>
          <a:ext cx="0" cy="0"/>
          <a:chOff x="0" y="0"/>
          <a:chExt cx="0" cy="0"/>
        </a:xfrm>
      </p:grpSpPr>
      <p:pic>
        <p:nvPicPr>
          <p:cNvPr id="519" name="Google Shape;519;p7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20" name="Google Shape;520;p7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21" name="Google Shape;521;p74"/>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22" name="Google Shape;522;p7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23" name="Google Shape;523;p7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24" name="Google Shape;524;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5" name="Google Shape;525;p7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26" name="Shape 526"/>
        <p:cNvGrpSpPr/>
        <p:nvPr/>
      </p:nvGrpSpPr>
      <p:grpSpPr>
        <a:xfrm>
          <a:off x="0" y="0"/>
          <a:ext cx="0" cy="0"/>
          <a:chOff x="0" y="0"/>
          <a:chExt cx="0" cy="0"/>
        </a:xfrm>
      </p:grpSpPr>
      <p:pic>
        <p:nvPicPr>
          <p:cNvPr id="527" name="Google Shape;527;p7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28" name="Google Shape;528;p7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29" name="Google Shape;529;p75"/>
          <p:cNvGrpSpPr/>
          <p:nvPr/>
        </p:nvGrpSpPr>
        <p:grpSpPr>
          <a:xfrm>
            <a:off x="5709066" y="201260"/>
            <a:ext cx="2296623" cy="4424889"/>
            <a:chOff x="5598780" y="137712"/>
            <a:chExt cx="2577001" cy="4664652"/>
          </a:xfrm>
        </p:grpSpPr>
        <p:pic>
          <p:nvPicPr>
            <p:cNvPr id="530" name="Google Shape;530;p75"/>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31" name="Google Shape;531;p75"/>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2" name="Google Shape;532;p7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3" name="Google Shape;533;p7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34" name="Google Shape;534;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35" name="Google Shape;535;p75"/>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36" name="Shape 536"/>
        <p:cNvGrpSpPr/>
        <p:nvPr/>
      </p:nvGrpSpPr>
      <p:grpSpPr>
        <a:xfrm>
          <a:off x="0" y="0"/>
          <a:ext cx="0" cy="0"/>
          <a:chOff x="0" y="0"/>
          <a:chExt cx="0" cy="0"/>
        </a:xfrm>
      </p:grpSpPr>
      <p:pic>
        <p:nvPicPr>
          <p:cNvPr id="537" name="Google Shape;537;p7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38" name="Google Shape;538;p7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39" name="Google Shape;539;p7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0" name="Google Shape;540;p7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1" name="Google Shape;541;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2" name="Google Shape;542;p76"/>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3" name="Google Shape;543;p76"/>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44" name="Shape 544"/>
        <p:cNvGrpSpPr/>
        <p:nvPr/>
      </p:nvGrpSpPr>
      <p:grpSpPr>
        <a:xfrm>
          <a:off x="0" y="0"/>
          <a:ext cx="0" cy="0"/>
          <a:chOff x="0" y="0"/>
          <a:chExt cx="0" cy="0"/>
        </a:xfrm>
      </p:grpSpPr>
      <p:pic>
        <p:nvPicPr>
          <p:cNvPr id="545" name="Google Shape;545;p77"/>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46" name="Google Shape;546;p7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7" name="Google Shape;547;p7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8" name="Google Shape;548;p7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9" name="Google Shape;549;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50" name="Google Shape;550;p77"/>
          <p:cNvGrpSpPr/>
          <p:nvPr/>
        </p:nvGrpSpPr>
        <p:grpSpPr>
          <a:xfrm>
            <a:off x="4344100" y="398125"/>
            <a:ext cx="4546500" cy="4222800"/>
            <a:chOff x="4344100" y="398125"/>
            <a:chExt cx="4546500" cy="4222800"/>
          </a:xfrm>
        </p:grpSpPr>
        <p:sp>
          <p:nvSpPr>
            <p:cNvPr id="551" name="Google Shape;551;p77"/>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2" name="Google Shape;552;p77"/>
            <p:cNvGrpSpPr/>
            <p:nvPr/>
          </p:nvGrpSpPr>
          <p:grpSpPr>
            <a:xfrm>
              <a:off x="4445450" y="524200"/>
              <a:ext cx="399495" cy="101100"/>
              <a:chOff x="4445450" y="524200"/>
              <a:chExt cx="399495" cy="101100"/>
            </a:xfrm>
          </p:grpSpPr>
          <p:sp>
            <p:nvSpPr>
              <p:cNvPr id="553" name="Google Shape;553;p77"/>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7"/>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7"/>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6" name="Google Shape;556;p77"/>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57" name="Shape 557"/>
        <p:cNvGrpSpPr/>
        <p:nvPr/>
      </p:nvGrpSpPr>
      <p:grpSpPr>
        <a:xfrm>
          <a:off x="0" y="0"/>
          <a:ext cx="0" cy="0"/>
          <a:chOff x="0" y="0"/>
          <a:chExt cx="0" cy="0"/>
        </a:xfrm>
      </p:grpSpPr>
      <p:pic>
        <p:nvPicPr>
          <p:cNvPr id="558" name="Google Shape;558;p7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59" name="Google Shape;559;p7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0" name="Google Shape;560;p7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61" name="Google Shape;561;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2" name="Google Shape;562;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63" name="Shape 563"/>
        <p:cNvGrpSpPr/>
        <p:nvPr/>
      </p:nvGrpSpPr>
      <p:grpSpPr>
        <a:xfrm>
          <a:off x="0" y="0"/>
          <a:ext cx="0" cy="0"/>
          <a:chOff x="0" y="0"/>
          <a:chExt cx="0" cy="0"/>
        </a:xfrm>
      </p:grpSpPr>
      <p:pic>
        <p:nvPicPr>
          <p:cNvPr id="564" name="Google Shape;564;p79"/>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65" name="Google Shape;565;p79"/>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9"/>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67" name="Google Shape;567;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8" name="Google Shape;568;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69" name="Google Shape;569;p7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0" name="Google Shape;570;p7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71" name="Google Shape;571;p79"/>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rminal">
  <p:cSld name="CUSTOM_7_1_1">
    <p:spTree>
      <p:nvGrpSpPr>
        <p:cNvPr id="572" name="Shape 572"/>
        <p:cNvGrpSpPr/>
        <p:nvPr/>
      </p:nvGrpSpPr>
      <p:grpSpPr>
        <a:xfrm>
          <a:off x="0" y="0"/>
          <a:ext cx="0" cy="0"/>
          <a:chOff x="0" y="0"/>
          <a:chExt cx="0" cy="0"/>
        </a:xfrm>
      </p:grpSpPr>
      <p:pic>
        <p:nvPicPr>
          <p:cNvPr id="573" name="Google Shape;573;p80"/>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74" name="Google Shape;574;p80"/>
          <p:cNvSpPr/>
          <p:nvPr/>
        </p:nvSpPr>
        <p:spPr>
          <a:xfrm>
            <a:off x="4385200" y="481275"/>
            <a:ext cx="4308300" cy="4139700"/>
          </a:xfrm>
          <a:prstGeom prst="roundRect">
            <a:avLst>
              <a:gd fmla="val 246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80"/>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76" name="Google Shape;576;p8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77" name="Google Shape;577;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8" name="Google Shape;578;p80"/>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9" name="Google Shape;579;p80"/>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80" name="Google Shape;580;p80"/>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Roboto Mono"/>
              <a:buNone/>
              <a:defRPr>
                <a:solidFill>
                  <a:schemeClr val="lt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581" name="Shape 581"/>
        <p:cNvGrpSpPr/>
        <p:nvPr/>
      </p:nvGrpSpPr>
      <p:grpSpPr>
        <a:xfrm>
          <a:off x="0" y="0"/>
          <a:ext cx="0" cy="0"/>
          <a:chOff x="0" y="0"/>
          <a:chExt cx="0" cy="0"/>
        </a:xfrm>
      </p:grpSpPr>
      <p:pic>
        <p:nvPicPr>
          <p:cNvPr id="582" name="Google Shape;582;p81"/>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583" name="Google Shape;583;p81"/>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584" name="Google Shape;584;p8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85" name="Google Shape;585;p8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86" name="Google Shape;586;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7" name="Google Shape;587;p8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588" name="Google Shape;588;p8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89" name="Google Shape;589;p8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90" name="Google Shape;590;p81"/>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591" name="Shape 591"/>
        <p:cNvGrpSpPr/>
        <p:nvPr/>
      </p:nvGrpSpPr>
      <p:grpSpPr>
        <a:xfrm>
          <a:off x="0" y="0"/>
          <a:ext cx="0" cy="0"/>
          <a:chOff x="0" y="0"/>
          <a:chExt cx="0" cy="0"/>
        </a:xfrm>
      </p:grpSpPr>
      <p:pic>
        <p:nvPicPr>
          <p:cNvPr id="592" name="Google Shape;592;p8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93" name="Google Shape;593;p82"/>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594" name="Google Shape;594;p8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95" name="Google Shape;595;p8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96" name="Google Shape;596;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97" name="Google Shape;597;p82"/>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598" name="Google Shape;598;p8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599" name="Google Shape;599;p82"/>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00" name="Shape 600"/>
        <p:cNvGrpSpPr/>
        <p:nvPr/>
      </p:nvGrpSpPr>
      <p:grpSpPr>
        <a:xfrm>
          <a:off x="0" y="0"/>
          <a:ext cx="0" cy="0"/>
          <a:chOff x="0" y="0"/>
          <a:chExt cx="0" cy="0"/>
        </a:xfrm>
      </p:grpSpPr>
      <p:pic>
        <p:nvPicPr>
          <p:cNvPr id="601" name="Google Shape;601;p83"/>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02" name="Google Shape;602;p8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03" name="Google Shape;603;p8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04" name="Google Shape;604;p83"/>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05" name="Google Shape;605;p8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06" name="Google Shape;606;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7" name="Google Shape;607;p8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08" name="Google Shape;608;p8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09" name="Google Shape;609;p8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10" name="Shape 610"/>
        <p:cNvGrpSpPr/>
        <p:nvPr/>
      </p:nvGrpSpPr>
      <p:grpSpPr>
        <a:xfrm>
          <a:off x="0" y="0"/>
          <a:ext cx="0" cy="0"/>
          <a:chOff x="0" y="0"/>
          <a:chExt cx="0" cy="0"/>
        </a:xfrm>
      </p:grpSpPr>
      <p:pic>
        <p:nvPicPr>
          <p:cNvPr id="611" name="Google Shape;611;p84"/>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12" name="Google Shape;612;p84"/>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13" name="Google Shape;613;p8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14" name="Google Shape;614;p84"/>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5" name="Google Shape;615;p8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16" name="Google Shape;616;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7" name="Google Shape;617;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18" name="Google Shape;618;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19" name="Google Shape;619;p8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20" name="Shape 620"/>
        <p:cNvGrpSpPr/>
        <p:nvPr/>
      </p:nvGrpSpPr>
      <p:grpSpPr>
        <a:xfrm>
          <a:off x="0" y="0"/>
          <a:ext cx="0" cy="0"/>
          <a:chOff x="0" y="0"/>
          <a:chExt cx="0" cy="0"/>
        </a:xfrm>
      </p:grpSpPr>
      <p:pic>
        <p:nvPicPr>
          <p:cNvPr id="621" name="Google Shape;621;p85"/>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22" name="Google Shape;622;p8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23" name="Google Shape;623;p8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24" name="Google Shape;624;p85"/>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25" name="Google Shape;625;p8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26" name="Google Shape;626;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7" name="Google Shape;627;p8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28" name="Google Shape;628;p8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29" name="Google Shape;629;p85"/>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30" name="Shape 630"/>
        <p:cNvGrpSpPr/>
        <p:nvPr/>
      </p:nvGrpSpPr>
      <p:grpSpPr>
        <a:xfrm>
          <a:off x="0" y="0"/>
          <a:ext cx="0" cy="0"/>
          <a:chOff x="0" y="0"/>
          <a:chExt cx="0" cy="0"/>
        </a:xfrm>
      </p:grpSpPr>
      <p:pic>
        <p:nvPicPr>
          <p:cNvPr id="631" name="Google Shape;631;p86"/>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32" name="Google Shape;632;p8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33" name="Google Shape;633;p8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34" name="Google Shape;634;p86"/>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35" name="Google Shape;635;p8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36" name="Google Shape;636;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7" name="Google Shape;637;p8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38" name="Google Shape;638;p8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9" name="Google Shape;639;p8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40" name="Shape 640"/>
        <p:cNvGrpSpPr/>
        <p:nvPr/>
      </p:nvGrpSpPr>
      <p:grpSpPr>
        <a:xfrm>
          <a:off x="0" y="0"/>
          <a:ext cx="0" cy="0"/>
          <a:chOff x="0" y="0"/>
          <a:chExt cx="0" cy="0"/>
        </a:xfrm>
      </p:grpSpPr>
      <p:pic>
        <p:nvPicPr>
          <p:cNvPr id="641" name="Google Shape;641;p87"/>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42" name="Google Shape;642;p87"/>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43" name="Google Shape;643;p87"/>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44" name="Google Shape;644;p8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45" name="Google Shape;645;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6" name="Google Shape;646;p87"/>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87"/>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48" name="Google Shape;648;p87"/>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9" name="Google Shape;649;p87"/>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50" name="Google Shape;650;p87"/>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51" name="Shape 651"/>
        <p:cNvGrpSpPr/>
        <p:nvPr/>
      </p:nvGrpSpPr>
      <p:grpSpPr>
        <a:xfrm>
          <a:off x="0" y="0"/>
          <a:ext cx="0" cy="0"/>
          <a:chOff x="0" y="0"/>
          <a:chExt cx="0" cy="0"/>
        </a:xfrm>
      </p:grpSpPr>
      <p:pic>
        <p:nvPicPr>
          <p:cNvPr id="652" name="Google Shape;652;p8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53" name="Google Shape;653;p88"/>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54" name="Google Shape;654;p8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55" name="Google Shape;655;p88"/>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6" name="Google Shape;656;p8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57" name="Google Shape;657;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8" name="Google Shape;658;p8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59" name="Google Shape;659;p8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60" name="Google Shape;660;p8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61" name="Shape 661"/>
        <p:cNvGrpSpPr/>
        <p:nvPr/>
      </p:nvGrpSpPr>
      <p:grpSpPr>
        <a:xfrm>
          <a:off x="0" y="0"/>
          <a:ext cx="0" cy="0"/>
          <a:chOff x="0" y="0"/>
          <a:chExt cx="0" cy="0"/>
        </a:xfrm>
      </p:grpSpPr>
      <p:pic>
        <p:nvPicPr>
          <p:cNvPr id="662" name="Google Shape;662;p89"/>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63" name="Google Shape;663;p8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64" name="Google Shape;664;p8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65" name="Google Shape;665;p89"/>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66" name="Google Shape;666;p8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67" name="Google Shape;667;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8" name="Google Shape;668;p8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69" name="Google Shape;669;p8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70" name="Google Shape;670;p8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671" name="Shape 671"/>
        <p:cNvGrpSpPr/>
        <p:nvPr/>
      </p:nvGrpSpPr>
      <p:grpSpPr>
        <a:xfrm>
          <a:off x="0" y="0"/>
          <a:ext cx="0" cy="0"/>
          <a:chOff x="0" y="0"/>
          <a:chExt cx="0" cy="0"/>
        </a:xfrm>
      </p:grpSpPr>
      <p:pic>
        <p:nvPicPr>
          <p:cNvPr id="672" name="Google Shape;672;p90"/>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673" name="Google Shape;673;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4" name="Google Shape;674;p90"/>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675" name="Google Shape;675;p90"/>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676" name="Google Shape;676;p90"/>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677" name="Google Shape;677;p90"/>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678" name="Shape 678"/>
        <p:cNvGrpSpPr/>
        <p:nvPr/>
      </p:nvGrpSpPr>
      <p:grpSpPr>
        <a:xfrm>
          <a:off x="0" y="0"/>
          <a:ext cx="0" cy="0"/>
          <a:chOff x="0" y="0"/>
          <a:chExt cx="0" cy="0"/>
        </a:xfrm>
      </p:grpSpPr>
      <p:pic>
        <p:nvPicPr>
          <p:cNvPr descr="Divider1.png" id="679" name="Google Shape;679;p9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680" name="Google Shape;680;p91"/>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1" name="Google Shape;681;p9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682" name="Shape 682"/>
        <p:cNvGrpSpPr/>
        <p:nvPr/>
      </p:nvGrpSpPr>
      <p:grpSpPr>
        <a:xfrm>
          <a:off x="0" y="0"/>
          <a:ext cx="0" cy="0"/>
          <a:chOff x="0" y="0"/>
          <a:chExt cx="0" cy="0"/>
        </a:xfrm>
      </p:grpSpPr>
      <p:pic>
        <p:nvPicPr>
          <p:cNvPr id="683" name="Google Shape;683;p92"/>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684" name="Google Shape;684;p92"/>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685" name="Google Shape;685;p92"/>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92"/>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687" name="Shape 687"/>
        <p:cNvGrpSpPr/>
        <p:nvPr/>
      </p:nvGrpSpPr>
      <p:grpSpPr>
        <a:xfrm>
          <a:off x="0" y="0"/>
          <a:ext cx="0" cy="0"/>
          <a:chOff x="0" y="0"/>
          <a:chExt cx="0" cy="0"/>
        </a:xfrm>
      </p:grpSpPr>
      <p:pic>
        <p:nvPicPr>
          <p:cNvPr id="688" name="Google Shape;688;p93"/>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89" name="Shape 689"/>
        <p:cNvGrpSpPr/>
        <p:nvPr/>
      </p:nvGrpSpPr>
      <p:grpSpPr>
        <a:xfrm>
          <a:off x="0" y="0"/>
          <a:ext cx="0" cy="0"/>
          <a:chOff x="0" y="0"/>
          <a:chExt cx="0" cy="0"/>
        </a:xfrm>
      </p:grpSpPr>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690" name="Shape 690"/>
        <p:cNvGrpSpPr/>
        <p:nvPr/>
      </p:nvGrpSpPr>
      <p:grpSpPr>
        <a:xfrm>
          <a:off x="0" y="0"/>
          <a:ext cx="0" cy="0"/>
          <a:chOff x="0" y="0"/>
          <a:chExt cx="0" cy="0"/>
        </a:xfrm>
      </p:grpSpPr>
      <p:grpSp>
        <p:nvGrpSpPr>
          <p:cNvPr id="691" name="Google Shape;691;p95"/>
          <p:cNvGrpSpPr/>
          <p:nvPr/>
        </p:nvGrpSpPr>
        <p:grpSpPr>
          <a:xfrm>
            <a:off x="6262100" y="-3850"/>
            <a:ext cx="2886900" cy="485125"/>
            <a:chOff x="6262100" y="-3850"/>
            <a:chExt cx="2886900" cy="485125"/>
          </a:xfrm>
        </p:grpSpPr>
        <p:pic>
          <p:nvPicPr>
            <p:cNvPr descr="1.png" id="692" name="Google Shape;692;p95"/>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693" name="Google Shape;693;p95"/>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694" name="Google Shape;694;p95"/>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695" name="Google Shape;695;p95"/>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696" name="Google Shape;696;p9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97" name="Google Shape;697;p9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8" name="Google Shape;698;p95"/>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699" name="Google Shape;699;p95"/>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700" name="Google Shape;700;p95"/>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701" name="Google Shape;701;p95"/>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702" name="Google Shape;702;p95"/>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703" name="Google Shape;703;p95"/>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704" name="Google Shape;704;p95"/>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06" name="Shape 706"/>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710" name="Shape 710"/>
        <p:cNvGrpSpPr/>
        <p:nvPr/>
      </p:nvGrpSpPr>
      <p:grpSpPr>
        <a:xfrm>
          <a:off x="0" y="0"/>
          <a:ext cx="0" cy="0"/>
          <a:chOff x="0" y="0"/>
          <a:chExt cx="0" cy="0"/>
        </a:xfrm>
      </p:grpSpPr>
      <p:pic>
        <p:nvPicPr>
          <p:cNvPr id="711" name="Google Shape;711;p9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712" name="Google Shape;712;p9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713" name="Shape 713"/>
        <p:cNvGrpSpPr/>
        <p:nvPr/>
      </p:nvGrpSpPr>
      <p:grpSpPr>
        <a:xfrm>
          <a:off x="0" y="0"/>
          <a:ext cx="0" cy="0"/>
          <a:chOff x="0" y="0"/>
          <a:chExt cx="0" cy="0"/>
        </a:xfrm>
      </p:grpSpPr>
      <p:pic>
        <p:nvPicPr>
          <p:cNvPr id="714" name="Google Shape;714;p100"/>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715" name="Google Shape;715;p100"/>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716" name="Google Shape;716;p10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17" name="Google Shape;717;p100"/>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718" name="Shape 718"/>
        <p:cNvGrpSpPr/>
        <p:nvPr/>
      </p:nvGrpSpPr>
      <p:grpSpPr>
        <a:xfrm>
          <a:off x="0" y="0"/>
          <a:ext cx="0" cy="0"/>
          <a:chOff x="0" y="0"/>
          <a:chExt cx="0" cy="0"/>
        </a:xfrm>
      </p:grpSpPr>
      <p:pic>
        <p:nvPicPr>
          <p:cNvPr descr="Divider4.png" id="719" name="Google Shape;719;p101"/>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720" name="Google Shape;720;p101"/>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721" name="Google Shape;721;p101"/>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722" name="Google Shape;722;p101"/>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723" name="Google Shape;723;p101"/>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724" name="Google Shape;724;p101"/>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725" name="Shape 725"/>
        <p:cNvGrpSpPr/>
        <p:nvPr/>
      </p:nvGrpSpPr>
      <p:grpSpPr>
        <a:xfrm>
          <a:off x="0" y="0"/>
          <a:ext cx="0" cy="0"/>
          <a:chOff x="0" y="0"/>
          <a:chExt cx="0" cy="0"/>
        </a:xfrm>
      </p:grpSpPr>
      <p:sp>
        <p:nvSpPr>
          <p:cNvPr id="726" name="Google Shape;726;p102"/>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727" name="Google Shape;727;p102"/>
          <p:cNvGrpSpPr/>
          <p:nvPr/>
        </p:nvGrpSpPr>
        <p:grpSpPr>
          <a:xfrm rot="5400000">
            <a:off x="5719749" y="1629787"/>
            <a:ext cx="4964577" cy="1883925"/>
            <a:chOff x="4152224" y="1218499"/>
            <a:chExt cx="4964577" cy="1883925"/>
          </a:xfrm>
        </p:grpSpPr>
        <p:pic>
          <p:nvPicPr>
            <p:cNvPr id="728" name="Google Shape;728;p102"/>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9" name="Google Shape;729;p102"/>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0" name="Google Shape;730;p10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31" name="Google Shape;731;p10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732" name="Google Shape;732;p102"/>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33" name="Shape 733"/>
        <p:cNvGrpSpPr/>
        <p:nvPr/>
      </p:nvGrpSpPr>
      <p:grpSpPr>
        <a:xfrm>
          <a:off x="0" y="0"/>
          <a:ext cx="0" cy="0"/>
          <a:chOff x="0" y="0"/>
          <a:chExt cx="0" cy="0"/>
        </a:xfrm>
      </p:grpSpPr>
      <p:pic>
        <p:nvPicPr>
          <p:cNvPr id="734" name="Google Shape;734;p10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35" name="Google Shape;735;p10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36" name="Google Shape;736;p10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37" name="Google Shape;737;p10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738" name="Google Shape;738;p10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39" name="Google Shape;739;p10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740" name="Google Shape;740;p103"/>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741" name="Google Shape;741;p10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742" name="Shape 742"/>
        <p:cNvGrpSpPr/>
        <p:nvPr/>
      </p:nvGrpSpPr>
      <p:grpSpPr>
        <a:xfrm>
          <a:off x="0" y="0"/>
          <a:ext cx="0" cy="0"/>
          <a:chOff x="0" y="0"/>
          <a:chExt cx="0" cy="0"/>
        </a:xfrm>
      </p:grpSpPr>
      <p:pic>
        <p:nvPicPr>
          <p:cNvPr id="743" name="Google Shape;743;p10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44" name="Google Shape;744;p10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745" name="Google Shape;745;p104"/>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746" name="Google Shape;746;p10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747" name="Google Shape;747;p10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48" name="Google Shape;748;p10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49" name="Google Shape;749;p10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750" name="Shape 750"/>
        <p:cNvGrpSpPr/>
        <p:nvPr/>
      </p:nvGrpSpPr>
      <p:grpSpPr>
        <a:xfrm>
          <a:off x="0" y="0"/>
          <a:ext cx="0" cy="0"/>
          <a:chOff x="0" y="0"/>
          <a:chExt cx="0" cy="0"/>
        </a:xfrm>
      </p:grpSpPr>
      <p:pic>
        <p:nvPicPr>
          <p:cNvPr id="751" name="Google Shape;751;p10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752" name="Google Shape;752;p10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753" name="Google Shape;753;p105"/>
          <p:cNvGrpSpPr/>
          <p:nvPr/>
        </p:nvGrpSpPr>
        <p:grpSpPr>
          <a:xfrm>
            <a:off x="5709066" y="201260"/>
            <a:ext cx="2296623" cy="4424889"/>
            <a:chOff x="5598780" y="137712"/>
            <a:chExt cx="2577001" cy="4664652"/>
          </a:xfrm>
        </p:grpSpPr>
        <p:pic>
          <p:nvPicPr>
            <p:cNvPr id="754" name="Google Shape;754;p105"/>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755" name="Google Shape;755;p105"/>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6" name="Google Shape;756;p10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757" name="Google Shape;757;p10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58" name="Google Shape;758;p10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59" name="Google Shape;759;p105"/>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760" name="Shape 760"/>
        <p:cNvGrpSpPr/>
        <p:nvPr/>
      </p:nvGrpSpPr>
      <p:grpSpPr>
        <a:xfrm>
          <a:off x="0" y="0"/>
          <a:ext cx="0" cy="0"/>
          <a:chOff x="0" y="0"/>
          <a:chExt cx="0" cy="0"/>
        </a:xfrm>
      </p:grpSpPr>
      <p:pic>
        <p:nvPicPr>
          <p:cNvPr id="761" name="Google Shape;761;p10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762" name="Google Shape;762;p10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63" name="Google Shape;763;p10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764" name="Google Shape;764;p10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765" name="Google Shape;765;p10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66" name="Google Shape;766;p106"/>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67" name="Google Shape;767;p106"/>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768" name="Shape 768"/>
        <p:cNvGrpSpPr/>
        <p:nvPr/>
      </p:nvGrpSpPr>
      <p:grpSpPr>
        <a:xfrm>
          <a:off x="0" y="0"/>
          <a:ext cx="0" cy="0"/>
          <a:chOff x="0" y="0"/>
          <a:chExt cx="0" cy="0"/>
        </a:xfrm>
      </p:grpSpPr>
      <p:pic>
        <p:nvPicPr>
          <p:cNvPr id="769" name="Google Shape;769;p107"/>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770" name="Google Shape;770;p10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71" name="Google Shape;771;p10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772" name="Google Shape;772;p10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773" name="Google Shape;773;p10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774" name="Google Shape;774;p107"/>
          <p:cNvGrpSpPr/>
          <p:nvPr/>
        </p:nvGrpSpPr>
        <p:grpSpPr>
          <a:xfrm>
            <a:off x="4344100" y="398125"/>
            <a:ext cx="4546500" cy="4222800"/>
            <a:chOff x="4344100" y="398125"/>
            <a:chExt cx="4546500" cy="4222800"/>
          </a:xfrm>
        </p:grpSpPr>
        <p:sp>
          <p:nvSpPr>
            <p:cNvPr id="775" name="Google Shape;775;p107"/>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6" name="Google Shape;776;p107"/>
            <p:cNvGrpSpPr/>
            <p:nvPr/>
          </p:nvGrpSpPr>
          <p:grpSpPr>
            <a:xfrm>
              <a:off x="4445450" y="524200"/>
              <a:ext cx="399495" cy="101100"/>
              <a:chOff x="4445450" y="524200"/>
              <a:chExt cx="399495" cy="101100"/>
            </a:xfrm>
          </p:grpSpPr>
          <p:sp>
            <p:nvSpPr>
              <p:cNvPr id="777" name="Google Shape;777;p107"/>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07"/>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07"/>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0" name="Google Shape;780;p107"/>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781" name="Shape 781"/>
        <p:cNvGrpSpPr/>
        <p:nvPr/>
      </p:nvGrpSpPr>
      <p:grpSpPr>
        <a:xfrm>
          <a:off x="0" y="0"/>
          <a:ext cx="0" cy="0"/>
          <a:chOff x="0" y="0"/>
          <a:chExt cx="0" cy="0"/>
        </a:xfrm>
      </p:grpSpPr>
      <p:pic>
        <p:nvPicPr>
          <p:cNvPr id="782" name="Google Shape;782;p10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783" name="Google Shape;783;p10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84" name="Google Shape;784;p10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785" name="Google Shape;785;p10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786" name="Google Shape;786;p10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787" name="Shape 787"/>
        <p:cNvGrpSpPr/>
        <p:nvPr/>
      </p:nvGrpSpPr>
      <p:grpSpPr>
        <a:xfrm>
          <a:off x="0" y="0"/>
          <a:ext cx="0" cy="0"/>
          <a:chOff x="0" y="0"/>
          <a:chExt cx="0" cy="0"/>
        </a:xfrm>
      </p:grpSpPr>
      <p:pic>
        <p:nvPicPr>
          <p:cNvPr id="788" name="Google Shape;788;p109"/>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789" name="Google Shape;789;p109"/>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09"/>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791" name="Google Shape;791;p10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792" name="Google Shape;792;p10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93" name="Google Shape;793;p10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4" name="Google Shape;794;p10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795" name="Google Shape;795;p109"/>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796" name="Shape 796"/>
        <p:cNvGrpSpPr/>
        <p:nvPr/>
      </p:nvGrpSpPr>
      <p:grpSpPr>
        <a:xfrm>
          <a:off x="0" y="0"/>
          <a:ext cx="0" cy="0"/>
          <a:chOff x="0" y="0"/>
          <a:chExt cx="0" cy="0"/>
        </a:xfrm>
      </p:grpSpPr>
      <p:pic>
        <p:nvPicPr>
          <p:cNvPr id="797" name="Google Shape;797;p110"/>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798" name="Google Shape;798;p110"/>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799" name="Google Shape;799;p110"/>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00" name="Google Shape;800;p11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01" name="Google Shape;801;p11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02" name="Google Shape;802;p11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803" name="Google Shape;803;p11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04" name="Google Shape;804;p11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5" name="Google Shape;805;p110"/>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806" name="Shape 806"/>
        <p:cNvGrpSpPr/>
        <p:nvPr/>
      </p:nvGrpSpPr>
      <p:grpSpPr>
        <a:xfrm>
          <a:off x="0" y="0"/>
          <a:ext cx="0" cy="0"/>
          <a:chOff x="0" y="0"/>
          <a:chExt cx="0" cy="0"/>
        </a:xfrm>
      </p:grpSpPr>
      <p:pic>
        <p:nvPicPr>
          <p:cNvPr id="807" name="Google Shape;807;p11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808" name="Google Shape;808;p111"/>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809" name="Google Shape;809;p11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10" name="Google Shape;810;p11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1" name="Google Shape;811;p11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12" name="Google Shape;812;p111"/>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813" name="Google Shape;813;p11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814" name="Google Shape;814;p111"/>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815" name="Shape 815"/>
        <p:cNvGrpSpPr/>
        <p:nvPr/>
      </p:nvGrpSpPr>
      <p:grpSpPr>
        <a:xfrm>
          <a:off x="0" y="0"/>
          <a:ext cx="0" cy="0"/>
          <a:chOff x="0" y="0"/>
          <a:chExt cx="0" cy="0"/>
        </a:xfrm>
      </p:grpSpPr>
      <p:pic>
        <p:nvPicPr>
          <p:cNvPr id="816" name="Google Shape;816;p112"/>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817" name="Google Shape;817;p11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818" name="Google Shape;818;p11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819" name="Google Shape;819;p11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20" name="Google Shape;820;p11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21" name="Google Shape;821;p11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22" name="Google Shape;822;p11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823" name="Google Shape;823;p11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24" name="Google Shape;824;p11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825" name="Shape 825"/>
        <p:cNvGrpSpPr/>
        <p:nvPr/>
      </p:nvGrpSpPr>
      <p:grpSpPr>
        <a:xfrm>
          <a:off x="0" y="0"/>
          <a:ext cx="0" cy="0"/>
          <a:chOff x="0" y="0"/>
          <a:chExt cx="0" cy="0"/>
        </a:xfrm>
      </p:grpSpPr>
      <p:pic>
        <p:nvPicPr>
          <p:cNvPr id="826" name="Google Shape;826;p11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827" name="Google Shape;827;p113"/>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828" name="Google Shape;828;p11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829" name="Google Shape;829;p11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30" name="Google Shape;830;p11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31" name="Google Shape;831;p11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32" name="Google Shape;832;p11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833" name="Google Shape;833;p11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34" name="Google Shape;834;p11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835" name="Shape 835"/>
        <p:cNvGrpSpPr/>
        <p:nvPr/>
      </p:nvGrpSpPr>
      <p:grpSpPr>
        <a:xfrm>
          <a:off x="0" y="0"/>
          <a:ext cx="0" cy="0"/>
          <a:chOff x="0" y="0"/>
          <a:chExt cx="0" cy="0"/>
        </a:xfrm>
      </p:grpSpPr>
      <p:pic>
        <p:nvPicPr>
          <p:cNvPr id="836" name="Google Shape;836;p114"/>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837" name="Google Shape;837;p11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838" name="Google Shape;838;p11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839" name="Google Shape;839;p114"/>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40" name="Google Shape;840;p11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41" name="Google Shape;841;p1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42" name="Google Shape;842;p11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843" name="Google Shape;843;p11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44" name="Google Shape;844;p114"/>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845" name="Shape 845"/>
        <p:cNvGrpSpPr/>
        <p:nvPr/>
      </p:nvGrpSpPr>
      <p:grpSpPr>
        <a:xfrm>
          <a:off x="0" y="0"/>
          <a:ext cx="0" cy="0"/>
          <a:chOff x="0" y="0"/>
          <a:chExt cx="0" cy="0"/>
        </a:xfrm>
      </p:grpSpPr>
      <p:pic>
        <p:nvPicPr>
          <p:cNvPr id="846" name="Google Shape;846;p115"/>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847" name="Google Shape;847;p11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848" name="Google Shape;848;p11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849" name="Google Shape;849;p115"/>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50" name="Google Shape;850;p11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51" name="Google Shape;851;p1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52" name="Google Shape;852;p115"/>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853" name="Google Shape;853;p11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54" name="Google Shape;854;p11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855" name="Shape 855"/>
        <p:cNvGrpSpPr/>
        <p:nvPr/>
      </p:nvGrpSpPr>
      <p:grpSpPr>
        <a:xfrm>
          <a:off x="0" y="0"/>
          <a:ext cx="0" cy="0"/>
          <a:chOff x="0" y="0"/>
          <a:chExt cx="0" cy="0"/>
        </a:xfrm>
      </p:grpSpPr>
      <p:pic>
        <p:nvPicPr>
          <p:cNvPr id="856" name="Google Shape;856;p116"/>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857" name="Google Shape;857;p116"/>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858" name="Google Shape;858;p116"/>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59" name="Google Shape;859;p11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60" name="Google Shape;860;p11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61" name="Google Shape;861;p116"/>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16"/>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863" name="Google Shape;863;p116"/>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64" name="Google Shape;864;p116"/>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865" name="Google Shape;865;p116"/>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866" name="Shape 866"/>
        <p:cNvGrpSpPr/>
        <p:nvPr/>
      </p:nvGrpSpPr>
      <p:grpSpPr>
        <a:xfrm>
          <a:off x="0" y="0"/>
          <a:ext cx="0" cy="0"/>
          <a:chOff x="0" y="0"/>
          <a:chExt cx="0" cy="0"/>
        </a:xfrm>
      </p:grpSpPr>
      <p:pic>
        <p:nvPicPr>
          <p:cNvPr id="867" name="Google Shape;867;p11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868" name="Google Shape;868;p11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869" name="Google Shape;869;p11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870" name="Google Shape;870;p117"/>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71" name="Google Shape;871;p11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72" name="Google Shape;872;p1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73" name="Google Shape;873;p11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874" name="Google Shape;874;p11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75" name="Google Shape;875;p11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876" name="Shape 876"/>
        <p:cNvGrpSpPr/>
        <p:nvPr/>
      </p:nvGrpSpPr>
      <p:grpSpPr>
        <a:xfrm>
          <a:off x="0" y="0"/>
          <a:ext cx="0" cy="0"/>
          <a:chOff x="0" y="0"/>
          <a:chExt cx="0" cy="0"/>
        </a:xfrm>
      </p:grpSpPr>
      <p:pic>
        <p:nvPicPr>
          <p:cNvPr id="877" name="Google Shape;877;p11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878" name="Google Shape;878;p11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879" name="Google Shape;879;p11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880" name="Google Shape;880;p11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81" name="Google Shape;881;p11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82" name="Google Shape;882;p1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83" name="Google Shape;883;p11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884" name="Google Shape;884;p11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85" name="Google Shape;885;p11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886" name="Shape 886"/>
        <p:cNvGrpSpPr/>
        <p:nvPr/>
      </p:nvGrpSpPr>
      <p:grpSpPr>
        <a:xfrm>
          <a:off x="0" y="0"/>
          <a:ext cx="0" cy="0"/>
          <a:chOff x="0" y="0"/>
          <a:chExt cx="0" cy="0"/>
        </a:xfrm>
      </p:grpSpPr>
      <p:pic>
        <p:nvPicPr>
          <p:cNvPr id="887" name="Google Shape;887;p11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888" name="Google Shape;888;p1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89" name="Google Shape;889;p119"/>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890" name="Google Shape;890;p119"/>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891" name="Google Shape;891;p119"/>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892" name="Google Shape;892;p119"/>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893" name="Shape 893"/>
        <p:cNvGrpSpPr/>
        <p:nvPr/>
      </p:nvGrpSpPr>
      <p:grpSpPr>
        <a:xfrm>
          <a:off x="0" y="0"/>
          <a:ext cx="0" cy="0"/>
          <a:chOff x="0" y="0"/>
          <a:chExt cx="0" cy="0"/>
        </a:xfrm>
      </p:grpSpPr>
      <p:pic>
        <p:nvPicPr>
          <p:cNvPr descr="Divider1.png" id="894" name="Google Shape;894;p12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895" name="Google Shape;895;p120"/>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6" name="Google Shape;896;p12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897" name="Shape 897"/>
        <p:cNvGrpSpPr/>
        <p:nvPr/>
      </p:nvGrpSpPr>
      <p:grpSpPr>
        <a:xfrm>
          <a:off x="0" y="0"/>
          <a:ext cx="0" cy="0"/>
          <a:chOff x="0" y="0"/>
          <a:chExt cx="0" cy="0"/>
        </a:xfrm>
      </p:grpSpPr>
      <p:pic>
        <p:nvPicPr>
          <p:cNvPr id="898" name="Google Shape;898;p121"/>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899" name="Google Shape;899;p121"/>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900" name="Google Shape;900;p121"/>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21"/>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902" name="Shape 902"/>
        <p:cNvGrpSpPr/>
        <p:nvPr/>
      </p:nvGrpSpPr>
      <p:grpSpPr>
        <a:xfrm>
          <a:off x="0" y="0"/>
          <a:ext cx="0" cy="0"/>
          <a:chOff x="0" y="0"/>
          <a:chExt cx="0" cy="0"/>
        </a:xfrm>
      </p:grpSpPr>
      <p:pic>
        <p:nvPicPr>
          <p:cNvPr id="903" name="Google Shape;903;p12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904" name="Shape 904"/>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905" name="Shape 905"/>
        <p:cNvGrpSpPr/>
        <p:nvPr/>
      </p:nvGrpSpPr>
      <p:grpSpPr>
        <a:xfrm>
          <a:off x="0" y="0"/>
          <a:ext cx="0" cy="0"/>
          <a:chOff x="0" y="0"/>
          <a:chExt cx="0" cy="0"/>
        </a:xfrm>
      </p:grpSpPr>
      <p:grpSp>
        <p:nvGrpSpPr>
          <p:cNvPr id="906" name="Google Shape;906;p124"/>
          <p:cNvGrpSpPr/>
          <p:nvPr/>
        </p:nvGrpSpPr>
        <p:grpSpPr>
          <a:xfrm>
            <a:off x="6262100" y="-3850"/>
            <a:ext cx="2886900" cy="485125"/>
            <a:chOff x="6262100" y="-3850"/>
            <a:chExt cx="2886900" cy="485125"/>
          </a:xfrm>
        </p:grpSpPr>
        <p:pic>
          <p:nvPicPr>
            <p:cNvPr descr="1.png" id="907" name="Google Shape;907;p124"/>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908" name="Google Shape;908;p124"/>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909" name="Google Shape;909;p124"/>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910" name="Google Shape;910;p124"/>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911" name="Google Shape;911;p12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12" name="Google Shape;912;p1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3" name="Google Shape;913;p124"/>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914" name="Google Shape;914;p124"/>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915" name="Google Shape;915;p124"/>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916" name="Google Shape;916;p124"/>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917" name="Google Shape;917;p124"/>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918" name="Google Shape;918;p124"/>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919" name="Google Shape;919;p124"/>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920" name="Shape 920"/>
        <p:cNvGrpSpPr/>
        <p:nvPr/>
      </p:nvGrpSpPr>
      <p:grpSpPr>
        <a:xfrm>
          <a:off x="0" y="0"/>
          <a:ext cx="0" cy="0"/>
          <a:chOff x="0" y="0"/>
          <a:chExt cx="0" cy="0"/>
        </a:xfrm>
      </p:grpSpPr>
      <p:pic>
        <p:nvPicPr>
          <p:cNvPr id="921" name="Google Shape;921;p12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22" name="Google Shape;922;p125"/>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923" name="Google Shape;923;p1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24" name="Google Shape;924;p1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5" name="Google Shape;925;p125"/>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926" name="Google Shape;926;p125"/>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930" name="Shape 930"/>
        <p:cNvGrpSpPr/>
        <p:nvPr/>
      </p:nvGrpSpPr>
      <p:grpSpPr>
        <a:xfrm>
          <a:off x="0" y="0"/>
          <a:ext cx="0" cy="0"/>
          <a:chOff x="0" y="0"/>
          <a:chExt cx="0" cy="0"/>
        </a:xfrm>
      </p:grpSpPr>
      <p:pic>
        <p:nvPicPr>
          <p:cNvPr id="931" name="Google Shape;931;p127"/>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932" name="Google Shape;932;p1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933" name="Shape 933"/>
        <p:cNvGrpSpPr/>
        <p:nvPr/>
      </p:nvGrpSpPr>
      <p:grpSpPr>
        <a:xfrm>
          <a:off x="0" y="0"/>
          <a:ext cx="0" cy="0"/>
          <a:chOff x="0" y="0"/>
          <a:chExt cx="0" cy="0"/>
        </a:xfrm>
      </p:grpSpPr>
      <p:pic>
        <p:nvPicPr>
          <p:cNvPr id="934" name="Google Shape;934;p128"/>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935" name="Google Shape;935;p128"/>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936" name="Google Shape;936;p1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37" name="Google Shape;937;p128"/>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938" name="Shape 938"/>
        <p:cNvGrpSpPr/>
        <p:nvPr/>
      </p:nvGrpSpPr>
      <p:grpSpPr>
        <a:xfrm>
          <a:off x="0" y="0"/>
          <a:ext cx="0" cy="0"/>
          <a:chOff x="0" y="0"/>
          <a:chExt cx="0" cy="0"/>
        </a:xfrm>
      </p:grpSpPr>
      <p:pic>
        <p:nvPicPr>
          <p:cNvPr descr="Divider4.png" id="939" name="Google Shape;939;p129"/>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940" name="Google Shape;940;p129"/>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941" name="Google Shape;941;p129"/>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942" name="Google Shape;942;p129"/>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943" name="Google Shape;943;p129"/>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944" name="Google Shape;944;p129"/>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945" name="Shape 945"/>
        <p:cNvGrpSpPr/>
        <p:nvPr/>
      </p:nvGrpSpPr>
      <p:grpSpPr>
        <a:xfrm>
          <a:off x="0" y="0"/>
          <a:ext cx="0" cy="0"/>
          <a:chOff x="0" y="0"/>
          <a:chExt cx="0" cy="0"/>
        </a:xfrm>
      </p:grpSpPr>
      <p:sp>
        <p:nvSpPr>
          <p:cNvPr id="946" name="Google Shape;946;p130"/>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947" name="Google Shape;947;p130"/>
          <p:cNvGrpSpPr/>
          <p:nvPr/>
        </p:nvGrpSpPr>
        <p:grpSpPr>
          <a:xfrm rot="5400000">
            <a:off x="5719749" y="1629787"/>
            <a:ext cx="4964577" cy="1883925"/>
            <a:chOff x="4152224" y="1218499"/>
            <a:chExt cx="4964577" cy="1883925"/>
          </a:xfrm>
        </p:grpSpPr>
        <p:pic>
          <p:nvPicPr>
            <p:cNvPr id="948" name="Google Shape;948;p130"/>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949" name="Google Shape;949;p130"/>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950" name="Google Shape;950;p13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51" name="Google Shape;951;p1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952" name="Google Shape;952;p130"/>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953" name="Shape 953"/>
        <p:cNvGrpSpPr/>
        <p:nvPr/>
      </p:nvGrpSpPr>
      <p:grpSpPr>
        <a:xfrm>
          <a:off x="0" y="0"/>
          <a:ext cx="0" cy="0"/>
          <a:chOff x="0" y="0"/>
          <a:chExt cx="0" cy="0"/>
        </a:xfrm>
      </p:grpSpPr>
      <p:pic>
        <p:nvPicPr>
          <p:cNvPr id="954" name="Google Shape;954;p131"/>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955" name="Google Shape;955;p131"/>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956" name="Google Shape;956;p13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957" name="Google Shape;957;p131"/>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58" name="Google Shape;958;p1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59" name="Google Shape;959;p1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960" name="Google Shape;960;p131"/>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961" name="Google Shape;961;p131"/>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962" name="Shape 962"/>
        <p:cNvGrpSpPr/>
        <p:nvPr/>
      </p:nvGrpSpPr>
      <p:grpSpPr>
        <a:xfrm>
          <a:off x="0" y="0"/>
          <a:ext cx="0" cy="0"/>
          <a:chOff x="0" y="0"/>
          <a:chExt cx="0" cy="0"/>
        </a:xfrm>
      </p:grpSpPr>
      <p:pic>
        <p:nvPicPr>
          <p:cNvPr id="963" name="Google Shape;963;p132"/>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964" name="Google Shape;964;p132"/>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965" name="Google Shape;965;p132"/>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966" name="Google Shape;966;p132"/>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967" name="Google Shape;967;p1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68" name="Google Shape;968;p1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69" name="Google Shape;969;p13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70" name="Shape 970"/>
        <p:cNvGrpSpPr/>
        <p:nvPr/>
      </p:nvGrpSpPr>
      <p:grpSpPr>
        <a:xfrm>
          <a:off x="0" y="0"/>
          <a:ext cx="0" cy="0"/>
          <a:chOff x="0" y="0"/>
          <a:chExt cx="0" cy="0"/>
        </a:xfrm>
      </p:grpSpPr>
      <p:pic>
        <p:nvPicPr>
          <p:cNvPr id="971" name="Google Shape;971;p13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72" name="Google Shape;972;p13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73" name="Google Shape;973;p133"/>
          <p:cNvGrpSpPr/>
          <p:nvPr/>
        </p:nvGrpSpPr>
        <p:grpSpPr>
          <a:xfrm>
            <a:off x="5709066" y="201260"/>
            <a:ext cx="2296623" cy="4424889"/>
            <a:chOff x="5598780" y="137712"/>
            <a:chExt cx="2577001" cy="4664652"/>
          </a:xfrm>
        </p:grpSpPr>
        <p:pic>
          <p:nvPicPr>
            <p:cNvPr id="974" name="Google Shape;974;p133"/>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5" name="Google Shape;975;p133"/>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6" name="Google Shape;976;p13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77" name="Google Shape;977;p13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78" name="Google Shape;978;p1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79" name="Google Shape;979;p133"/>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980" name="Shape 980"/>
        <p:cNvGrpSpPr/>
        <p:nvPr/>
      </p:nvGrpSpPr>
      <p:grpSpPr>
        <a:xfrm>
          <a:off x="0" y="0"/>
          <a:ext cx="0" cy="0"/>
          <a:chOff x="0" y="0"/>
          <a:chExt cx="0" cy="0"/>
        </a:xfrm>
      </p:grpSpPr>
      <p:pic>
        <p:nvPicPr>
          <p:cNvPr id="981" name="Google Shape;981;p134"/>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82" name="Google Shape;982;p134"/>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983" name="Google Shape;983;p134"/>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84" name="Google Shape;984;p13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985" name="Google Shape;985;p1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86" name="Google Shape;986;p134"/>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87" name="Google Shape;987;p134"/>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988" name="Shape 988"/>
        <p:cNvGrpSpPr/>
        <p:nvPr/>
      </p:nvGrpSpPr>
      <p:grpSpPr>
        <a:xfrm>
          <a:off x="0" y="0"/>
          <a:ext cx="0" cy="0"/>
          <a:chOff x="0" y="0"/>
          <a:chExt cx="0" cy="0"/>
        </a:xfrm>
      </p:grpSpPr>
      <p:pic>
        <p:nvPicPr>
          <p:cNvPr id="989" name="Google Shape;989;p135"/>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990" name="Google Shape;990;p135"/>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991" name="Google Shape;991;p135"/>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2" name="Google Shape;992;p13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993" name="Google Shape;993;p13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994" name="Google Shape;994;p135"/>
          <p:cNvGrpSpPr/>
          <p:nvPr/>
        </p:nvGrpSpPr>
        <p:grpSpPr>
          <a:xfrm>
            <a:off x="4344100" y="398125"/>
            <a:ext cx="4546500" cy="4222800"/>
            <a:chOff x="4344100" y="398125"/>
            <a:chExt cx="4546500" cy="4222800"/>
          </a:xfrm>
        </p:grpSpPr>
        <p:sp>
          <p:nvSpPr>
            <p:cNvPr id="995" name="Google Shape;995;p135"/>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6" name="Google Shape;996;p135"/>
            <p:cNvGrpSpPr/>
            <p:nvPr/>
          </p:nvGrpSpPr>
          <p:grpSpPr>
            <a:xfrm>
              <a:off x="4445450" y="524200"/>
              <a:ext cx="399495" cy="101100"/>
              <a:chOff x="4445450" y="524200"/>
              <a:chExt cx="399495" cy="101100"/>
            </a:xfrm>
          </p:grpSpPr>
          <p:sp>
            <p:nvSpPr>
              <p:cNvPr id="997" name="Google Shape;997;p135"/>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35"/>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35"/>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0" name="Google Shape;1000;p135"/>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001" name="Shape 1001"/>
        <p:cNvGrpSpPr/>
        <p:nvPr/>
      </p:nvGrpSpPr>
      <p:grpSpPr>
        <a:xfrm>
          <a:off x="0" y="0"/>
          <a:ext cx="0" cy="0"/>
          <a:chOff x="0" y="0"/>
          <a:chExt cx="0" cy="0"/>
        </a:xfrm>
      </p:grpSpPr>
      <p:pic>
        <p:nvPicPr>
          <p:cNvPr id="1002" name="Google Shape;1002;p13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03" name="Google Shape;1003;p13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04" name="Google Shape;1004;p13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05" name="Google Shape;1005;p13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06" name="Google Shape;1006;p13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007" name="Shape 1007"/>
        <p:cNvGrpSpPr/>
        <p:nvPr/>
      </p:nvGrpSpPr>
      <p:grpSpPr>
        <a:xfrm>
          <a:off x="0" y="0"/>
          <a:ext cx="0" cy="0"/>
          <a:chOff x="0" y="0"/>
          <a:chExt cx="0" cy="0"/>
        </a:xfrm>
      </p:grpSpPr>
      <p:pic>
        <p:nvPicPr>
          <p:cNvPr id="1008" name="Google Shape;1008;p137"/>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009" name="Google Shape;1009;p137"/>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37"/>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011" name="Google Shape;1011;p13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12" name="Google Shape;1012;p13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3" name="Google Shape;1013;p13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14" name="Google Shape;1014;p13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015" name="Google Shape;1015;p137"/>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016" name="Shape 1016"/>
        <p:cNvGrpSpPr/>
        <p:nvPr/>
      </p:nvGrpSpPr>
      <p:grpSpPr>
        <a:xfrm>
          <a:off x="0" y="0"/>
          <a:ext cx="0" cy="0"/>
          <a:chOff x="0" y="0"/>
          <a:chExt cx="0" cy="0"/>
        </a:xfrm>
      </p:grpSpPr>
      <p:pic>
        <p:nvPicPr>
          <p:cNvPr id="1017" name="Google Shape;1017;p138"/>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018" name="Google Shape;1018;p138"/>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019" name="Google Shape;1019;p138"/>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20" name="Google Shape;1020;p13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21" name="Google Shape;1021;p13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22" name="Google Shape;1022;p13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023" name="Google Shape;1023;p13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024" name="Google Shape;1024;p13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25" name="Google Shape;1025;p138"/>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026" name="Shape 1026"/>
        <p:cNvGrpSpPr/>
        <p:nvPr/>
      </p:nvGrpSpPr>
      <p:grpSpPr>
        <a:xfrm>
          <a:off x="0" y="0"/>
          <a:ext cx="0" cy="0"/>
          <a:chOff x="0" y="0"/>
          <a:chExt cx="0" cy="0"/>
        </a:xfrm>
      </p:grpSpPr>
      <p:pic>
        <p:nvPicPr>
          <p:cNvPr id="1027" name="Google Shape;1027;p13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028" name="Google Shape;1028;p139"/>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029" name="Google Shape;1029;p13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30" name="Google Shape;1030;p1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31" name="Google Shape;1031;p1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32" name="Google Shape;1032;p139"/>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033" name="Google Shape;1033;p13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034" name="Google Shape;1034;p139"/>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035" name="Shape 1035"/>
        <p:cNvGrpSpPr/>
        <p:nvPr/>
      </p:nvGrpSpPr>
      <p:grpSpPr>
        <a:xfrm>
          <a:off x="0" y="0"/>
          <a:ext cx="0" cy="0"/>
          <a:chOff x="0" y="0"/>
          <a:chExt cx="0" cy="0"/>
        </a:xfrm>
      </p:grpSpPr>
      <p:pic>
        <p:nvPicPr>
          <p:cNvPr id="1036" name="Google Shape;1036;p140"/>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037" name="Google Shape;1037;p14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038" name="Google Shape;1038;p140"/>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039" name="Google Shape;1039;p140"/>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40" name="Google Shape;1040;p14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041" name="Google Shape;1041;p1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42" name="Google Shape;1042;p14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043" name="Google Shape;1043;p14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044" name="Google Shape;1044;p14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045" name="Shape 1045"/>
        <p:cNvGrpSpPr/>
        <p:nvPr/>
      </p:nvGrpSpPr>
      <p:grpSpPr>
        <a:xfrm>
          <a:off x="0" y="0"/>
          <a:ext cx="0" cy="0"/>
          <a:chOff x="0" y="0"/>
          <a:chExt cx="0" cy="0"/>
        </a:xfrm>
      </p:grpSpPr>
      <p:pic>
        <p:nvPicPr>
          <p:cNvPr id="1046" name="Google Shape;1046;p141"/>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047" name="Google Shape;1047;p141"/>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048" name="Google Shape;1048;p141"/>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049" name="Google Shape;1049;p141"/>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50" name="Google Shape;1050;p14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051" name="Google Shape;1051;p1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52" name="Google Shape;1052;p14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053" name="Google Shape;1053;p14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054" name="Google Shape;1054;p14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055" name="Shape 1055"/>
        <p:cNvGrpSpPr/>
        <p:nvPr/>
      </p:nvGrpSpPr>
      <p:grpSpPr>
        <a:xfrm>
          <a:off x="0" y="0"/>
          <a:ext cx="0" cy="0"/>
          <a:chOff x="0" y="0"/>
          <a:chExt cx="0" cy="0"/>
        </a:xfrm>
      </p:grpSpPr>
      <p:pic>
        <p:nvPicPr>
          <p:cNvPr id="1056" name="Google Shape;1056;p142"/>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057" name="Google Shape;1057;p14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058" name="Google Shape;1058;p14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059" name="Google Shape;1059;p142"/>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60" name="Google Shape;1060;p14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061" name="Google Shape;1061;p1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62" name="Google Shape;1062;p14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063" name="Google Shape;1063;p14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064" name="Google Shape;1064;p142"/>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065" name="Shape 1065"/>
        <p:cNvGrpSpPr/>
        <p:nvPr/>
      </p:nvGrpSpPr>
      <p:grpSpPr>
        <a:xfrm>
          <a:off x="0" y="0"/>
          <a:ext cx="0" cy="0"/>
          <a:chOff x="0" y="0"/>
          <a:chExt cx="0" cy="0"/>
        </a:xfrm>
      </p:grpSpPr>
      <p:pic>
        <p:nvPicPr>
          <p:cNvPr id="1066" name="Google Shape;1066;p143"/>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067" name="Google Shape;1067;p14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068" name="Google Shape;1068;p14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069" name="Google Shape;1069;p143"/>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70" name="Google Shape;1070;p14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071" name="Google Shape;1071;p1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72" name="Google Shape;1072;p14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073" name="Google Shape;1073;p14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074" name="Google Shape;1074;p14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075" name="Shape 1075"/>
        <p:cNvGrpSpPr/>
        <p:nvPr/>
      </p:nvGrpSpPr>
      <p:grpSpPr>
        <a:xfrm>
          <a:off x="0" y="0"/>
          <a:ext cx="0" cy="0"/>
          <a:chOff x="0" y="0"/>
          <a:chExt cx="0" cy="0"/>
        </a:xfrm>
      </p:grpSpPr>
      <p:pic>
        <p:nvPicPr>
          <p:cNvPr id="1076" name="Google Shape;1076;p144"/>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1077" name="Google Shape;1077;p144"/>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1078" name="Google Shape;1078;p144"/>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79" name="Google Shape;1079;p1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80" name="Google Shape;1080;p1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1" name="Google Shape;1081;p144"/>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44"/>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1083" name="Google Shape;1083;p144"/>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84" name="Google Shape;1084;p144"/>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1085" name="Google Shape;1085;p144"/>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1086" name="Shape 1086"/>
        <p:cNvGrpSpPr/>
        <p:nvPr/>
      </p:nvGrpSpPr>
      <p:grpSpPr>
        <a:xfrm>
          <a:off x="0" y="0"/>
          <a:ext cx="0" cy="0"/>
          <a:chOff x="0" y="0"/>
          <a:chExt cx="0" cy="0"/>
        </a:xfrm>
      </p:grpSpPr>
      <p:pic>
        <p:nvPicPr>
          <p:cNvPr id="1087" name="Google Shape;1087;p14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088" name="Google Shape;1088;p145"/>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089" name="Google Shape;1089;p14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090" name="Google Shape;1090;p145"/>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91" name="Google Shape;1091;p14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092" name="Google Shape;1092;p1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93" name="Google Shape;1093;p145"/>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1094" name="Google Shape;1094;p14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095" name="Google Shape;1095;p14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1096" name="Shape 1096"/>
        <p:cNvGrpSpPr/>
        <p:nvPr/>
      </p:nvGrpSpPr>
      <p:grpSpPr>
        <a:xfrm>
          <a:off x="0" y="0"/>
          <a:ext cx="0" cy="0"/>
          <a:chOff x="0" y="0"/>
          <a:chExt cx="0" cy="0"/>
        </a:xfrm>
      </p:grpSpPr>
      <p:pic>
        <p:nvPicPr>
          <p:cNvPr id="1097" name="Google Shape;1097;p146"/>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098" name="Google Shape;1098;p14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099" name="Google Shape;1099;p14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00" name="Google Shape;1100;p146"/>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01" name="Google Shape;1101;p14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02" name="Google Shape;1102;p1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03" name="Google Shape;1103;p14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1104" name="Google Shape;1104;p14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05" name="Google Shape;1105;p14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1106" name="Shape 1106"/>
        <p:cNvGrpSpPr/>
        <p:nvPr/>
      </p:nvGrpSpPr>
      <p:grpSpPr>
        <a:xfrm>
          <a:off x="0" y="0"/>
          <a:ext cx="0" cy="0"/>
          <a:chOff x="0" y="0"/>
          <a:chExt cx="0" cy="0"/>
        </a:xfrm>
      </p:grpSpPr>
      <p:pic>
        <p:nvPicPr>
          <p:cNvPr id="1107" name="Google Shape;1107;p147"/>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108" name="Google Shape;1108;p1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09" name="Google Shape;1109;p147"/>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1110" name="Google Shape;1110;p147"/>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1111" name="Google Shape;1111;p147"/>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1112" name="Google Shape;1112;p147"/>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1113" name="Shape 1113"/>
        <p:cNvGrpSpPr/>
        <p:nvPr/>
      </p:nvGrpSpPr>
      <p:grpSpPr>
        <a:xfrm>
          <a:off x="0" y="0"/>
          <a:ext cx="0" cy="0"/>
          <a:chOff x="0" y="0"/>
          <a:chExt cx="0" cy="0"/>
        </a:xfrm>
      </p:grpSpPr>
      <p:pic>
        <p:nvPicPr>
          <p:cNvPr descr="Divider1.png" id="1114" name="Google Shape;1114;p148"/>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15" name="Google Shape;1115;p148"/>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16" name="Google Shape;1116;p148"/>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1117" name="Shape 1117"/>
        <p:cNvGrpSpPr/>
        <p:nvPr/>
      </p:nvGrpSpPr>
      <p:grpSpPr>
        <a:xfrm>
          <a:off x="0" y="0"/>
          <a:ext cx="0" cy="0"/>
          <a:chOff x="0" y="0"/>
          <a:chExt cx="0" cy="0"/>
        </a:xfrm>
      </p:grpSpPr>
      <p:pic>
        <p:nvPicPr>
          <p:cNvPr id="1118" name="Google Shape;1118;p149"/>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1119" name="Google Shape;1119;p149"/>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1120" name="Google Shape;1120;p149"/>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49"/>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1122" name="Shape 1122"/>
        <p:cNvGrpSpPr/>
        <p:nvPr/>
      </p:nvGrpSpPr>
      <p:grpSpPr>
        <a:xfrm>
          <a:off x="0" y="0"/>
          <a:ext cx="0" cy="0"/>
          <a:chOff x="0" y="0"/>
          <a:chExt cx="0" cy="0"/>
        </a:xfrm>
      </p:grpSpPr>
      <p:pic>
        <p:nvPicPr>
          <p:cNvPr id="1123" name="Google Shape;1123;p150"/>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24" name="Shape 1124"/>
        <p:cNvGrpSpPr/>
        <p:nvPr/>
      </p:nvGrpSpPr>
      <p:grpSpPr>
        <a:xfrm>
          <a:off x="0" y="0"/>
          <a:ext cx="0" cy="0"/>
          <a:chOff x="0" y="0"/>
          <a:chExt cx="0" cy="0"/>
        </a:xfrm>
      </p:grpSpPr>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1125" name="Shape 1125"/>
        <p:cNvGrpSpPr/>
        <p:nvPr/>
      </p:nvGrpSpPr>
      <p:grpSpPr>
        <a:xfrm>
          <a:off x="0" y="0"/>
          <a:ext cx="0" cy="0"/>
          <a:chOff x="0" y="0"/>
          <a:chExt cx="0" cy="0"/>
        </a:xfrm>
      </p:grpSpPr>
      <p:grpSp>
        <p:nvGrpSpPr>
          <p:cNvPr id="1126" name="Google Shape;1126;p152"/>
          <p:cNvGrpSpPr/>
          <p:nvPr/>
        </p:nvGrpSpPr>
        <p:grpSpPr>
          <a:xfrm>
            <a:off x="6262100" y="-3850"/>
            <a:ext cx="2886900" cy="485125"/>
            <a:chOff x="6262100" y="-3850"/>
            <a:chExt cx="2886900" cy="485125"/>
          </a:xfrm>
        </p:grpSpPr>
        <p:pic>
          <p:nvPicPr>
            <p:cNvPr descr="1.png" id="1127" name="Google Shape;1127;p152"/>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1128" name="Google Shape;1128;p152"/>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1129" name="Google Shape;1129;p152"/>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1130" name="Google Shape;1130;p152"/>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1131" name="Google Shape;1131;p15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32" name="Google Shape;1132;p1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33" name="Google Shape;1133;p152"/>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1134" name="Google Shape;1134;p152"/>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1135" name="Google Shape;1135;p152"/>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136" name="Google Shape;1136;p152"/>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137" name="Google Shape;1137;p152"/>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138" name="Google Shape;1138;p152"/>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139" name="Google Shape;1139;p152"/>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1140" name="Shape 1140"/>
        <p:cNvGrpSpPr/>
        <p:nvPr/>
      </p:nvGrpSpPr>
      <p:grpSpPr>
        <a:xfrm>
          <a:off x="0" y="0"/>
          <a:ext cx="0" cy="0"/>
          <a:chOff x="0" y="0"/>
          <a:chExt cx="0" cy="0"/>
        </a:xfrm>
      </p:grpSpPr>
      <p:pic>
        <p:nvPicPr>
          <p:cNvPr id="1141" name="Google Shape;1141;p15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142" name="Google Shape;1142;p153"/>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143" name="Google Shape;1143;p1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44" name="Google Shape;1144;p1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45" name="Google Shape;1145;p153"/>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146" name="Google Shape;1146;p153"/>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7" Type="http://schemas.openxmlformats.org/officeDocument/2006/relationships/theme" Target="../theme/theme3.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7.xml"/><Relationship Id="rId22" Type="http://schemas.openxmlformats.org/officeDocument/2006/relationships/slideLayout" Target="../slideLayouts/slideLayout59.xml"/><Relationship Id="rId21" Type="http://schemas.openxmlformats.org/officeDocument/2006/relationships/slideLayout" Target="../slideLayouts/slideLayout58.xml"/><Relationship Id="rId24" Type="http://schemas.openxmlformats.org/officeDocument/2006/relationships/slideLayout" Target="../slideLayouts/slideLayout61.xml"/><Relationship Id="rId23" Type="http://schemas.openxmlformats.org/officeDocument/2006/relationships/slideLayout" Target="../slideLayouts/slideLayout60.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26" Type="http://schemas.openxmlformats.org/officeDocument/2006/relationships/slideLayout" Target="../slideLayouts/slideLayout63.xml"/><Relationship Id="rId25" Type="http://schemas.openxmlformats.org/officeDocument/2006/relationships/slideLayout" Target="../slideLayouts/slideLayout62.xml"/><Relationship Id="rId28" Type="http://schemas.openxmlformats.org/officeDocument/2006/relationships/theme" Target="../theme/theme6.xml"/><Relationship Id="rId27" Type="http://schemas.openxmlformats.org/officeDocument/2006/relationships/slideLayout" Target="../slideLayouts/slideLayout64.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5" Type="http://schemas.openxmlformats.org/officeDocument/2006/relationships/slideLayout" Target="../slideLayouts/slideLayout52.xml"/><Relationship Id="rId14" Type="http://schemas.openxmlformats.org/officeDocument/2006/relationships/slideLayout" Target="../slideLayouts/slideLayout51.xml"/><Relationship Id="rId17" Type="http://schemas.openxmlformats.org/officeDocument/2006/relationships/slideLayout" Target="../slideLayouts/slideLayout54.xml"/><Relationship Id="rId16" Type="http://schemas.openxmlformats.org/officeDocument/2006/relationships/slideLayout" Target="../slideLayouts/slideLayout53.xml"/><Relationship Id="rId19" Type="http://schemas.openxmlformats.org/officeDocument/2006/relationships/slideLayout" Target="../slideLayouts/slideLayout56.xml"/><Relationship Id="rId18"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4.xml"/><Relationship Id="rId22" Type="http://schemas.openxmlformats.org/officeDocument/2006/relationships/slideLayout" Target="../slideLayouts/slideLayout86.xml"/><Relationship Id="rId21" Type="http://schemas.openxmlformats.org/officeDocument/2006/relationships/slideLayout" Target="../slideLayouts/slideLayout85.xml"/><Relationship Id="rId24" Type="http://schemas.openxmlformats.org/officeDocument/2006/relationships/slideLayout" Target="../slideLayouts/slideLayout88.xml"/><Relationship Id="rId23" Type="http://schemas.openxmlformats.org/officeDocument/2006/relationships/slideLayout" Target="../slideLayouts/slideLayout87.xml"/><Relationship Id="rId1" Type="http://schemas.openxmlformats.org/officeDocument/2006/relationships/slideLayout" Target="../slideLayouts/slideLayout65.xml"/><Relationship Id="rId2" Type="http://schemas.openxmlformats.org/officeDocument/2006/relationships/slideLayout" Target="../slideLayouts/slideLayout66.xml"/><Relationship Id="rId3" Type="http://schemas.openxmlformats.org/officeDocument/2006/relationships/slideLayout" Target="../slideLayouts/slideLayout67.xml"/><Relationship Id="rId4" Type="http://schemas.openxmlformats.org/officeDocument/2006/relationships/slideLayout" Target="../slideLayouts/slideLayout68.xml"/><Relationship Id="rId9" Type="http://schemas.openxmlformats.org/officeDocument/2006/relationships/slideLayout" Target="../slideLayouts/slideLayout73.xml"/><Relationship Id="rId26" Type="http://schemas.openxmlformats.org/officeDocument/2006/relationships/slideLayout" Target="../slideLayouts/slideLayout90.xml"/><Relationship Id="rId25" Type="http://schemas.openxmlformats.org/officeDocument/2006/relationships/slideLayout" Target="../slideLayouts/slideLayout89.xml"/><Relationship Id="rId28" Type="http://schemas.openxmlformats.org/officeDocument/2006/relationships/theme" Target="../theme/theme7.xml"/><Relationship Id="rId27" Type="http://schemas.openxmlformats.org/officeDocument/2006/relationships/slideLayout" Target="../slideLayouts/slideLayout91.xml"/><Relationship Id="rId5" Type="http://schemas.openxmlformats.org/officeDocument/2006/relationships/slideLayout" Target="../slideLayouts/slideLayout69.xml"/><Relationship Id="rId6" Type="http://schemas.openxmlformats.org/officeDocument/2006/relationships/slideLayout" Target="../slideLayouts/slideLayout70.xml"/><Relationship Id="rId7" Type="http://schemas.openxmlformats.org/officeDocument/2006/relationships/slideLayout" Target="../slideLayouts/slideLayout71.xml"/><Relationship Id="rId8" Type="http://schemas.openxmlformats.org/officeDocument/2006/relationships/slideLayout" Target="../slideLayouts/slideLayout72.xml"/><Relationship Id="rId11" Type="http://schemas.openxmlformats.org/officeDocument/2006/relationships/slideLayout" Target="../slideLayouts/slideLayout75.xml"/><Relationship Id="rId10" Type="http://schemas.openxmlformats.org/officeDocument/2006/relationships/slideLayout" Target="../slideLayouts/slideLayout74.xml"/><Relationship Id="rId13" Type="http://schemas.openxmlformats.org/officeDocument/2006/relationships/slideLayout" Target="../slideLayouts/slideLayout77.xml"/><Relationship Id="rId12" Type="http://schemas.openxmlformats.org/officeDocument/2006/relationships/slideLayout" Target="../slideLayouts/slideLayout76.xml"/><Relationship Id="rId15" Type="http://schemas.openxmlformats.org/officeDocument/2006/relationships/slideLayout" Target="../slideLayouts/slideLayout79.xml"/><Relationship Id="rId14" Type="http://schemas.openxmlformats.org/officeDocument/2006/relationships/slideLayout" Target="../slideLayouts/slideLayout78.xml"/><Relationship Id="rId17" Type="http://schemas.openxmlformats.org/officeDocument/2006/relationships/slideLayout" Target="../slideLayouts/slideLayout81.xml"/><Relationship Id="rId16" Type="http://schemas.openxmlformats.org/officeDocument/2006/relationships/slideLayout" Target="../slideLayouts/slideLayout80.xml"/><Relationship Id="rId19" Type="http://schemas.openxmlformats.org/officeDocument/2006/relationships/slideLayout" Target="../slideLayouts/slideLayout83.xml"/><Relationship Id="rId18" Type="http://schemas.openxmlformats.org/officeDocument/2006/relationships/slideLayout" Target="../slideLayouts/slideLayout8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12.xml"/><Relationship Id="rId22" Type="http://schemas.openxmlformats.org/officeDocument/2006/relationships/slideLayout" Target="../slideLayouts/slideLayout114.xml"/><Relationship Id="rId21" Type="http://schemas.openxmlformats.org/officeDocument/2006/relationships/slideLayout" Target="../slideLayouts/slideLayout113.xml"/><Relationship Id="rId24" Type="http://schemas.openxmlformats.org/officeDocument/2006/relationships/slideLayout" Target="../slideLayouts/slideLayout116.xml"/><Relationship Id="rId23" Type="http://schemas.openxmlformats.org/officeDocument/2006/relationships/slideLayout" Target="../slideLayouts/slideLayout115.xml"/><Relationship Id="rId1" Type="http://schemas.openxmlformats.org/officeDocument/2006/relationships/slideLayout" Target="../slideLayouts/slideLayout93.xml"/><Relationship Id="rId2" Type="http://schemas.openxmlformats.org/officeDocument/2006/relationships/slideLayout" Target="../slideLayouts/slideLayout94.xml"/><Relationship Id="rId3" Type="http://schemas.openxmlformats.org/officeDocument/2006/relationships/slideLayout" Target="../slideLayouts/slideLayout95.xml"/><Relationship Id="rId4" Type="http://schemas.openxmlformats.org/officeDocument/2006/relationships/slideLayout" Target="../slideLayouts/slideLayout96.xml"/><Relationship Id="rId9" Type="http://schemas.openxmlformats.org/officeDocument/2006/relationships/slideLayout" Target="../slideLayouts/slideLayout101.xml"/><Relationship Id="rId26" Type="http://schemas.openxmlformats.org/officeDocument/2006/relationships/slideLayout" Target="../slideLayouts/slideLayout118.xml"/><Relationship Id="rId25" Type="http://schemas.openxmlformats.org/officeDocument/2006/relationships/slideLayout" Target="../slideLayouts/slideLayout117.xml"/><Relationship Id="rId28" Type="http://schemas.openxmlformats.org/officeDocument/2006/relationships/theme" Target="../theme/theme8.xml"/><Relationship Id="rId27" Type="http://schemas.openxmlformats.org/officeDocument/2006/relationships/slideLayout" Target="../slideLayouts/slideLayout119.xml"/><Relationship Id="rId5" Type="http://schemas.openxmlformats.org/officeDocument/2006/relationships/slideLayout" Target="../slideLayouts/slideLayout97.xml"/><Relationship Id="rId6" Type="http://schemas.openxmlformats.org/officeDocument/2006/relationships/slideLayout" Target="../slideLayouts/slideLayout98.xml"/><Relationship Id="rId7" Type="http://schemas.openxmlformats.org/officeDocument/2006/relationships/slideLayout" Target="../slideLayouts/slideLayout99.xml"/><Relationship Id="rId8" Type="http://schemas.openxmlformats.org/officeDocument/2006/relationships/slideLayout" Target="../slideLayouts/slideLayout100.xml"/><Relationship Id="rId11" Type="http://schemas.openxmlformats.org/officeDocument/2006/relationships/slideLayout" Target="../slideLayouts/slideLayout103.xml"/><Relationship Id="rId10" Type="http://schemas.openxmlformats.org/officeDocument/2006/relationships/slideLayout" Target="../slideLayouts/slideLayout102.xml"/><Relationship Id="rId13" Type="http://schemas.openxmlformats.org/officeDocument/2006/relationships/slideLayout" Target="../slideLayouts/slideLayout105.xml"/><Relationship Id="rId12" Type="http://schemas.openxmlformats.org/officeDocument/2006/relationships/slideLayout" Target="../slideLayouts/slideLayout104.xml"/><Relationship Id="rId15" Type="http://schemas.openxmlformats.org/officeDocument/2006/relationships/slideLayout" Target="../slideLayouts/slideLayout107.xml"/><Relationship Id="rId14" Type="http://schemas.openxmlformats.org/officeDocument/2006/relationships/slideLayout" Target="../slideLayouts/slideLayout106.xml"/><Relationship Id="rId17" Type="http://schemas.openxmlformats.org/officeDocument/2006/relationships/slideLayout" Target="../slideLayouts/slideLayout109.xml"/><Relationship Id="rId16" Type="http://schemas.openxmlformats.org/officeDocument/2006/relationships/slideLayout" Target="../slideLayouts/slideLayout108.xml"/><Relationship Id="rId19" Type="http://schemas.openxmlformats.org/officeDocument/2006/relationships/slideLayout" Target="../slideLayouts/slideLayout111.xml"/><Relationship Id="rId18" Type="http://schemas.openxmlformats.org/officeDocument/2006/relationships/slideLayout" Target="../slideLayouts/slideLayout110.xml"/></Relationships>
</file>

<file path=ppt/slideMasters/_rels/slideMaster7.xml.rels><?xml version="1.0" encoding="UTF-8" standalone="yes"?><Relationships xmlns="http://schemas.openxmlformats.org/package/2006/relationships"><Relationship Id="rId20" Type="http://schemas.openxmlformats.org/officeDocument/2006/relationships/slideLayout" Target="../slideLayouts/slideLayout139.xml"/><Relationship Id="rId22" Type="http://schemas.openxmlformats.org/officeDocument/2006/relationships/slideLayout" Target="../slideLayouts/slideLayout141.xml"/><Relationship Id="rId21" Type="http://schemas.openxmlformats.org/officeDocument/2006/relationships/slideLayout" Target="../slideLayouts/slideLayout140.xml"/><Relationship Id="rId24" Type="http://schemas.openxmlformats.org/officeDocument/2006/relationships/slideLayout" Target="../slideLayouts/slideLayout143.xml"/><Relationship Id="rId23" Type="http://schemas.openxmlformats.org/officeDocument/2006/relationships/slideLayout" Target="../slideLayouts/slideLayout142.xml"/><Relationship Id="rId1" Type="http://schemas.openxmlformats.org/officeDocument/2006/relationships/slideLayout" Target="../slideLayouts/slideLayout120.xml"/><Relationship Id="rId2" Type="http://schemas.openxmlformats.org/officeDocument/2006/relationships/slideLayout" Target="../slideLayouts/slideLayout121.xml"/><Relationship Id="rId3" Type="http://schemas.openxmlformats.org/officeDocument/2006/relationships/slideLayout" Target="../slideLayouts/slideLayout122.xml"/><Relationship Id="rId4" Type="http://schemas.openxmlformats.org/officeDocument/2006/relationships/slideLayout" Target="../slideLayouts/slideLayout123.xml"/><Relationship Id="rId9" Type="http://schemas.openxmlformats.org/officeDocument/2006/relationships/slideLayout" Target="../slideLayouts/slideLayout128.xml"/><Relationship Id="rId26" Type="http://schemas.openxmlformats.org/officeDocument/2006/relationships/slideLayout" Target="../slideLayouts/slideLayout145.xml"/><Relationship Id="rId25" Type="http://schemas.openxmlformats.org/officeDocument/2006/relationships/slideLayout" Target="../slideLayouts/slideLayout144.xml"/><Relationship Id="rId28" Type="http://schemas.openxmlformats.org/officeDocument/2006/relationships/theme" Target="../theme/theme4.xml"/><Relationship Id="rId27" Type="http://schemas.openxmlformats.org/officeDocument/2006/relationships/slideLayout" Target="../slideLayouts/slideLayout146.xml"/><Relationship Id="rId5" Type="http://schemas.openxmlformats.org/officeDocument/2006/relationships/slideLayout" Target="../slideLayouts/slideLayout124.xml"/><Relationship Id="rId6" Type="http://schemas.openxmlformats.org/officeDocument/2006/relationships/slideLayout" Target="../slideLayouts/slideLayout125.xml"/><Relationship Id="rId7" Type="http://schemas.openxmlformats.org/officeDocument/2006/relationships/slideLayout" Target="../slideLayouts/slideLayout126.xml"/><Relationship Id="rId8" Type="http://schemas.openxmlformats.org/officeDocument/2006/relationships/slideLayout" Target="../slideLayouts/slideLayout127.xml"/><Relationship Id="rId11" Type="http://schemas.openxmlformats.org/officeDocument/2006/relationships/slideLayout" Target="../slideLayouts/slideLayout130.xml"/><Relationship Id="rId10" Type="http://schemas.openxmlformats.org/officeDocument/2006/relationships/slideLayout" Target="../slideLayouts/slideLayout129.xml"/><Relationship Id="rId13" Type="http://schemas.openxmlformats.org/officeDocument/2006/relationships/slideLayout" Target="../slideLayouts/slideLayout132.xml"/><Relationship Id="rId12" Type="http://schemas.openxmlformats.org/officeDocument/2006/relationships/slideLayout" Target="../slideLayouts/slideLayout131.xml"/><Relationship Id="rId15" Type="http://schemas.openxmlformats.org/officeDocument/2006/relationships/slideLayout" Target="../slideLayouts/slideLayout134.xml"/><Relationship Id="rId14" Type="http://schemas.openxmlformats.org/officeDocument/2006/relationships/slideLayout" Target="../slideLayouts/slideLayout133.xml"/><Relationship Id="rId17" Type="http://schemas.openxmlformats.org/officeDocument/2006/relationships/slideLayout" Target="../slideLayouts/slideLayout136.xml"/><Relationship Id="rId16" Type="http://schemas.openxmlformats.org/officeDocument/2006/relationships/slideLayout" Target="../slideLayouts/slideLayout135.xml"/><Relationship Id="rId19" Type="http://schemas.openxmlformats.org/officeDocument/2006/relationships/slideLayout" Target="../slideLayouts/slideLayout138.xml"/><Relationship Id="rId18" Type="http://schemas.openxmlformats.org/officeDocument/2006/relationships/slideLayout" Target="../slideLayouts/slideLayout13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4" name="Shape 264"/>
        <p:cNvGrpSpPr/>
        <p:nvPr/>
      </p:nvGrpSpPr>
      <p:grpSpPr>
        <a:xfrm>
          <a:off x="0" y="0"/>
          <a:ext cx="0" cy="0"/>
          <a:chOff x="0" y="0"/>
          <a:chExt cx="0" cy="0"/>
        </a:xfrm>
      </p:grpSpPr>
      <p:sp>
        <p:nvSpPr>
          <p:cNvPr id="265" name="Google Shape;265;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66" name="Google Shape;266;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84" name="Shape 484"/>
        <p:cNvGrpSpPr/>
        <p:nvPr/>
      </p:nvGrpSpPr>
      <p:grpSpPr>
        <a:xfrm>
          <a:off x="0" y="0"/>
          <a:ext cx="0" cy="0"/>
          <a:chOff x="0" y="0"/>
          <a:chExt cx="0" cy="0"/>
        </a:xfrm>
      </p:grpSpPr>
      <p:sp>
        <p:nvSpPr>
          <p:cNvPr id="485" name="Google Shape;485;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86" name="Google Shape;486;p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3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07" name="Shape 707"/>
        <p:cNvGrpSpPr/>
        <p:nvPr/>
      </p:nvGrpSpPr>
      <p:grpSpPr>
        <a:xfrm>
          <a:off x="0" y="0"/>
          <a:ext cx="0" cy="0"/>
          <a:chOff x="0" y="0"/>
          <a:chExt cx="0" cy="0"/>
        </a:xfrm>
      </p:grpSpPr>
      <p:sp>
        <p:nvSpPr>
          <p:cNvPr id="708" name="Google Shape;708;p9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09" name="Google Shape;709;p9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27" name="Shape 927"/>
        <p:cNvGrpSpPr/>
        <p:nvPr/>
      </p:nvGrpSpPr>
      <p:grpSpPr>
        <a:xfrm>
          <a:off x="0" y="0"/>
          <a:ext cx="0" cy="0"/>
          <a:chOff x="0" y="0"/>
          <a:chExt cx="0" cy="0"/>
        </a:xfrm>
      </p:grpSpPr>
      <p:sp>
        <p:nvSpPr>
          <p:cNvPr id="928" name="Google Shape;928;p1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929" name="Google Shape;929;p1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 id="2147483784" r:id="rId18"/>
    <p:sldLayoutId id="2147483785" r:id="rId19"/>
    <p:sldLayoutId id="2147483786" r:id="rId20"/>
    <p:sldLayoutId id="2147483787" r:id="rId21"/>
    <p:sldLayoutId id="2147483788" r:id="rId22"/>
    <p:sldLayoutId id="2147483789" r:id="rId23"/>
    <p:sldLayoutId id="2147483790" r:id="rId24"/>
    <p:sldLayoutId id="2147483791" r:id="rId25"/>
    <p:sldLayoutId id="2147483792" r:id="rId26"/>
    <p:sldLayoutId id="2147483793"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4.xml"/><Relationship Id="rId3" Type="http://schemas.openxmlformats.org/officeDocument/2006/relationships/image" Target="../media/image227.png"/><Relationship Id="rId4" Type="http://schemas.openxmlformats.org/officeDocument/2006/relationships/image" Target="../media/image2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7.xml"/><Relationship Id="rId3" Type="http://schemas.openxmlformats.org/officeDocument/2006/relationships/image" Target="../media/image236.png"/><Relationship Id="rId4" Type="http://schemas.openxmlformats.org/officeDocument/2006/relationships/image" Target="../media/image2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8.xml"/><Relationship Id="rId3" Type="http://schemas.openxmlformats.org/officeDocument/2006/relationships/hyperlink" Target="https://app.notion.com/p/codepathdotorg/Tech-Fellow-Applications-3826208b00cd813daa59ee270d09ea5f" TargetMode="External"/><Relationship Id="rId4" Type="http://schemas.openxmlformats.org/officeDocument/2006/relationships/hyperlink" Target="https://app.notion.com/p/codepathdotorg/Tech-Fellow-Applications-3826208b00cd813daa59ee270d09ea5f" TargetMode="External"/><Relationship Id="rId5" Type="http://schemas.openxmlformats.org/officeDocument/2006/relationships/hyperlink" Target="http://apply.codepath.org/organizations/codepathorg/application/tech-fellow-dts-fall-2026/versions/dts-newtf-su26student/requirements" TargetMode="External"/><Relationship Id="rId6" Type="http://schemas.openxmlformats.org/officeDocument/2006/relationships/hyperlink" Target="http://apply.codepath.org/organizations/codepathorg/application/tech-fellow-dts-fall-2026/versions/dts-newtf-su26student/requirement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9.xml"/><Relationship Id="rId3" Type="http://schemas.openxmlformats.org/officeDocument/2006/relationships/image" Target="../media/image226.png"/><Relationship Id="rId4" Type="http://schemas.openxmlformats.org/officeDocument/2006/relationships/image" Target="../media/image229.png"/><Relationship Id="rId5" Type="http://schemas.openxmlformats.org/officeDocument/2006/relationships/image" Target="../media/image2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0.xml"/><Relationship Id="rId3" Type="http://schemas.openxmlformats.org/officeDocument/2006/relationships/image" Target="../media/image226.png"/><Relationship Id="rId4" Type="http://schemas.openxmlformats.org/officeDocument/2006/relationships/image" Target="../media/image24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1.xml"/><Relationship Id="rId3" Type="http://schemas.openxmlformats.org/officeDocument/2006/relationships/image" Target="../media/image2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hyperlink" Target="https://docs.google.com/forms/d/e/1FAIpQLSfCtykxSrH1HZ9fd4kmcyTlaFCK1KI8g2X6IPhEzQbg_8oKtA/viewform?usp=heade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8.xml"/><Relationship Id="rId3" Type="http://schemas.openxmlformats.org/officeDocument/2006/relationships/image" Target="../media/image2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9.xml"/><Relationship Id="rId3" Type="http://schemas.openxmlformats.org/officeDocument/2006/relationships/image" Target="../media/image2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21.xml"/><Relationship Id="rId3" Type="http://schemas.openxmlformats.org/officeDocument/2006/relationships/hyperlink" Target="http://www.youtube.com/watch?v=Jwd_lkXoLKk" TargetMode="External"/><Relationship Id="rId4" Type="http://schemas.openxmlformats.org/officeDocument/2006/relationships/image" Target="../media/image23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26.xml"/><Relationship Id="rId3" Type="http://schemas.openxmlformats.org/officeDocument/2006/relationships/image" Target="../media/image237.png"/><Relationship Id="rId4" Type="http://schemas.openxmlformats.org/officeDocument/2006/relationships/hyperlink" Target="http://www.youtube.com/watch?v=NQYR55EiKvs" TargetMode="External"/><Relationship Id="rId5" Type="http://schemas.openxmlformats.org/officeDocument/2006/relationships/image" Target="../media/image24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27.xml"/><Relationship Id="rId3" Type="http://schemas.openxmlformats.org/officeDocument/2006/relationships/slide" Target="/ppt/slides/slide7.xml"/><Relationship Id="rId4" Type="http://schemas.openxmlformats.org/officeDocument/2006/relationships/slide" Target="/ppt/slides/slide8.xml"/><Relationship Id="rId5" Type="http://schemas.openxmlformats.org/officeDocument/2006/relationships/slide" Target="/ppt/slides/slide9.xml"/><Relationship Id="rId6" Type="http://schemas.openxmlformats.org/officeDocument/2006/relationships/image" Target="../media/image2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154"/>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Mock Interview</a:t>
            </a:r>
            <a:endParaRPr sz="3600"/>
          </a:p>
        </p:txBody>
      </p:sp>
      <p:sp>
        <p:nvSpPr>
          <p:cNvPr id="1152" name="Google Shape;1152;p154"/>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15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158" name="Google Shape;1158;p155"/>
          <p:cNvGraphicFramePr/>
          <p:nvPr/>
        </p:nvGraphicFramePr>
        <p:xfrm>
          <a:off x="451525" y="1242597"/>
          <a:ext cx="3000000" cy="3000000"/>
        </p:xfrm>
        <a:graphic>
          <a:graphicData uri="http://schemas.openxmlformats.org/drawingml/2006/table">
            <a:tbl>
              <a:tblPr>
                <a:noFill/>
                <a:tableStyleId>{17F671A0-20F4-44B7-B09D-A23E28AFB081}</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Mock Interview</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56"/>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1164" name="Google Shape;1164;p156"/>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15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170" name="Google Shape;1170;p157"/>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1171" name="Google Shape;1171;p157"/>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1172" name="Google Shape;1172;p157"/>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1173" name="Google Shape;1173;p157"/>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158"/>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 minutes</a:t>
            </a:r>
            <a:endParaRPr/>
          </a:p>
        </p:txBody>
      </p:sp>
      <p:sp>
        <p:nvSpPr>
          <p:cNvPr id="1179" name="Google Shape;1179;p15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80" name="Google Shape;1180;p15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t>
            </a:r>
            <a:r>
              <a:rPr lang="en"/>
              <a:t>🗣️</a:t>
            </a:r>
            <a:r>
              <a:rPr b="1" lang="en"/>
              <a:t>Question:</a:t>
            </a:r>
            <a:endParaRPr b="1"/>
          </a:p>
          <a:p>
            <a:pPr indent="0" lvl="0" marL="0" rtl="0" algn="l">
              <a:spcBef>
                <a:spcPts val="1000"/>
              </a:spcBef>
              <a:spcAft>
                <a:spcPts val="0"/>
              </a:spcAft>
              <a:buClr>
                <a:schemeClr val="dk1"/>
              </a:buClr>
              <a:buSzPts val="1100"/>
              <a:buFont typeface="Arial"/>
              <a:buNone/>
            </a:pPr>
            <a:r>
              <a:rPr lang="en"/>
              <a:t>Music helps some of us study better when we are heads-down and focussed! What genres/artists do you listen to when studying or working?</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What kinds of pets do you have if any? If you don’t have any, share what type you would like to have, if any.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15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made it to the final week! Will take some time to celebrate our achievements on Thursday</a:t>
            </a:r>
            <a:endParaRPr/>
          </a:p>
        </p:txBody>
      </p:sp>
      <p:sp>
        <p:nvSpPr>
          <p:cNvPr id="1186" name="Google Shape;1186;p15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87" name="Google Shape;1187;p15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a:t>
            </a:r>
            <a:r>
              <a:rPr lang="en"/>
              <a:t>End of Course survey submissions are low as of now, we will take more time to complete it this week.</a:t>
            </a:r>
            <a:endParaRPr/>
          </a:p>
          <a:p>
            <a:pPr indent="0" lvl="0" marL="0" rtl="0" algn="l">
              <a:spcBef>
                <a:spcPts val="1600"/>
              </a:spcBef>
              <a:spcAft>
                <a:spcPts val="1600"/>
              </a:spcAft>
              <a:buNone/>
            </a:pPr>
            <a:r>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160"/>
          <p:cNvSpPr/>
          <p:nvPr/>
        </p:nvSpPr>
        <p:spPr>
          <a:xfrm>
            <a:off x="156275" y="568300"/>
            <a:ext cx="8838600" cy="853800"/>
          </a:xfrm>
          <a:prstGeom prst="roundRect">
            <a:avLst>
              <a:gd fmla="val 11827" name="adj"/>
            </a:avLst>
          </a:prstGeom>
          <a:solidFill>
            <a:srgbClr val="1E1D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Poppins"/>
              <a:ea typeface="Poppins"/>
              <a:cs typeface="Poppins"/>
              <a:sym typeface="Poppins"/>
            </a:endParaRPr>
          </a:p>
        </p:txBody>
      </p:sp>
      <p:sp>
        <p:nvSpPr>
          <p:cNvPr id="1193" name="Google Shape;1193;p160"/>
          <p:cNvSpPr txBox="1"/>
          <p:nvPr>
            <p:ph type="title"/>
          </p:nvPr>
        </p:nvSpPr>
        <p:spPr>
          <a:xfrm>
            <a:off x="317400" y="710775"/>
            <a:ext cx="91440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lt1"/>
                </a:solidFill>
              </a:rPr>
              <a:t>Interview practice with tech professionals</a:t>
            </a:r>
            <a:endParaRPr sz="2500">
              <a:solidFill>
                <a:schemeClr val="lt1"/>
              </a:solidFill>
            </a:endParaRPr>
          </a:p>
        </p:txBody>
      </p:sp>
      <p:sp>
        <p:nvSpPr>
          <p:cNvPr id="1194" name="Google Shape;1194;p160"/>
          <p:cNvSpPr txBox="1"/>
          <p:nvPr/>
        </p:nvSpPr>
        <p:spPr>
          <a:xfrm>
            <a:off x="280097" y="4602596"/>
            <a:ext cx="7635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700">
                <a:solidFill>
                  <a:srgbClr val="1E1D53"/>
                </a:solidFill>
                <a:latin typeface="Poppins"/>
                <a:ea typeface="Poppins"/>
                <a:cs typeface="Poppins"/>
                <a:sym typeface="Poppins"/>
              </a:rPr>
              <a:t>Don’t wait to sign up - popular timeslots fill quickly!</a:t>
            </a:r>
            <a:endParaRPr b="1" i="1" sz="1600">
              <a:solidFill>
                <a:srgbClr val="1E1D53"/>
              </a:solidFill>
            </a:endParaRPr>
          </a:p>
        </p:txBody>
      </p:sp>
      <p:sp>
        <p:nvSpPr>
          <p:cNvPr id="1195" name="Google Shape;1195;p160"/>
          <p:cNvSpPr/>
          <p:nvPr/>
        </p:nvSpPr>
        <p:spPr>
          <a:xfrm>
            <a:off x="-9875" y="197250"/>
            <a:ext cx="4478400" cy="446400"/>
          </a:xfrm>
          <a:prstGeom prst="roundRect">
            <a:avLst>
              <a:gd fmla="val 0" name="adj"/>
            </a:avLst>
          </a:prstGeom>
          <a:solidFill>
            <a:srgbClr val="00C98E"/>
          </a:solidFill>
          <a:ln cap="flat" cmpd="sng" w="9525">
            <a:solidFill>
              <a:srgbClr val="02BC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p>
        </p:txBody>
      </p:sp>
      <p:sp>
        <p:nvSpPr>
          <p:cNvPr id="1196" name="Google Shape;1196;p160"/>
          <p:cNvSpPr txBox="1"/>
          <p:nvPr/>
        </p:nvSpPr>
        <p:spPr>
          <a:xfrm>
            <a:off x="288916" y="185925"/>
            <a:ext cx="3261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FFFFFF"/>
                </a:solidFill>
                <a:latin typeface="Poppins"/>
                <a:ea typeface="Poppins"/>
                <a:cs typeface="Poppins"/>
                <a:sym typeface="Poppins"/>
              </a:rPr>
              <a:t>Limited spaces available!</a:t>
            </a:r>
            <a:endParaRPr sz="1900">
              <a:solidFill>
                <a:srgbClr val="FFFFFF"/>
              </a:solidFill>
            </a:endParaRPr>
          </a:p>
        </p:txBody>
      </p:sp>
      <p:sp>
        <p:nvSpPr>
          <p:cNvPr id="1197" name="Google Shape;1197;p160"/>
          <p:cNvSpPr/>
          <p:nvPr/>
        </p:nvSpPr>
        <p:spPr>
          <a:xfrm>
            <a:off x="4723000" y="1743200"/>
            <a:ext cx="4371300" cy="572400"/>
          </a:xfrm>
          <a:prstGeom prst="roundRect">
            <a:avLst>
              <a:gd fmla="val 16667" name="adj"/>
            </a:avLst>
          </a:prstGeom>
          <a:solidFill>
            <a:srgbClr val="00CD89"/>
          </a:solidFill>
          <a:ln cap="flat" cmpd="sng" w="9525">
            <a:solidFill>
              <a:srgbClr val="02BC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1198" name="Google Shape;1198;p160"/>
          <p:cNvSpPr txBox="1"/>
          <p:nvPr/>
        </p:nvSpPr>
        <p:spPr>
          <a:xfrm>
            <a:off x="4693195" y="1790175"/>
            <a:ext cx="4236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1B1C57"/>
                </a:solidFill>
                <a:latin typeface="Poppins"/>
                <a:ea typeface="Poppins"/>
                <a:cs typeface="Poppins"/>
                <a:sym typeface="Poppins"/>
              </a:rPr>
              <a:t>go.codepath.org/technical-interviews</a:t>
            </a:r>
            <a:endParaRPr sz="1800">
              <a:solidFill>
                <a:srgbClr val="1B1C57"/>
              </a:solidFill>
            </a:endParaRPr>
          </a:p>
        </p:txBody>
      </p:sp>
      <p:sp>
        <p:nvSpPr>
          <p:cNvPr id="1199" name="Google Shape;1199;p160"/>
          <p:cNvSpPr txBox="1"/>
          <p:nvPr>
            <p:ph idx="4294967295" type="body"/>
          </p:nvPr>
        </p:nvSpPr>
        <p:spPr>
          <a:xfrm>
            <a:off x="280100" y="1662300"/>
            <a:ext cx="4551300" cy="15750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b="1" lang="en" sz="2200">
                <a:solidFill>
                  <a:srgbClr val="1E1D53"/>
                </a:solidFill>
              </a:rPr>
              <a:t>Technical Interview Week</a:t>
            </a:r>
            <a:br>
              <a:rPr b="1" lang="en" sz="2000">
                <a:solidFill>
                  <a:srgbClr val="1E1D53"/>
                </a:solidFill>
              </a:rPr>
            </a:br>
            <a:r>
              <a:rPr i="1" lang="en" sz="1600">
                <a:solidFill>
                  <a:srgbClr val="1E1D53"/>
                </a:solidFill>
              </a:rPr>
              <a:t>August 17 - 20</a:t>
            </a:r>
            <a:br>
              <a:rPr i="1" lang="en" sz="1600">
                <a:solidFill>
                  <a:srgbClr val="1E1D53"/>
                </a:solidFill>
              </a:rPr>
            </a:br>
            <a:r>
              <a:rPr lang="en" sz="1600">
                <a:solidFill>
                  <a:srgbClr val="1E1D53"/>
                </a:solidFill>
              </a:rPr>
              <a:t>Practice technical interview techniques and responses with experienced engineers</a:t>
            </a:r>
            <a:endParaRPr sz="1600">
              <a:solidFill>
                <a:srgbClr val="1E1D53"/>
              </a:solidFill>
            </a:endParaRPr>
          </a:p>
        </p:txBody>
      </p:sp>
      <p:sp>
        <p:nvSpPr>
          <p:cNvPr id="1200" name="Google Shape;1200;p160"/>
          <p:cNvSpPr/>
          <p:nvPr/>
        </p:nvSpPr>
        <p:spPr>
          <a:xfrm>
            <a:off x="4725064" y="3308925"/>
            <a:ext cx="4371300" cy="572400"/>
          </a:xfrm>
          <a:prstGeom prst="roundRect">
            <a:avLst>
              <a:gd fmla="val 16667" name="adj"/>
            </a:avLst>
          </a:prstGeom>
          <a:solidFill>
            <a:srgbClr val="00CD89"/>
          </a:solidFill>
          <a:ln cap="flat" cmpd="sng" w="9525">
            <a:solidFill>
              <a:srgbClr val="02BC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1201" name="Google Shape;1201;p160"/>
          <p:cNvSpPr txBox="1"/>
          <p:nvPr>
            <p:ph idx="4294967295" type="body"/>
          </p:nvPr>
        </p:nvSpPr>
        <p:spPr>
          <a:xfrm>
            <a:off x="282125" y="3268500"/>
            <a:ext cx="4386900" cy="15750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b="1" lang="en" sz="2200">
                <a:solidFill>
                  <a:srgbClr val="1E1D53"/>
                </a:solidFill>
              </a:rPr>
              <a:t>Behavioral Interview Week</a:t>
            </a:r>
            <a:br>
              <a:rPr b="1" lang="en" sz="2000">
                <a:solidFill>
                  <a:srgbClr val="1E1D53"/>
                </a:solidFill>
              </a:rPr>
            </a:br>
            <a:r>
              <a:rPr i="1" lang="en" sz="1600">
                <a:solidFill>
                  <a:srgbClr val="1E1D53"/>
                </a:solidFill>
              </a:rPr>
              <a:t>August 24 - 27</a:t>
            </a:r>
            <a:br>
              <a:rPr i="1" lang="en" sz="1600">
                <a:solidFill>
                  <a:srgbClr val="1E1D53"/>
                </a:solidFill>
              </a:rPr>
            </a:br>
            <a:r>
              <a:rPr lang="en" sz="1600">
                <a:solidFill>
                  <a:srgbClr val="1E1D53"/>
                </a:solidFill>
              </a:rPr>
              <a:t>1:1 mock behavioral interviews and feedback from tech professionals</a:t>
            </a:r>
            <a:endParaRPr sz="1600">
              <a:solidFill>
                <a:srgbClr val="1E1D53"/>
              </a:solidFill>
            </a:endParaRPr>
          </a:p>
        </p:txBody>
      </p:sp>
      <p:sp>
        <p:nvSpPr>
          <p:cNvPr id="1202" name="Google Shape;1202;p160"/>
          <p:cNvSpPr txBox="1"/>
          <p:nvPr/>
        </p:nvSpPr>
        <p:spPr>
          <a:xfrm>
            <a:off x="4695795" y="3353300"/>
            <a:ext cx="4373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1B1C57"/>
                </a:solidFill>
                <a:latin typeface="Poppins"/>
                <a:ea typeface="Poppins"/>
                <a:cs typeface="Poppins"/>
                <a:sym typeface="Poppins"/>
              </a:rPr>
              <a:t>go.codepath.org/behavioral-interviews</a:t>
            </a:r>
            <a:endParaRPr sz="1800">
              <a:solidFill>
                <a:srgbClr val="1B1C57"/>
              </a:solidFill>
            </a:endParaRPr>
          </a:p>
        </p:txBody>
      </p:sp>
      <p:sp>
        <p:nvSpPr>
          <p:cNvPr id="1203" name="Google Shape;1203;p160"/>
          <p:cNvSpPr/>
          <p:nvPr/>
        </p:nvSpPr>
        <p:spPr>
          <a:xfrm>
            <a:off x="7977425" y="2238825"/>
            <a:ext cx="858900" cy="8538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QR code</a:t>
            </a:r>
            <a:endParaRPr>
              <a:latin typeface="Poppins"/>
              <a:ea typeface="Poppins"/>
              <a:cs typeface="Poppins"/>
              <a:sym typeface="Poppins"/>
            </a:endParaRPr>
          </a:p>
        </p:txBody>
      </p:sp>
      <p:sp>
        <p:nvSpPr>
          <p:cNvPr id="1204" name="Google Shape;1204;p160"/>
          <p:cNvSpPr/>
          <p:nvPr/>
        </p:nvSpPr>
        <p:spPr>
          <a:xfrm>
            <a:off x="7980014" y="3814426"/>
            <a:ext cx="858900" cy="8538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QR code</a:t>
            </a:r>
            <a:endParaRPr>
              <a:latin typeface="Poppins"/>
              <a:ea typeface="Poppins"/>
              <a:cs typeface="Poppins"/>
              <a:sym typeface="Poppins"/>
            </a:endParaRPr>
          </a:p>
        </p:txBody>
      </p:sp>
      <p:pic>
        <p:nvPicPr>
          <p:cNvPr id="1205" name="Google Shape;1205;p160" title="72425913-technical-interviews-20260730.png"/>
          <p:cNvPicPr preferRelativeResize="0"/>
          <p:nvPr/>
        </p:nvPicPr>
        <p:blipFill>
          <a:blip r:embed="rId3">
            <a:alphaModFix/>
          </a:blip>
          <a:stretch>
            <a:fillRect/>
          </a:stretch>
        </p:blipFill>
        <p:spPr>
          <a:xfrm>
            <a:off x="7971067" y="2224976"/>
            <a:ext cx="904500" cy="904525"/>
          </a:xfrm>
          <a:prstGeom prst="rect">
            <a:avLst/>
          </a:prstGeom>
          <a:noFill/>
          <a:ln cap="flat" cmpd="sng" w="19050">
            <a:solidFill>
              <a:srgbClr val="06BCFF"/>
            </a:solidFill>
            <a:prstDash val="solid"/>
            <a:round/>
            <a:headEnd len="sm" w="sm" type="none"/>
            <a:tailEnd len="sm" w="sm" type="none"/>
          </a:ln>
        </p:spPr>
      </p:pic>
      <p:pic>
        <p:nvPicPr>
          <p:cNvPr id="1206" name="Google Shape;1206;p160" title="72425978-behavioral-interviews-20260730.png"/>
          <p:cNvPicPr preferRelativeResize="0"/>
          <p:nvPr/>
        </p:nvPicPr>
        <p:blipFill>
          <a:blip r:embed="rId4">
            <a:alphaModFix/>
          </a:blip>
          <a:stretch>
            <a:fillRect/>
          </a:stretch>
        </p:blipFill>
        <p:spPr>
          <a:xfrm>
            <a:off x="7971075" y="3802225"/>
            <a:ext cx="904500" cy="904500"/>
          </a:xfrm>
          <a:prstGeom prst="rect">
            <a:avLst/>
          </a:prstGeom>
          <a:noFill/>
          <a:ln cap="flat" cmpd="sng" w="19050">
            <a:solidFill>
              <a:srgbClr val="06BCFF"/>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1" name="Shape 1211"/>
        <p:cNvGrpSpPr/>
        <p:nvPr/>
      </p:nvGrpSpPr>
      <p:grpSpPr>
        <a:xfrm>
          <a:off x="0" y="0"/>
          <a:ext cx="0" cy="0"/>
          <a:chOff x="0" y="0"/>
          <a:chExt cx="0" cy="0"/>
        </a:xfrm>
      </p:grpSpPr>
      <p:sp>
        <p:nvSpPr>
          <p:cNvPr id="1212" name="Google Shape;1212;p161"/>
          <p:cNvSpPr/>
          <p:nvPr/>
        </p:nvSpPr>
        <p:spPr>
          <a:xfrm>
            <a:off x="-960120" y="3566160"/>
            <a:ext cx="2194800" cy="2194800"/>
          </a:xfrm>
          <a:prstGeom prst="ellipse">
            <a:avLst/>
          </a:prstGeom>
          <a:solidFill>
            <a:srgbClr val="EAF9F2">
              <a:alpha val="3020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13" name="Google Shape;1213;p161"/>
          <p:cNvSpPr/>
          <p:nvPr/>
        </p:nvSpPr>
        <p:spPr>
          <a:xfrm>
            <a:off x="7235190" y="377190"/>
            <a:ext cx="1577100" cy="274200"/>
          </a:xfrm>
          <a:prstGeom prst="roundRect">
            <a:avLst>
              <a:gd fmla="val 50000" name="adj"/>
            </a:avLst>
          </a:prstGeom>
          <a:solidFill>
            <a:srgbClr val="FFFFFF"/>
          </a:solidFill>
          <a:ln cap="flat" cmpd="sng" w="9525">
            <a:solidFill>
              <a:srgbClr val="E4E9F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14" name="Google Shape;1214;p161"/>
          <p:cNvSpPr/>
          <p:nvPr/>
        </p:nvSpPr>
        <p:spPr>
          <a:xfrm>
            <a:off x="7235190" y="377190"/>
            <a:ext cx="15771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C57"/>
              </a:buClr>
              <a:buSzPts val="800"/>
              <a:buFont typeface="Courier New"/>
              <a:buNone/>
            </a:pPr>
            <a:r>
              <a:rPr b="1" i="0" lang="en" sz="800" u="none" cap="none" strike="noStrike">
                <a:solidFill>
                  <a:srgbClr val="1B1C57"/>
                </a:solidFill>
                <a:latin typeface="Courier New"/>
                <a:ea typeface="Courier New"/>
                <a:cs typeface="Courier New"/>
                <a:sym typeface="Courier New"/>
              </a:rPr>
              <a:t>CODEPATH*ORG</a:t>
            </a:r>
            <a:endParaRPr b="0" i="0" sz="800" u="none" cap="none" strike="noStrike">
              <a:solidFill>
                <a:schemeClr val="dk1"/>
              </a:solidFill>
              <a:latin typeface="Calibri"/>
              <a:ea typeface="Calibri"/>
              <a:cs typeface="Calibri"/>
              <a:sym typeface="Calibri"/>
            </a:endParaRPr>
          </a:p>
        </p:txBody>
      </p:sp>
      <p:sp>
        <p:nvSpPr>
          <p:cNvPr id="1215" name="Google Shape;1215;p161"/>
          <p:cNvSpPr/>
          <p:nvPr/>
        </p:nvSpPr>
        <p:spPr>
          <a:xfrm>
            <a:off x="480060" y="480060"/>
            <a:ext cx="2674500" cy="301800"/>
          </a:xfrm>
          <a:prstGeom prst="roundRect">
            <a:avLst>
              <a:gd fmla="val 50000" name="adj"/>
            </a:avLst>
          </a:prstGeom>
          <a:solidFill>
            <a:srgbClr val="EAF9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16" name="Google Shape;1216;p161"/>
          <p:cNvSpPr/>
          <p:nvPr/>
        </p:nvSpPr>
        <p:spPr>
          <a:xfrm>
            <a:off x="480060" y="480060"/>
            <a:ext cx="267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55"/>
              </a:buClr>
              <a:buSzPts val="900"/>
              <a:buFont typeface="Arial"/>
              <a:buNone/>
            </a:pPr>
            <a:r>
              <a:rPr b="1" i="0" lang="en" sz="900" u="none" cap="none" strike="noStrike">
                <a:solidFill>
                  <a:srgbClr val="0B7A55"/>
                </a:solidFill>
                <a:latin typeface="Arial"/>
                <a:ea typeface="Arial"/>
                <a:cs typeface="Arial"/>
                <a:sym typeface="Arial"/>
              </a:rPr>
              <a:t>TF </a:t>
            </a:r>
            <a:r>
              <a:rPr b="1" lang="en" sz="900">
                <a:solidFill>
                  <a:srgbClr val="0B7A55"/>
                </a:solidFill>
              </a:rPr>
              <a:t>STAFFING </a:t>
            </a:r>
            <a:r>
              <a:rPr b="1" i="0" lang="en" sz="900" u="none" cap="none" strike="noStrike">
                <a:solidFill>
                  <a:srgbClr val="0B7A55"/>
                </a:solidFill>
                <a:latin typeface="Arial"/>
                <a:ea typeface="Arial"/>
                <a:cs typeface="Arial"/>
                <a:sym typeface="Arial"/>
              </a:rPr>
              <a:t> IS OPEN  ·  FALL 2026</a:t>
            </a:r>
            <a:endParaRPr b="0" i="0" sz="900" u="none" cap="none" strike="noStrike">
              <a:solidFill>
                <a:schemeClr val="dk1"/>
              </a:solidFill>
              <a:latin typeface="Calibri"/>
              <a:ea typeface="Calibri"/>
              <a:cs typeface="Calibri"/>
              <a:sym typeface="Calibri"/>
            </a:endParaRPr>
          </a:p>
        </p:txBody>
      </p:sp>
      <p:sp>
        <p:nvSpPr>
          <p:cNvPr id="1217" name="Google Shape;1217;p161"/>
          <p:cNvSpPr/>
          <p:nvPr/>
        </p:nvSpPr>
        <p:spPr>
          <a:xfrm>
            <a:off x="432054" y="857250"/>
            <a:ext cx="54864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C57"/>
              </a:buClr>
              <a:buSzPts val="2600"/>
              <a:buFont typeface="Courier New"/>
              <a:buNone/>
            </a:pPr>
            <a:r>
              <a:rPr b="1" i="0" lang="en" sz="2600" u="none" cap="none" strike="noStrike">
                <a:solidFill>
                  <a:srgbClr val="1B1C57"/>
                </a:solidFill>
                <a:latin typeface="Courier New"/>
                <a:ea typeface="Courier New"/>
                <a:cs typeface="Courier New"/>
                <a:sym typeface="Courier New"/>
              </a:rPr>
              <a:t>For Current </a:t>
            </a:r>
            <a:r>
              <a:rPr b="1" lang="en" sz="2600">
                <a:solidFill>
                  <a:srgbClr val="1B1C57"/>
                </a:solidFill>
                <a:latin typeface="Courier New"/>
                <a:ea typeface="Courier New"/>
                <a:cs typeface="Courier New"/>
                <a:sym typeface="Courier New"/>
              </a:rPr>
              <a:t>Su26</a:t>
            </a:r>
            <a:r>
              <a:rPr b="1" i="0" lang="en" sz="2600" u="none" cap="none" strike="noStrike">
                <a:solidFill>
                  <a:srgbClr val="1B1C57"/>
                </a:solidFill>
                <a:latin typeface="Courier New"/>
                <a:ea typeface="Courier New"/>
                <a:cs typeface="Courier New"/>
                <a:sym typeface="Courier New"/>
              </a:rPr>
              <a:t> students</a:t>
            </a:r>
            <a:endParaRPr b="0" i="0" sz="2600" u="none" cap="none" strike="noStrike">
              <a:solidFill>
                <a:schemeClr val="dk1"/>
              </a:solidFill>
              <a:latin typeface="Calibri"/>
              <a:ea typeface="Calibri"/>
              <a:cs typeface="Calibri"/>
              <a:sym typeface="Calibri"/>
            </a:endParaRPr>
          </a:p>
        </p:txBody>
      </p:sp>
      <p:sp>
        <p:nvSpPr>
          <p:cNvPr id="1218" name="Google Shape;1218;p161"/>
          <p:cNvSpPr/>
          <p:nvPr/>
        </p:nvSpPr>
        <p:spPr>
          <a:xfrm>
            <a:off x="480060" y="1453896"/>
            <a:ext cx="5383500" cy="51450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5B6270"/>
              </a:buClr>
              <a:buSzPts val="1100"/>
              <a:buFont typeface="Arial"/>
              <a:buNone/>
            </a:pPr>
            <a:r>
              <a:rPr lang="en" sz="1100">
                <a:solidFill>
                  <a:srgbClr val="5B6270"/>
                </a:solidFill>
              </a:rPr>
              <a:t>Shortened  application process for courses you’re taking (and passing) in Su26; app process validates your communication and teaching skills</a:t>
            </a:r>
            <a:endParaRPr b="0" i="0" sz="1100" u="none" cap="none" strike="noStrike">
              <a:solidFill>
                <a:schemeClr val="dk1"/>
              </a:solidFill>
              <a:latin typeface="Calibri"/>
              <a:ea typeface="Calibri"/>
              <a:cs typeface="Calibri"/>
              <a:sym typeface="Calibri"/>
            </a:endParaRPr>
          </a:p>
        </p:txBody>
      </p:sp>
      <p:sp>
        <p:nvSpPr>
          <p:cNvPr id="1219" name="Google Shape;1219;p161"/>
          <p:cNvSpPr/>
          <p:nvPr/>
        </p:nvSpPr>
        <p:spPr>
          <a:xfrm>
            <a:off x="493776" y="2057400"/>
            <a:ext cx="2743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7A55"/>
              </a:buClr>
              <a:buSzPts val="900"/>
              <a:buFont typeface="Arial"/>
              <a:buNone/>
            </a:pPr>
            <a:r>
              <a:rPr b="1" i="0" lang="en" sz="900" u="none" cap="none" strike="noStrike">
                <a:solidFill>
                  <a:srgbClr val="0B7A55"/>
                </a:solidFill>
                <a:latin typeface="Arial"/>
                <a:ea typeface="Arial"/>
                <a:cs typeface="Arial"/>
                <a:sym typeface="Arial"/>
              </a:rPr>
              <a:t>HOW TO </a:t>
            </a:r>
            <a:r>
              <a:rPr b="1" lang="en" sz="900">
                <a:solidFill>
                  <a:srgbClr val="0B7A55"/>
                </a:solidFill>
              </a:rPr>
              <a:t>APPLY</a:t>
            </a:r>
            <a:endParaRPr b="0" i="0" sz="900" u="none" cap="none" strike="noStrike">
              <a:solidFill>
                <a:schemeClr val="dk1"/>
              </a:solidFill>
              <a:latin typeface="Calibri"/>
              <a:ea typeface="Calibri"/>
              <a:cs typeface="Calibri"/>
              <a:sym typeface="Calibri"/>
            </a:endParaRPr>
          </a:p>
        </p:txBody>
      </p:sp>
      <p:sp>
        <p:nvSpPr>
          <p:cNvPr id="1220" name="Google Shape;1220;p161"/>
          <p:cNvSpPr/>
          <p:nvPr/>
        </p:nvSpPr>
        <p:spPr>
          <a:xfrm>
            <a:off x="493776" y="2331720"/>
            <a:ext cx="246900" cy="246900"/>
          </a:xfrm>
          <a:prstGeom prst="ellipse">
            <a:avLst/>
          </a:prstGeom>
          <a:solidFill>
            <a:srgbClr val="EAF9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1" name="Google Shape;1221;p161"/>
          <p:cNvSpPr/>
          <p:nvPr/>
        </p:nvSpPr>
        <p:spPr>
          <a:xfrm>
            <a:off x="493776" y="233172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55"/>
              </a:buClr>
              <a:buSzPts val="1100"/>
              <a:buFont typeface="Arial"/>
              <a:buNone/>
            </a:pPr>
            <a:r>
              <a:rPr b="1" i="0" lang="en" sz="1100" u="none" cap="none" strike="noStrike">
                <a:solidFill>
                  <a:srgbClr val="0B7A55"/>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1222" name="Google Shape;1222;p161"/>
          <p:cNvSpPr/>
          <p:nvPr/>
        </p:nvSpPr>
        <p:spPr>
          <a:xfrm>
            <a:off x="850392" y="2297430"/>
            <a:ext cx="4457700" cy="582900"/>
          </a:xfrm>
          <a:prstGeom prst="rect">
            <a:avLst/>
          </a:prstGeom>
          <a:noFill/>
          <a:ln>
            <a:noFill/>
          </a:ln>
        </p:spPr>
        <p:txBody>
          <a:bodyPr anchorCtr="0" anchor="t" bIns="0" lIns="0" spcFirstLastPara="1" rIns="0" wrap="square" tIns="0">
            <a:noAutofit/>
          </a:bodyPr>
          <a:lstStyle/>
          <a:p>
            <a:pPr indent="0" lvl="0" marL="0" rtl="0" algn="l">
              <a:lnSpc>
                <a:spcPct val="102000"/>
              </a:lnSpc>
              <a:spcBef>
                <a:spcPts val="0"/>
              </a:spcBef>
              <a:spcAft>
                <a:spcPts val="0"/>
              </a:spcAft>
              <a:buClr>
                <a:srgbClr val="1B1C57"/>
              </a:buClr>
              <a:buSzPts val="1100"/>
              <a:buFont typeface="Arial"/>
              <a:buNone/>
            </a:pPr>
            <a:r>
              <a:rPr b="1" lang="en" sz="1100">
                <a:solidFill>
                  <a:srgbClr val="1B1C57"/>
                </a:solidFill>
              </a:rPr>
              <a:t>Fill out our New TF Application</a:t>
            </a:r>
            <a:endParaRPr b="1" sz="1100">
              <a:solidFill>
                <a:srgbClr val="1B1C57"/>
              </a:solidFill>
            </a:endParaRPr>
          </a:p>
          <a:p>
            <a:pPr indent="0" lvl="0" marL="0" rtl="0" algn="l">
              <a:lnSpc>
                <a:spcPct val="102000"/>
              </a:lnSpc>
              <a:spcBef>
                <a:spcPts val="0"/>
              </a:spcBef>
              <a:spcAft>
                <a:spcPts val="0"/>
              </a:spcAft>
              <a:buClr>
                <a:srgbClr val="1B1C57"/>
              </a:buClr>
              <a:buSzPts val="1100"/>
              <a:buFont typeface="Arial"/>
              <a:buNone/>
            </a:pPr>
            <a:r>
              <a:rPr lang="en" sz="1000">
                <a:solidFill>
                  <a:srgbClr val="1B1C57"/>
                </a:solidFill>
              </a:rPr>
              <a:t>Current-student candidates will be considered on a rolling basis. </a:t>
            </a:r>
            <a:endParaRPr sz="1000">
              <a:solidFill>
                <a:srgbClr val="1B1C57"/>
              </a:solidFill>
            </a:endParaRPr>
          </a:p>
          <a:p>
            <a:pPr indent="0" lvl="0" marL="0" rtl="0" algn="l">
              <a:lnSpc>
                <a:spcPct val="102000"/>
              </a:lnSpc>
              <a:spcBef>
                <a:spcPts val="0"/>
              </a:spcBef>
              <a:spcAft>
                <a:spcPts val="0"/>
              </a:spcAft>
              <a:buClr>
                <a:srgbClr val="1B1C57"/>
              </a:buClr>
              <a:buSzPts val="1100"/>
              <a:buFont typeface="Arial"/>
              <a:buNone/>
            </a:pPr>
            <a:r>
              <a:rPr lang="en" sz="1000">
                <a:solidFill>
                  <a:srgbClr val="1B1C57"/>
                </a:solidFill>
              </a:rPr>
              <a:t>Apply before Aug 10th  for greatest chance of securing a spot on our bench!</a:t>
            </a:r>
            <a:endParaRPr b="1" sz="1100">
              <a:solidFill>
                <a:srgbClr val="1B1C57"/>
              </a:solidFill>
            </a:endParaRPr>
          </a:p>
        </p:txBody>
      </p:sp>
      <p:sp>
        <p:nvSpPr>
          <p:cNvPr id="1223" name="Google Shape;1223;p161"/>
          <p:cNvSpPr/>
          <p:nvPr/>
        </p:nvSpPr>
        <p:spPr>
          <a:xfrm>
            <a:off x="493776" y="2880360"/>
            <a:ext cx="246900" cy="246900"/>
          </a:xfrm>
          <a:prstGeom prst="ellipse">
            <a:avLst/>
          </a:prstGeom>
          <a:solidFill>
            <a:srgbClr val="EAF9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4" name="Google Shape;1224;p161"/>
          <p:cNvSpPr/>
          <p:nvPr/>
        </p:nvSpPr>
        <p:spPr>
          <a:xfrm>
            <a:off x="493776" y="288036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55"/>
              </a:buClr>
              <a:buSzPts val="1100"/>
              <a:buFont typeface="Arial"/>
              <a:buNone/>
            </a:pPr>
            <a:r>
              <a:rPr b="1" i="0" lang="en" sz="1100" u="none" cap="none" strike="noStrike">
                <a:solidFill>
                  <a:srgbClr val="0B7A55"/>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1225" name="Google Shape;1225;p161"/>
          <p:cNvSpPr/>
          <p:nvPr/>
        </p:nvSpPr>
        <p:spPr>
          <a:xfrm>
            <a:off x="850392" y="2846070"/>
            <a:ext cx="4457700" cy="5829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B1C57"/>
              </a:buClr>
              <a:buSzPts val="1100"/>
              <a:buFont typeface="Arial"/>
              <a:buNone/>
            </a:pPr>
            <a:r>
              <a:rPr b="1" i="0" lang="en" sz="1100" u="none" cap="none" strike="noStrike">
                <a:solidFill>
                  <a:srgbClr val="1B1C57"/>
                </a:solidFill>
                <a:latin typeface="Arial"/>
                <a:ea typeface="Arial"/>
                <a:cs typeface="Arial"/>
                <a:sym typeface="Arial"/>
              </a:rPr>
              <a:t>No technical pre-work for current course streams</a:t>
            </a:r>
            <a:endParaRPr b="0" i="0" sz="11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5B6270"/>
              </a:buClr>
              <a:buSzPts val="900"/>
              <a:buFont typeface="Arial"/>
              <a:buNone/>
            </a:pPr>
            <a:r>
              <a:rPr b="0" i="0" lang="en" sz="900" u="none" cap="none" strike="noStrike">
                <a:solidFill>
                  <a:srgbClr val="5B6270"/>
                </a:solidFill>
                <a:latin typeface="Arial"/>
                <a:ea typeface="Arial"/>
                <a:cs typeface="Arial"/>
                <a:sym typeface="Arial"/>
              </a:rPr>
              <a:t>The technical </a:t>
            </a:r>
            <a:r>
              <a:rPr lang="en" sz="900">
                <a:solidFill>
                  <a:srgbClr val="5B6270"/>
                </a:solidFill>
              </a:rPr>
              <a:t>pre-work step</a:t>
            </a:r>
            <a:r>
              <a:rPr b="0" i="0" lang="en" sz="900" u="none" cap="none" strike="noStrike">
                <a:solidFill>
                  <a:srgbClr val="5B6270"/>
                </a:solidFill>
                <a:latin typeface="Arial"/>
                <a:ea typeface="Arial"/>
                <a:cs typeface="Arial"/>
                <a:sym typeface="Arial"/>
              </a:rPr>
              <a:t> is skipped on this path</a:t>
            </a:r>
            <a:r>
              <a:rPr lang="en" sz="900">
                <a:solidFill>
                  <a:srgbClr val="5B6270"/>
                </a:solidFill>
              </a:rPr>
              <a:t>, for current courses. </a:t>
            </a:r>
            <a:endParaRPr b="0" i="0" sz="1100" u="none" cap="none" strike="noStrike">
              <a:solidFill>
                <a:schemeClr val="dk1"/>
              </a:solidFill>
              <a:latin typeface="Calibri"/>
              <a:ea typeface="Calibri"/>
              <a:cs typeface="Calibri"/>
              <a:sym typeface="Calibri"/>
            </a:endParaRPr>
          </a:p>
        </p:txBody>
      </p:sp>
      <p:sp>
        <p:nvSpPr>
          <p:cNvPr id="1226" name="Google Shape;1226;p161"/>
          <p:cNvSpPr/>
          <p:nvPr/>
        </p:nvSpPr>
        <p:spPr>
          <a:xfrm>
            <a:off x="493776" y="3429000"/>
            <a:ext cx="246900" cy="246900"/>
          </a:xfrm>
          <a:prstGeom prst="ellipse">
            <a:avLst/>
          </a:prstGeom>
          <a:solidFill>
            <a:srgbClr val="EAF9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7" name="Google Shape;1227;p161"/>
          <p:cNvSpPr/>
          <p:nvPr/>
        </p:nvSpPr>
        <p:spPr>
          <a:xfrm>
            <a:off x="493776" y="342900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55"/>
              </a:buClr>
              <a:buSzPts val="1100"/>
              <a:buFont typeface="Arial"/>
              <a:buNone/>
            </a:pPr>
            <a:r>
              <a:rPr b="1" i="0" lang="en" sz="1100" u="none" cap="none" strike="noStrike">
                <a:solidFill>
                  <a:srgbClr val="0B7A55"/>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1228" name="Google Shape;1228;p161"/>
          <p:cNvSpPr/>
          <p:nvPr/>
        </p:nvSpPr>
        <p:spPr>
          <a:xfrm>
            <a:off x="850392" y="3394710"/>
            <a:ext cx="4457700" cy="5829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B1C57"/>
              </a:buClr>
              <a:buSzPts val="1100"/>
              <a:buFont typeface="Arial"/>
              <a:buNone/>
            </a:pPr>
            <a:r>
              <a:rPr b="1" i="0" lang="en" sz="1100" u="none" cap="none" strike="noStrike">
                <a:solidFill>
                  <a:srgbClr val="1B1C57"/>
                </a:solidFill>
                <a:latin typeface="Arial"/>
                <a:ea typeface="Arial"/>
                <a:cs typeface="Arial"/>
                <a:sym typeface="Arial"/>
              </a:rPr>
              <a:t>Finish your course</a:t>
            </a:r>
            <a:endParaRPr b="0" i="0" sz="11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5B6270"/>
              </a:buClr>
              <a:buSzPts val="900"/>
              <a:buFont typeface="Arial"/>
              <a:buNone/>
            </a:pPr>
            <a:r>
              <a:rPr b="0" i="0" lang="en" sz="900" u="none" cap="none" strike="noStrike">
                <a:solidFill>
                  <a:srgbClr val="5B6270"/>
                </a:solidFill>
                <a:latin typeface="Arial"/>
                <a:ea typeface="Arial"/>
                <a:cs typeface="Arial"/>
                <a:sym typeface="Arial"/>
              </a:rPr>
              <a:t>The special path may only apply once you become a completer.</a:t>
            </a:r>
            <a:endParaRPr b="0" i="0" sz="1100" u="none" cap="none" strike="noStrike">
              <a:solidFill>
                <a:schemeClr val="dk1"/>
              </a:solidFill>
              <a:latin typeface="Calibri"/>
              <a:ea typeface="Calibri"/>
              <a:cs typeface="Calibri"/>
              <a:sym typeface="Calibri"/>
            </a:endParaRPr>
          </a:p>
        </p:txBody>
      </p:sp>
      <p:sp>
        <p:nvSpPr>
          <p:cNvPr id="1229" name="Google Shape;1229;p161"/>
          <p:cNvSpPr/>
          <p:nvPr/>
        </p:nvSpPr>
        <p:spPr>
          <a:xfrm>
            <a:off x="493776" y="4080510"/>
            <a:ext cx="5349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C57"/>
              </a:buClr>
              <a:buSzPts val="900"/>
              <a:buFont typeface="Arial"/>
              <a:buNone/>
            </a:pPr>
            <a:r>
              <a:rPr b="1" i="0" lang="en" sz="900" u="none" cap="none" strike="noStrike">
                <a:solidFill>
                  <a:srgbClr val="1B1C57"/>
                </a:solidFill>
                <a:latin typeface="Arial"/>
                <a:ea typeface="Arial"/>
                <a:cs typeface="Arial"/>
                <a:sym typeface="Arial"/>
              </a:rPr>
              <a:t>Want to know more? </a:t>
            </a:r>
            <a:r>
              <a:rPr b="1" i="0" lang="en" sz="900" u="sng" cap="none" strike="noStrike">
                <a:solidFill>
                  <a:srgbClr val="1B1C57"/>
                </a:solidFill>
                <a:latin typeface="Arial"/>
                <a:ea typeface="Arial"/>
                <a:cs typeface="Arial"/>
                <a:sym typeface="Arial"/>
              </a:rPr>
              <a:t>We use a bench proce</a:t>
            </a:r>
            <a:r>
              <a:rPr b="1" lang="en" sz="900" u="sng">
                <a:solidFill>
                  <a:srgbClr val="1B1C57"/>
                </a:solidFill>
              </a:rPr>
              <a:t>ss</a:t>
            </a:r>
            <a:r>
              <a:rPr b="1" lang="en" sz="900">
                <a:solidFill>
                  <a:srgbClr val="1B1C57"/>
                </a:solidFill>
              </a:rPr>
              <a:t> - </a:t>
            </a:r>
            <a:r>
              <a:rPr lang="en" sz="900">
                <a:solidFill>
                  <a:srgbClr val="5B6270"/>
                </a:solidFill>
              </a:rPr>
              <a:t>S</a:t>
            </a:r>
            <a:r>
              <a:rPr b="0" i="0" lang="en" sz="900" u="none" cap="none" strike="noStrike">
                <a:solidFill>
                  <a:srgbClr val="5B6270"/>
                </a:solidFill>
                <a:latin typeface="Arial"/>
                <a:ea typeface="Arial"/>
                <a:cs typeface="Arial"/>
                <a:sym typeface="Arial"/>
              </a:rPr>
              <a:t>ee the </a:t>
            </a:r>
            <a:r>
              <a:rPr b="1" i="0" lang="en" sz="900" u="sng" cap="none" strike="noStrike">
                <a:solidFill>
                  <a:schemeClr val="hlink"/>
                </a:solidFill>
                <a:latin typeface="Arial"/>
                <a:ea typeface="Arial"/>
                <a:cs typeface="Arial"/>
                <a:sym typeface="Arial"/>
                <a:hlinkClick r:id="rId3"/>
              </a:rPr>
              <a:t>full role </a:t>
            </a:r>
            <a:r>
              <a:rPr b="1" i="0" lang="en" sz="900" u="sng" cap="none" strike="noStrike">
                <a:solidFill>
                  <a:schemeClr val="hlink"/>
                </a:solidFill>
                <a:latin typeface="Arial"/>
                <a:ea typeface="Arial"/>
                <a:cs typeface="Arial"/>
                <a:sym typeface="Arial"/>
                <a:hlinkClick r:id="rId4"/>
              </a:rPr>
              <a:t>details</a:t>
            </a:r>
            <a:r>
              <a:rPr lang="en" sz="900">
                <a:solidFill>
                  <a:srgbClr val="5B6270"/>
                </a:solidFill>
              </a:rPr>
              <a:t> </a:t>
            </a:r>
            <a:r>
              <a:rPr lang="en" sz="900">
                <a:solidFill>
                  <a:srgbClr val="5B6270"/>
                </a:solidFill>
              </a:rPr>
              <a:t>on our Tech Fellow Wiki</a:t>
            </a:r>
            <a:r>
              <a:rPr b="0" i="0" lang="en" sz="900" u="none" cap="none" strike="noStrike">
                <a:solidFill>
                  <a:srgbClr val="5B6270"/>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1230" name="Google Shape;1230;p161"/>
          <p:cNvSpPr/>
          <p:nvPr/>
        </p:nvSpPr>
        <p:spPr>
          <a:xfrm>
            <a:off x="6069330" y="1508760"/>
            <a:ext cx="2743200" cy="2880600"/>
          </a:xfrm>
          <a:prstGeom prst="roundRect">
            <a:avLst>
              <a:gd fmla="val 4000" name="adj"/>
            </a:avLst>
          </a:prstGeom>
          <a:solidFill>
            <a:srgbClr val="F2F6FA"/>
          </a:solidFill>
          <a:ln cap="flat" cmpd="sng" w="9525">
            <a:solidFill>
              <a:srgbClr val="E4E9F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1" name="Google Shape;1231;p161"/>
          <p:cNvSpPr/>
          <p:nvPr/>
        </p:nvSpPr>
        <p:spPr>
          <a:xfrm>
            <a:off x="6446520" y="1796796"/>
            <a:ext cx="1988700" cy="301800"/>
          </a:xfrm>
          <a:prstGeom prst="roundRect">
            <a:avLst>
              <a:gd fmla="val 50000" name="adj"/>
            </a:avLst>
          </a:prstGeom>
          <a:solidFill>
            <a:srgbClr val="EAF9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2" name="Google Shape;1232;p161"/>
          <p:cNvSpPr/>
          <p:nvPr/>
        </p:nvSpPr>
        <p:spPr>
          <a:xfrm>
            <a:off x="6446520" y="1796796"/>
            <a:ext cx="19887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55"/>
              </a:buClr>
              <a:buSzPts val="900"/>
              <a:buFont typeface="Arial"/>
              <a:buNone/>
            </a:pPr>
            <a:r>
              <a:rPr b="1" i="0" lang="en" sz="900" u="none" cap="none" strike="noStrike">
                <a:solidFill>
                  <a:srgbClr val="0B7A55"/>
                </a:solidFill>
                <a:latin typeface="Arial"/>
                <a:ea typeface="Arial"/>
                <a:cs typeface="Arial"/>
                <a:sym typeface="Arial"/>
              </a:rPr>
              <a:t>SPECIAL PATH OPEN</a:t>
            </a:r>
            <a:endParaRPr b="0" i="0" sz="900" u="none" cap="none" strike="noStrike">
              <a:solidFill>
                <a:schemeClr val="dk1"/>
              </a:solidFill>
              <a:latin typeface="Calibri"/>
              <a:ea typeface="Calibri"/>
              <a:cs typeface="Calibri"/>
              <a:sym typeface="Calibri"/>
            </a:endParaRPr>
          </a:p>
        </p:txBody>
      </p:sp>
      <p:sp>
        <p:nvSpPr>
          <p:cNvPr id="1233" name="Google Shape;1233;p161"/>
          <p:cNvSpPr/>
          <p:nvPr/>
        </p:nvSpPr>
        <p:spPr>
          <a:xfrm>
            <a:off x="6069330" y="2194560"/>
            <a:ext cx="2743200" cy="85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C57"/>
              </a:buClr>
              <a:buSzPts val="4400"/>
              <a:buFont typeface="Courier New"/>
              <a:buNone/>
            </a:pPr>
            <a:r>
              <a:rPr b="1" lang="en" sz="4400">
                <a:solidFill>
                  <a:srgbClr val="1B1C57"/>
                </a:solidFill>
                <a:latin typeface="Courier New"/>
                <a:ea typeface="Courier New"/>
                <a:cs typeface="Courier New"/>
                <a:sym typeface="Courier New"/>
              </a:rPr>
              <a:t>Aug 10</a:t>
            </a:r>
            <a:endParaRPr b="0" i="0" sz="4400" u="none" cap="none" strike="noStrike">
              <a:solidFill>
                <a:schemeClr val="dk1"/>
              </a:solidFill>
              <a:latin typeface="Calibri"/>
              <a:ea typeface="Calibri"/>
              <a:cs typeface="Calibri"/>
              <a:sym typeface="Calibri"/>
            </a:endParaRPr>
          </a:p>
        </p:txBody>
      </p:sp>
      <p:sp>
        <p:nvSpPr>
          <p:cNvPr id="1234" name="Google Shape;1234;p161"/>
          <p:cNvSpPr/>
          <p:nvPr/>
        </p:nvSpPr>
        <p:spPr>
          <a:xfrm>
            <a:off x="6412230" y="3463290"/>
            <a:ext cx="2057400" cy="425100"/>
          </a:xfrm>
          <a:prstGeom prst="roundRect">
            <a:avLst>
              <a:gd fmla="val 50000" name="adj"/>
            </a:avLst>
          </a:prstGeom>
          <a:solidFill>
            <a:srgbClr val="00C38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5" name="Google Shape;1235;p161">
            <a:hlinkClick r:id="rId5"/>
          </p:cNvPr>
          <p:cNvSpPr/>
          <p:nvPr/>
        </p:nvSpPr>
        <p:spPr>
          <a:xfrm>
            <a:off x="6412230" y="3473546"/>
            <a:ext cx="20574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C57"/>
              </a:buClr>
              <a:buSzPts val="1100"/>
              <a:buFont typeface="Arial"/>
              <a:buNone/>
            </a:pPr>
            <a:r>
              <a:rPr b="1" i="0" lang="en" sz="1100" u="sng" cap="none" strike="noStrike">
                <a:solidFill>
                  <a:schemeClr val="hlink"/>
                </a:solidFill>
                <a:latin typeface="Arial"/>
                <a:ea typeface="Arial"/>
                <a:cs typeface="Arial"/>
                <a:sym typeface="Arial"/>
                <a:hlinkClick r:id="rId6"/>
              </a:rPr>
              <a:t>Start your application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0" name="Shape 1240"/>
        <p:cNvGrpSpPr/>
        <p:nvPr/>
      </p:nvGrpSpPr>
      <p:grpSpPr>
        <a:xfrm>
          <a:off x="0" y="0"/>
          <a:ext cx="0" cy="0"/>
          <a:chOff x="0" y="0"/>
          <a:chExt cx="0" cy="0"/>
        </a:xfrm>
      </p:grpSpPr>
      <p:pic>
        <p:nvPicPr>
          <p:cNvPr descr="preencoded.png" id="1241" name="Google Shape;1241;p162"/>
          <p:cNvPicPr preferRelativeResize="0"/>
          <p:nvPr/>
        </p:nvPicPr>
        <p:blipFill rotWithShape="1">
          <a:blip r:embed="rId3">
            <a:alphaModFix/>
          </a:blip>
          <a:srcRect b="0" l="0" r="0" t="0"/>
          <a:stretch/>
        </p:blipFill>
        <p:spPr>
          <a:xfrm>
            <a:off x="381000" y="1019882"/>
            <a:ext cx="838199" cy="74042"/>
          </a:xfrm>
          <a:prstGeom prst="rect">
            <a:avLst/>
          </a:prstGeom>
          <a:noFill/>
          <a:ln>
            <a:noFill/>
          </a:ln>
        </p:spPr>
      </p:pic>
      <p:sp>
        <p:nvSpPr>
          <p:cNvPr id="1242" name="Google Shape;1242;p162"/>
          <p:cNvSpPr/>
          <p:nvPr/>
        </p:nvSpPr>
        <p:spPr>
          <a:xfrm>
            <a:off x="381000" y="1265374"/>
            <a:ext cx="3352800" cy="188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0C385"/>
              </a:buClr>
              <a:buSzPts val="900"/>
              <a:buFont typeface="Courier New"/>
              <a:buNone/>
            </a:pPr>
            <a:r>
              <a:rPr b="1" i="0" lang="en" sz="900" u="none" cap="none" strike="noStrike">
                <a:solidFill>
                  <a:srgbClr val="00C385"/>
                </a:solidFill>
                <a:latin typeface="Courier New"/>
                <a:ea typeface="Courier New"/>
                <a:cs typeface="Courier New"/>
                <a:sym typeface="Courier New"/>
              </a:rPr>
              <a:t>SKIP THE PREWORK</a:t>
            </a:r>
            <a:endParaRPr b="0" i="0" sz="900" u="none" cap="none" strike="noStrike">
              <a:solidFill>
                <a:schemeClr val="dk1"/>
              </a:solidFill>
              <a:latin typeface="Calibri"/>
              <a:ea typeface="Calibri"/>
              <a:cs typeface="Calibri"/>
              <a:sym typeface="Calibri"/>
            </a:endParaRPr>
          </a:p>
        </p:txBody>
      </p:sp>
      <p:sp>
        <p:nvSpPr>
          <p:cNvPr id="1243" name="Google Shape;1243;p162"/>
          <p:cNvSpPr/>
          <p:nvPr/>
        </p:nvSpPr>
        <p:spPr>
          <a:xfrm>
            <a:off x="381000" y="1567793"/>
            <a:ext cx="3139500" cy="680400"/>
          </a:xfrm>
          <a:prstGeom prst="rect">
            <a:avLst/>
          </a:prstGeom>
          <a:noFill/>
          <a:ln>
            <a:noFill/>
          </a:ln>
        </p:spPr>
        <p:txBody>
          <a:bodyPr anchorCtr="0" anchor="t" bIns="12700" lIns="12700" spcFirstLastPara="1" rIns="12700" wrap="square" tIns="12700">
            <a:noAutofit/>
          </a:bodyPr>
          <a:lstStyle/>
          <a:p>
            <a:pPr indent="0" lvl="0" marL="0" marR="0" rtl="0" algn="l">
              <a:lnSpc>
                <a:spcPct val="75070"/>
              </a:lnSpc>
              <a:spcBef>
                <a:spcPts val="0"/>
              </a:spcBef>
              <a:spcAft>
                <a:spcPts val="0"/>
              </a:spcAft>
              <a:buClr>
                <a:srgbClr val="1B1C57"/>
              </a:buClr>
              <a:buSzPts val="2300"/>
              <a:buFont typeface="Poppins"/>
              <a:buNone/>
            </a:pPr>
            <a:r>
              <a:rPr b="1" i="0" lang="en" sz="2300" u="none" cap="none" strike="noStrike">
                <a:solidFill>
                  <a:srgbClr val="1B1C57"/>
                </a:solidFill>
                <a:latin typeface="Poppins"/>
                <a:ea typeface="Poppins"/>
                <a:cs typeface="Poppins"/>
                <a:sym typeface="Poppins"/>
              </a:rPr>
              <a:t>Your Fall 2026 seat is open</a:t>
            </a:r>
            <a:endParaRPr b="0" i="0" sz="2300" u="none" cap="none" strike="noStrike">
              <a:solidFill>
                <a:schemeClr val="dk1"/>
              </a:solidFill>
              <a:latin typeface="Calibri"/>
              <a:ea typeface="Calibri"/>
              <a:cs typeface="Calibri"/>
              <a:sym typeface="Calibri"/>
            </a:endParaRPr>
          </a:p>
        </p:txBody>
      </p:sp>
      <p:sp>
        <p:nvSpPr>
          <p:cNvPr id="1244" name="Google Shape;1244;p162"/>
          <p:cNvSpPr/>
          <p:nvPr/>
        </p:nvSpPr>
        <p:spPr>
          <a:xfrm>
            <a:off x="381000" y="2362535"/>
            <a:ext cx="3139500" cy="6192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1B1C57"/>
              </a:buClr>
              <a:buSzPts val="1100"/>
              <a:buFont typeface="Poppins"/>
              <a:buNone/>
            </a:pPr>
            <a:r>
              <a:rPr b="0" i="0" lang="en" sz="1100" u="none" cap="none" strike="noStrike">
                <a:solidFill>
                  <a:srgbClr val="1B1C57"/>
                </a:solidFill>
                <a:latin typeface="Poppins"/>
                <a:ea typeface="Poppins"/>
                <a:cs typeface="Poppins"/>
                <a:sym typeface="Poppins"/>
              </a:rPr>
              <a:t>You're on track in your current course, so your seat at the next level up is open — no prework.</a:t>
            </a:r>
            <a:endParaRPr b="0" i="0" sz="1100" u="none" cap="none" strike="noStrike">
              <a:solidFill>
                <a:schemeClr val="dk1"/>
              </a:solidFill>
              <a:latin typeface="Calibri"/>
              <a:ea typeface="Calibri"/>
              <a:cs typeface="Calibri"/>
              <a:sym typeface="Calibri"/>
            </a:endParaRPr>
          </a:p>
        </p:txBody>
      </p:sp>
      <p:sp>
        <p:nvSpPr>
          <p:cNvPr id="1245" name="Google Shape;1245;p162"/>
          <p:cNvSpPr/>
          <p:nvPr/>
        </p:nvSpPr>
        <p:spPr>
          <a:xfrm>
            <a:off x="381000" y="3134060"/>
            <a:ext cx="3048000" cy="4800"/>
          </a:xfrm>
          <a:prstGeom prst="rect">
            <a:avLst/>
          </a:pr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46" name="Google Shape;1246;p162"/>
          <p:cNvSpPr/>
          <p:nvPr/>
        </p:nvSpPr>
        <p:spPr>
          <a:xfrm>
            <a:off x="381000" y="3310273"/>
            <a:ext cx="3139500" cy="3792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1B1C57"/>
              </a:buClr>
              <a:buSzPts val="1000"/>
              <a:buFont typeface="Poppins"/>
              <a:buNone/>
            </a:pPr>
            <a:r>
              <a:rPr b="0" i="0" lang="en" sz="1000" u="none" cap="none" strike="noStrike">
                <a:solidFill>
                  <a:srgbClr val="1B1C57"/>
                </a:solidFill>
                <a:latin typeface="Poppins"/>
                <a:ea typeface="Poppins"/>
                <a:cs typeface="Poppins"/>
                <a:sym typeface="Poppins"/>
              </a:rPr>
              <a:t>Fast-track enrollment is open for Fall 2026 — take advantage of it this term.</a:t>
            </a:r>
            <a:endParaRPr b="0" i="0" sz="1000" u="none" cap="none" strike="noStrike">
              <a:solidFill>
                <a:schemeClr val="dk1"/>
              </a:solidFill>
              <a:latin typeface="Calibri"/>
              <a:ea typeface="Calibri"/>
              <a:cs typeface="Calibri"/>
              <a:sym typeface="Calibri"/>
            </a:endParaRPr>
          </a:p>
        </p:txBody>
      </p:sp>
      <p:sp>
        <p:nvSpPr>
          <p:cNvPr id="1247" name="Google Shape;1247;p162"/>
          <p:cNvSpPr/>
          <p:nvPr/>
        </p:nvSpPr>
        <p:spPr>
          <a:xfrm>
            <a:off x="381000" y="3803638"/>
            <a:ext cx="3139500" cy="3390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737373"/>
              </a:buClr>
              <a:buSzPts val="900"/>
              <a:buFont typeface="Poppins"/>
              <a:buNone/>
            </a:pPr>
            <a:r>
              <a:rPr b="0" i="0" lang="en" sz="900" u="none" cap="none" strike="noStrike">
                <a:solidFill>
                  <a:srgbClr val="737373"/>
                </a:solidFill>
                <a:latin typeface="Poppins"/>
                <a:ea typeface="Poppins"/>
                <a:cs typeface="Poppins"/>
                <a:sym typeface="Poppins"/>
              </a:rPr>
              <a:t>Your seat may be contingent on passing, or completing, your current course.</a:t>
            </a:r>
            <a:endParaRPr b="0" i="0" sz="900" u="none" cap="none" strike="noStrike">
              <a:solidFill>
                <a:schemeClr val="dk1"/>
              </a:solidFill>
              <a:latin typeface="Calibri"/>
              <a:ea typeface="Calibri"/>
              <a:cs typeface="Calibri"/>
              <a:sym typeface="Calibri"/>
            </a:endParaRPr>
          </a:p>
        </p:txBody>
      </p:sp>
      <p:sp>
        <p:nvSpPr>
          <p:cNvPr id="1248" name="Google Shape;1248;p162"/>
          <p:cNvSpPr/>
          <p:nvPr/>
        </p:nvSpPr>
        <p:spPr>
          <a:xfrm>
            <a:off x="3771900" y="757758"/>
            <a:ext cx="209700" cy="209700"/>
          </a:xfrm>
          <a:prstGeom prst="ellipse">
            <a:avLst/>
          </a:prstGeom>
          <a:solidFill>
            <a:srgbClr val="D7FFE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49" name="Google Shape;1249;p162"/>
          <p:cNvSpPr/>
          <p:nvPr/>
        </p:nvSpPr>
        <p:spPr>
          <a:xfrm>
            <a:off x="3752850" y="757758"/>
            <a:ext cx="247800" cy="2286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0806A"/>
              </a:buClr>
              <a:buSzPts val="900"/>
              <a:buFont typeface="Poppins"/>
              <a:buNone/>
            </a:pPr>
            <a:r>
              <a:rPr b="1" i="0" lang="en" sz="900" u="none" cap="none" strike="noStrike">
                <a:solidFill>
                  <a:srgbClr val="00806A"/>
                </a:solidFill>
                <a:latin typeface="Poppins"/>
                <a:ea typeface="Poppins"/>
                <a:cs typeface="Poppins"/>
                <a:sym typeface="Poppins"/>
              </a:rPr>
              <a:t>1</a:t>
            </a:r>
            <a:endParaRPr b="0" i="0" sz="900" u="none" cap="none" strike="noStrike">
              <a:solidFill>
                <a:schemeClr val="dk1"/>
              </a:solidFill>
              <a:latin typeface="Calibri"/>
              <a:ea typeface="Calibri"/>
              <a:cs typeface="Calibri"/>
              <a:sym typeface="Calibri"/>
            </a:endParaRPr>
          </a:p>
        </p:txBody>
      </p:sp>
      <p:sp>
        <p:nvSpPr>
          <p:cNvPr id="1250" name="Google Shape;1250;p162"/>
          <p:cNvSpPr/>
          <p:nvPr/>
        </p:nvSpPr>
        <p:spPr>
          <a:xfrm>
            <a:off x="4048125" y="755377"/>
            <a:ext cx="1913100" cy="233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B1C57"/>
              </a:buClr>
              <a:buSzPts val="1100"/>
              <a:buFont typeface="Poppins"/>
              <a:buNone/>
            </a:pPr>
            <a:r>
              <a:rPr b="1" i="0" lang="en" sz="1100" u="none" cap="none" strike="noStrike">
                <a:solidFill>
                  <a:srgbClr val="1B1C57"/>
                </a:solidFill>
                <a:latin typeface="Poppins"/>
                <a:ea typeface="Poppins"/>
                <a:cs typeface="Poppins"/>
                <a:sym typeface="Poppins"/>
              </a:rPr>
              <a:t>Student Hub dashboard</a:t>
            </a:r>
            <a:endParaRPr b="0" i="0" sz="1100" u="none" cap="none" strike="noStrike">
              <a:solidFill>
                <a:schemeClr val="dk1"/>
              </a:solidFill>
              <a:latin typeface="Calibri"/>
              <a:ea typeface="Calibri"/>
              <a:cs typeface="Calibri"/>
              <a:sym typeface="Calibri"/>
            </a:endParaRPr>
          </a:p>
        </p:txBody>
      </p:sp>
      <p:sp>
        <p:nvSpPr>
          <p:cNvPr id="1251" name="Google Shape;1251;p162"/>
          <p:cNvSpPr/>
          <p:nvPr/>
        </p:nvSpPr>
        <p:spPr>
          <a:xfrm>
            <a:off x="3771900" y="1045889"/>
            <a:ext cx="4991100" cy="1556400"/>
          </a:xfrm>
          <a:prstGeom prst="roundRect">
            <a:avLst>
              <a:gd fmla="val 3672" name="adj"/>
            </a:avLst>
          </a:prstGeom>
          <a:noFill/>
          <a:ln cap="flat" cmpd="sng" w="4775">
            <a:solidFill>
              <a:srgbClr val="E5E5E5"/>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252" name="Google Shape;1252;p162"/>
          <p:cNvPicPr preferRelativeResize="0"/>
          <p:nvPr/>
        </p:nvPicPr>
        <p:blipFill rotWithShape="1">
          <a:blip r:embed="rId4">
            <a:alphaModFix/>
          </a:blip>
          <a:srcRect b="0" l="0" r="0" t="0"/>
          <a:stretch/>
        </p:blipFill>
        <p:spPr>
          <a:xfrm>
            <a:off x="3776663" y="1050652"/>
            <a:ext cx="4981577" cy="1546734"/>
          </a:xfrm>
          <a:prstGeom prst="rect">
            <a:avLst/>
          </a:prstGeom>
          <a:noFill/>
          <a:ln>
            <a:noFill/>
          </a:ln>
        </p:spPr>
      </p:pic>
      <p:sp>
        <p:nvSpPr>
          <p:cNvPr id="1253" name="Google Shape;1253;p162"/>
          <p:cNvSpPr/>
          <p:nvPr/>
        </p:nvSpPr>
        <p:spPr>
          <a:xfrm>
            <a:off x="3771900" y="2795030"/>
            <a:ext cx="209700" cy="209700"/>
          </a:xfrm>
          <a:prstGeom prst="ellipse">
            <a:avLst/>
          </a:prstGeom>
          <a:solidFill>
            <a:srgbClr val="D7FFE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54" name="Google Shape;1254;p162"/>
          <p:cNvSpPr/>
          <p:nvPr/>
        </p:nvSpPr>
        <p:spPr>
          <a:xfrm>
            <a:off x="3752850" y="2795030"/>
            <a:ext cx="247800" cy="2286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0806A"/>
              </a:buClr>
              <a:buSzPts val="900"/>
              <a:buFont typeface="Poppins"/>
              <a:buNone/>
            </a:pPr>
            <a:r>
              <a:rPr b="1" i="0" lang="en" sz="900" u="none" cap="none" strike="noStrike">
                <a:solidFill>
                  <a:srgbClr val="00806A"/>
                </a:solidFill>
                <a:latin typeface="Poppins"/>
                <a:ea typeface="Poppins"/>
                <a:cs typeface="Poppins"/>
                <a:sym typeface="Poppins"/>
              </a:rPr>
              <a:t>2</a:t>
            </a:r>
            <a:endParaRPr b="0" i="0" sz="900" u="none" cap="none" strike="noStrike">
              <a:solidFill>
                <a:schemeClr val="dk1"/>
              </a:solidFill>
              <a:latin typeface="Calibri"/>
              <a:ea typeface="Calibri"/>
              <a:cs typeface="Calibri"/>
              <a:sym typeface="Calibri"/>
            </a:endParaRPr>
          </a:p>
        </p:txBody>
      </p:sp>
      <p:sp>
        <p:nvSpPr>
          <p:cNvPr id="1255" name="Google Shape;1255;p162"/>
          <p:cNvSpPr/>
          <p:nvPr/>
        </p:nvSpPr>
        <p:spPr>
          <a:xfrm>
            <a:off x="4048125" y="2792648"/>
            <a:ext cx="2784900" cy="233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B1C57"/>
              </a:buClr>
              <a:buSzPts val="1100"/>
              <a:buFont typeface="Poppins"/>
              <a:buNone/>
            </a:pPr>
            <a:r>
              <a:rPr b="1" i="0" lang="en" sz="1100" u="none" cap="none" strike="noStrike">
                <a:solidFill>
                  <a:srgbClr val="1B1C57"/>
                </a:solidFill>
                <a:latin typeface="Poppins"/>
                <a:ea typeface="Poppins"/>
                <a:cs typeface="Poppins"/>
                <a:sym typeface="Poppins"/>
              </a:rPr>
              <a:t>Course Progress tab in your course</a:t>
            </a:r>
            <a:endParaRPr b="0" i="0" sz="1100" u="none" cap="none" strike="noStrike">
              <a:solidFill>
                <a:schemeClr val="dk1"/>
              </a:solidFill>
              <a:latin typeface="Calibri"/>
              <a:ea typeface="Calibri"/>
              <a:cs typeface="Calibri"/>
              <a:sym typeface="Calibri"/>
            </a:endParaRPr>
          </a:p>
        </p:txBody>
      </p:sp>
      <p:sp>
        <p:nvSpPr>
          <p:cNvPr id="1256" name="Google Shape;1256;p162"/>
          <p:cNvSpPr/>
          <p:nvPr/>
        </p:nvSpPr>
        <p:spPr>
          <a:xfrm>
            <a:off x="3771900" y="3083160"/>
            <a:ext cx="4991100" cy="1305000"/>
          </a:xfrm>
          <a:prstGeom prst="roundRect">
            <a:avLst>
              <a:gd fmla="val 4380" name="adj"/>
            </a:avLst>
          </a:prstGeom>
          <a:noFill/>
          <a:ln cap="flat" cmpd="sng" w="4775">
            <a:solidFill>
              <a:srgbClr val="E5E5E5"/>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257" name="Google Shape;1257;p162"/>
          <p:cNvPicPr preferRelativeResize="0"/>
          <p:nvPr/>
        </p:nvPicPr>
        <p:blipFill rotWithShape="1">
          <a:blip r:embed="rId5">
            <a:alphaModFix/>
          </a:blip>
          <a:srcRect b="0" l="0" r="0" t="0"/>
          <a:stretch/>
        </p:blipFill>
        <p:spPr>
          <a:xfrm>
            <a:off x="3776663" y="3087923"/>
            <a:ext cx="4981576" cy="250779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2" name="Shape 1262"/>
        <p:cNvGrpSpPr/>
        <p:nvPr/>
      </p:nvGrpSpPr>
      <p:grpSpPr>
        <a:xfrm>
          <a:off x="0" y="0"/>
          <a:ext cx="0" cy="0"/>
          <a:chOff x="0" y="0"/>
          <a:chExt cx="0" cy="0"/>
        </a:xfrm>
      </p:grpSpPr>
      <p:sp>
        <p:nvSpPr>
          <p:cNvPr id="1263" name="Google Shape;1263;p163"/>
          <p:cNvSpPr/>
          <p:nvPr/>
        </p:nvSpPr>
        <p:spPr>
          <a:xfrm>
            <a:off x="381000" y="361950"/>
            <a:ext cx="1121100" cy="349800"/>
          </a:xfrm>
          <a:prstGeom prst="rect">
            <a:avLst/>
          </a:prstGeom>
          <a:noFill/>
          <a:ln>
            <a:noFill/>
          </a:ln>
        </p:spPr>
        <p:txBody>
          <a:bodyPr anchorCtr="0" anchor="t" bIns="12700" lIns="12700" spcFirstLastPara="1" rIns="12700" wrap="square" tIns="12700">
            <a:noAutofit/>
          </a:bodyPr>
          <a:lstStyle/>
          <a:p>
            <a:pPr indent="0" lvl="0" marL="0" marR="0" rtl="0" algn="l">
              <a:lnSpc>
                <a:spcPct val="75070"/>
              </a:lnSpc>
              <a:spcBef>
                <a:spcPts val="0"/>
              </a:spcBef>
              <a:spcAft>
                <a:spcPts val="0"/>
              </a:spcAft>
              <a:buClr>
                <a:srgbClr val="1B1C57"/>
              </a:buClr>
              <a:buSzPts val="2300"/>
              <a:buFont typeface="Poppins"/>
              <a:buNone/>
            </a:pPr>
            <a:r>
              <a:rPr b="1" i="0" lang="en" sz="2300" u="none" cap="none" strike="noStrike">
                <a:solidFill>
                  <a:srgbClr val="1B1C57"/>
                </a:solidFill>
                <a:latin typeface="Poppins"/>
                <a:ea typeface="Poppins"/>
                <a:cs typeface="Poppins"/>
                <a:sym typeface="Poppins"/>
              </a:rPr>
              <a:t>Join us</a:t>
            </a:r>
            <a:endParaRPr b="0" i="0" sz="2300" u="none" cap="none" strike="noStrike">
              <a:solidFill>
                <a:schemeClr val="dk1"/>
              </a:solidFill>
              <a:latin typeface="Calibri"/>
              <a:ea typeface="Calibri"/>
              <a:cs typeface="Calibri"/>
              <a:sym typeface="Calibri"/>
            </a:endParaRPr>
          </a:p>
        </p:txBody>
      </p:sp>
      <p:pic>
        <p:nvPicPr>
          <p:cNvPr descr="preencoded.png" id="1264" name="Google Shape;1264;p163"/>
          <p:cNvPicPr preferRelativeResize="0"/>
          <p:nvPr/>
        </p:nvPicPr>
        <p:blipFill rotWithShape="1">
          <a:blip r:embed="rId3">
            <a:alphaModFix/>
          </a:blip>
          <a:srcRect b="0" l="0" r="0" t="0"/>
          <a:stretch/>
        </p:blipFill>
        <p:spPr>
          <a:xfrm>
            <a:off x="7924800" y="490277"/>
            <a:ext cx="838199" cy="74042"/>
          </a:xfrm>
          <a:prstGeom prst="rect">
            <a:avLst/>
          </a:prstGeom>
          <a:noFill/>
          <a:ln>
            <a:noFill/>
          </a:ln>
        </p:spPr>
      </p:pic>
      <p:sp>
        <p:nvSpPr>
          <p:cNvPr id="1265" name="Google Shape;1265;p163"/>
          <p:cNvSpPr/>
          <p:nvPr/>
        </p:nvSpPr>
        <p:spPr>
          <a:xfrm>
            <a:off x="381000" y="959346"/>
            <a:ext cx="2692500" cy="1138800"/>
          </a:xfrm>
          <a:prstGeom prst="roundRect">
            <a:avLst>
              <a:gd fmla="val 5855" name="adj"/>
            </a:avLst>
          </a:prstGeom>
          <a:solidFill>
            <a:srgbClr val="F9F9F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66" name="Google Shape;1266;p163"/>
          <p:cNvSpPr/>
          <p:nvPr/>
        </p:nvSpPr>
        <p:spPr>
          <a:xfrm>
            <a:off x="542925" y="1121271"/>
            <a:ext cx="2605500" cy="188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0C385"/>
              </a:buClr>
              <a:buSzPts val="900"/>
              <a:buFont typeface="Space Mono"/>
              <a:buNone/>
            </a:pPr>
            <a:r>
              <a:rPr b="1" i="0" lang="en" sz="900" u="none" cap="none" strike="noStrike">
                <a:solidFill>
                  <a:srgbClr val="00C385"/>
                </a:solidFill>
                <a:latin typeface="Space Mono"/>
                <a:ea typeface="Space Mono"/>
                <a:cs typeface="Space Mono"/>
                <a:sym typeface="Space Mono"/>
              </a:rPr>
              <a:t>STEP 01</a:t>
            </a:r>
            <a:endParaRPr b="0" i="0" sz="900" u="none" cap="none" strike="noStrike">
              <a:solidFill>
                <a:schemeClr val="dk1"/>
              </a:solidFill>
              <a:latin typeface="Calibri"/>
              <a:ea typeface="Calibri"/>
              <a:cs typeface="Calibri"/>
              <a:sym typeface="Calibri"/>
            </a:endParaRPr>
          </a:p>
        </p:txBody>
      </p:sp>
      <p:sp>
        <p:nvSpPr>
          <p:cNvPr id="1267" name="Google Shape;1267;p163"/>
          <p:cNvSpPr/>
          <p:nvPr/>
        </p:nvSpPr>
        <p:spPr>
          <a:xfrm>
            <a:off x="542925" y="1347490"/>
            <a:ext cx="2605500" cy="194400"/>
          </a:xfrm>
          <a:prstGeom prst="rect">
            <a:avLst/>
          </a:prstGeom>
          <a:noFill/>
          <a:ln>
            <a:noFill/>
          </a:ln>
        </p:spPr>
        <p:txBody>
          <a:bodyPr anchorCtr="0" anchor="t" bIns="12700" lIns="12700" spcFirstLastPara="1" rIns="12700" wrap="square" tIns="12700">
            <a:noAutofit/>
          </a:bodyPr>
          <a:lstStyle/>
          <a:p>
            <a:pPr indent="0" lvl="0" marL="0" marR="0" rtl="0" algn="l">
              <a:lnSpc>
                <a:spcPct val="77474"/>
              </a:lnSpc>
              <a:spcBef>
                <a:spcPts val="0"/>
              </a:spcBef>
              <a:spcAft>
                <a:spcPts val="0"/>
              </a:spcAft>
              <a:buClr>
                <a:srgbClr val="1B1C57"/>
              </a:buClr>
              <a:buSzPts val="1200"/>
              <a:buFont typeface="Poppins"/>
              <a:buNone/>
            </a:pPr>
            <a:r>
              <a:rPr b="1" i="0" lang="en" sz="1200" u="none" cap="none" strike="noStrike">
                <a:solidFill>
                  <a:srgbClr val="1B1C57"/>
                </a:solidFill>
                <a:latin typeface="Poppins"/>
                <a:ea typeface="Poppins"/>
                <a:cs typeface="Poppins"/>
                <a:sym typeface="Poppins"/>
              </a:rPr>
              <a:t>Click Enroll</a:t>
            </a:r>
            <a:endParaRPr b="0" i="0" sz="1200" u="none" cap="none" strike="noStrike">
              <a:solidFill>
                <a:schemeClr val="dk1"/>
              </a:solidFill>
              <a:latin typeface="Calibri"/>
              <a:ea typeface="Calibri"/>
              <a:cs typeface="Calibri"/>
              <a:sym typeface="Calibri"/>
            </a:endParaRPr>
          </a:p>
        </p:txBody>
      </p:sp>
      <p:sp>
        <p:nvSpPr>
          <p:cNvPr id="1268" name="Google Shape;1268;p163"/>
          <p:cNvSpPr/>
          <p:nvPr/>
        </p:nvSpPr>
        <p:spPr>
          <a:xfrm>
            <a:off x="542925" y="1579885"/>
            <a:ext cx="2605500" cy="1926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3F4079"/>
              </a:buClr>
              <a:buSzPts val="1000"/>
              <a:buFont typeface="Poppins"/>
              <a:buNone/>
            </a:pPr>
            <a:r>
              <a:rPr b="0" i="0" lang="en" sz="1000" u="none" cap="none" strike="noStrike">
                <a:solidFill>
                  <a:srgbClr val="3F4079"/>
                </a:solidFill>
                <a:latin typeface="Poppins"/>
                <a:ea typeface="Poppins"/>
                <a:cs typeface="Poppins"/>
                <a:sym typeface="Poppins"/>
              </a:rPr>
              <a:t>On the green banner, either place.</a:t>
            </a:r>
            <a:endParaRPr b="0" i="0" sz="1000" u="none" cap="none" strike="noStrike">
              <a:solidFill>
                <a:schemeClr val="dk1"/>
              </a:solidFill>
              <a:latin typeface="Calibri"/>
              <a:ea typeface="Calibri"/>
              <a:cs typeface="Calibri"/>
              <a:sym typeface="Calibri"/>
            </a:endParaRPr>
          </a:p>
        </p:txBody>
      </p:sp>
      <p:sp>
        <p:nvSpPr>
          <p:cNvPr id="1269" name="Google Shape;1269;p163"/>
          <p:cNvSpPr/>
          <p:nvPr/>
        </p:nvSpPr>
        <p:spPr>
          <a:xfrm>
            <a:off x="3225775" y="959346"/>
            <a:ext cx="2692500" cy="1138800"/>
          </a:xfrm>
          <a:prstGeom prst="roundRect">
            <a:avLst>
              <a:gd fmla="val 5855" name="adj"/>
            </a:avLst>
          </a:prstGeom>
          <a:solidFill>
            <a:srgbClr val="F9F9F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70" name="Google Shape;1270;p163"/>
          <p:cNvSpPr/>
          <p:nvPr/>
        </p:nvSpPr>
        <p:spPr>
          <a:xfrm>
            <a:off x="3387700" y="1121271"/>
            <a:ext cx="2605500" cy="188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0C385"/>
              </a:buClr>
              <a:buSzPts val="900"/>
              <a:buFont typeface="Space Mono"/>
              <a:buNone/>
            </a:pPr>
            <a:r>
              <a:rPr b="1" i="0" lang="en" sz="900" u="none" cap="none" strike="noStrike">
                <a:solidFill>
                  <a:srgbClr val="00C385"/>
                </a:solidFill>
                <a:latin typeface="Space Mono"/>
                <a:ea typeface="Space Mono"/>
                <a:cs typeface="Space Mono"/>
                <a:sym typeface="Space Mono"/>
              </a:rPr>
              <a:t>STEP 02</a:t>
            </a:r>
            <a:endParaRPr b="0" i="0" sz="900" u="none" cap="none" strike="noStrike">
              <a:solidFill>
                <a:schemeClr val="dk1"/>
              </a:solidFill>
              <a:latin typeface="Calibri"/>
              <a:ea typeface="Calibri"/>
              <a:cs typeface="Calibri"/>
              <a:sym typeface="Calibri"/>
            </a:endParaRPr>
          </a:p>
        </p:txBody>
      </p:sp>
      <p:sp>
        <p:nvSpPr>
          <p:cNvPr id="1271" name="Google Shape;1271;p163"/>
          <p:cNvSpPr/>
          <p:nvPr/>
        </p:nvSpPr>
        <p:spPr>
          <a:xfrm>
            <a:off x="3387700" y="1347490"/>
            <a:ext cx="2605500" cy="194400"/>
          </a:xfrm>
          <a:prstGeom prst="rect">
            <a:avLst/>
          </a:prstGeom>
          <a:noFill/>
          <a:ln>
            <a:noFill/>
          </a:ln>
        </p:spPr>
        <p:txBody>
          <a:bodyPr anchorCtr="0" anchor="t" bIns="12700" lIns="12700" spcFirstLastPara="1" rIns="12700" wrap="square" tIns="12700">
            <a:noAutofit/>
          </a:bodyPr>
          <a:lstStyle/>
          <a:p>
            <a:pPr indent="0" lvl="0" marL="0" marR="0" rtl="0" algn="l">
              <a:lnSpc>
                <a:spcPct val="77474"/>
              </a:lnSpc>
              <a:spcBef>
                <a:spcPts val="0"/>
              </a:spcBef>
              <a:spcAft>
                <a:spcPts val="0"/>
              </a:spcAft>
              <a:buClr>
                <a:srgbClr val="1B1C57"/>
              </a:buClr>
              <a:buSzPts val="1200"/>
              <a:buFont typeface="Poppins"/>
              <a:buNone/>
            </a:pPr>
            <a:r>
              <a:rPr b="1" i="0" lang="en" sz="1200" u="none" cap="none" strike="noStrike">
                <a:solidFill>
                  <a:srgbClr val="1B1C57"/>
                </a:solidFill>
                <a:latin typeface="Poppins"/>
                <a:ea typeface="Poppins"/>
                <a:cs typeface="Poppins"/>
                <a:sym typeface="Poppins"/>
              </a:rPr>
              <a:t>Confirm by email</a:t>
            </a:r>
            <a:endParaRPr b="0" i="0" sz="1200" u="none" cap="none" strike="noStrike">
              <a:solidFill>
                <a:schemeClr val="dk1"/>
              </a:solidFill>
              <a:latin typeface="Calibri"/>
              <a:ea typeface="Calibri"/>
              <a:cs typeface="Calibri"/>
              <a:sym typeface="Calibri"/>
            </a:endParaRPr>
          </a:p>
        </p:txBody>
      </p:sp>
      <p:sp>
        <p:nvSpPr>
          <p:cNvPr id="1272" name="Google Shape;1272;p163"/>
          <p:cNvSpPr/>
          <p:nvPr/>
        </p:nvSpPr>
        <p:spPr>
          <a:xfrm>
            <a:off x="3387700" y="1579885"/>
            <a:ext cx="2439600" cy="3657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3F4079"/>
              </a:buClr>
              <a:buSzPts val="1000"/>
              <a:buFont typeface="Poppins"/>
              <a:buNone/>
            </a:pPr>
            <a:r>
              <a:rPr b="0" i="0" lang="en" sz="1000" u="none" cap="none" strike="noStrike">
                <a:solidFill>
                  <a:srgbClr val="3F4079"/>
                </a:solidFill>
                <a:latin typeface="Poppins"/>
                <a:ea typeface="Poppins"/>
                <a:cs typeface="Poppins"/>
                <a:sym typeface="Poppins"/>
              </a:rPr>
              <a:t>We'll email you — click </a:t>
            </a:r>
            <a:r>
              <a:rPr b="1" i="0" lang="en" sz="1000" u="none" cap="none" strike="noStrike">
                <a:solidFill>
                  <a:srgbClr val="1B1C57"/>
                </a:solidFill>
                <a:latin typeface="Poppins"/>
                <a:ea typeface="Poppins"/>
                <a:cs typeface="Poppins"/>
                <a:sym typeface="Poppins"/>
              </a:rPr>
              <a:t>Confirm Enrollment </a:t>
            </a:r>
            <a:r>
              <a:rPr b="0" i="0" lang="en" sz="1000" u="none" cap="none" strike="noStrike">
                <a:solidFill>
                  <a:srgbClr val="3F4079"/>
                </a:solidFill>
                <a:latin typeface="Poppins"/>
                <a:ea typeface="Poppins"/>
                <a:cs typeface="Poppins"/>
                <a:sym typeface="Poppins"/>
              </a:rPr>
              <a:t>.</a:t>
            </a:r>
            <a:endParaRPr b="0" i="0" sz="1000" u="none" cap="none" strike="noStrike">
              <a:solidFill>
                <a:schemeClr val="dk1"/>
              </a:solidFill>
              <a:latin typeface="Calibri"/>
              <a:ea typeface="Calibri"/>
              <a:cs typeface="Calibri"/>
              <a:sym typeface="Calibri"/>
            </a:endParaRPr>
          </a:p>
        </p:txBody>
      </p:sp>
      <p:sp>
        <p:nvSpPr>
          <p:cNvPr id="1273" name="Google Shape;1273;p163"/>
          <p:cNvSpPr/>
          <p:nvPr/>
        </p:nvSpPr>
        <p:spPr>
          <a:xfrm>
            <a:off x="6070588" y="959346"/>
            <a:ext cx="2692500" cy="1138800"/>
          </a:xfrm>
          <a:prstGeom prst="roundRect">
            <a:avLst>
              <a:gd fmla="val 5855" name="adj"/>
            </a:avLst>
          </a:prstGeom>
          <a:solidFill>
            <a:srgbClr val="F9F9F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74" name="Google Shape;1274;p163"/>
          <p:cNvSpPr/>
          <p:nvPr/>
        </p:nvSpPr>
        <p:spPr>
          <a:xfrm>
            <a:off x="6232513" y="1121271"/>
            <a:ext cx="2605500" cy="188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0C385"/>
              </a:buClr>
              <a:buSzPts val="900"/>
              <a:buFont typeface="Space Mono"/>
              <a:buNone/>
            </a:pPr>
            <a:r>
              <a:rPr b="1" i="0" lang="en" sz="900" u="none" cap="none" strike="noStrike">
                <a:solidFill>
                  <a:srgbClr val="00C385"/>
                </a:solidFill>
                <a:latin typeface="Space Mono"/>
                <a:ea typeface="Space Mono"/>
                <a:cs typeface="Space Mono"/>
                <a:sym typeface="Space Mono"/>
              </a:rPr>
              <a:t>STEP 03</a:t>
            </a:r>
            <a:endParaRPr b="0" i="0" sz="900" u="none" cap="none" strike="noStrike">
              <a:solidFill>
                <a:schemeClr val="dk1"/>
              </a:solidFill>
              <a:latin typeface="Calibri"/>
              <a:ea typeface="Calibri"/>
              <a:cs typeface="Calibri"/>
              <a:sym typeface="Calibri"/>
            </a:endParaRPr>
          </a:p>
        </p:txBody>
      </p:sp>
      <p:sp>
        <p:nvSpPr>
          <p:cNvPr id="1275" name="Google Shape;1275;p163"/>
          <p:cNvSpPr/>
          <p:nvPr/>
        </p:nvSpPr>
        <p:spPr>
          <a:xfrm>
            <a:off x="6232513" y="1347490"/>
            <a:ext cx="2605500" cy="194400"/>
          </a:xfrm>
          <a:prstGeom prst="rect">
            <a:avLst/>
          </a:prstGeom>
          <a:noFill/>
          <a:ln>
            <a:noFill/>
          </a:ln>
        </p:spPr>
        <p:txBody>
          <a:bodyPr anchorCtr="0" anchor="t" bIns="12700" lIns="12700" spcFirstLastPara="1" rIns="12700" wrap="square" tIns="12700">
            <a:noAutofit/>
          </a:bodyPr>
          <a:lstStyle/>
          <a:p>
            <a:pPr indent="0" lvl="0" marL="0" marR="0" rtl="0" algn="l">
              <a:lnSpc>
                <a:spcPct val="77474"/>
              </a:lnSpc>
              <a:spcBef>
                <a:spcPts val="0"/>
              </a:spcBef>
              <a:spcAft>
                <a:spcPts val="0"/>
              </a:spcAft>
              <a:buClr>
                <a:srgbClr val="1B1C57"/>
              </a:buClr>
              <a:buSzPts val="1200"/>
              <a:buFont typeface="Poppins"/>
              <a:buNone/>
            </a:pPr>
            <a:r>
              <a:rPr b="1" i="0" lang="en" sz="1200" u="none" cap="none" strike="noStrike">
                <a:solidFill>
                  <a:srgbClr val="1B1C57"/>
                </a:solidFill>
                <a:latin typeface="Poppins"/>
                <a:ea typeface="Poppins"/>
                <a:cs typeface="Poppins"/>
                <a:sym typeface="Poppins"/>
              </a:rPr>
              <a:t>Finish your course</a:t>
            </a:r>
            <a:endParaRPr b="0" i="0" sz="1200" u="none" cap="none" strike="noStrike">
              <a:solidFill>
                <a:schemeClr val="dk1"/>
              </a:solidFill>
              <a:latin typeface="Calibri"/>
              <a:ea typeface="Calibri"/>
              <a:cs typeface="Calibri"/>
              <a:sym typeface="Calibri"/>
            </a:endParaRPr>
          </a:p>
        </p:txBody>
      </p:sp>
      <p:sp>
        <p:nvSpPr>
          <p:cNvPr id="1276" name="Google Shape;1276;p163"/>
          <p:cNvSpPr/>
          <p:nvPr/>
        </p:nvSpPr>
        <p:spPr>
          <a:xfrm>
            <a:off x="6232513" y="1579885"/>
            <a:ext cx="2605500" cy="1926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3F4079"/>
              </a:buClr>
              <a:buSzPts val="1000"/>
              <a:buFont typeface="Poppins"/>
              <a:buNone/>
            </a:pPr>
            <a:r>
              <a:rPr b="0" i="0" lang="en" sz="1000" u="none" cap="none" strike="noStrike">
                <a:solidFill>
                  <a:srgbClr val="3F4079"/>
                </a:solidFill>
                <a:latin typeface="Poppins"/>
                <a:ea typeface="Poppins"/>
                <a:cs typeface="Poppins"/>
                <a:sym typeface="Poppins"/>
              </a:rPr>
              <a:t>Pass and finish as a completer.</a:t>
            </a:r>
            <a:endParaRPr b="0" i="0" sz="1000" u="none" cap="none" strike="noStrike">
              <a:solidFill>
                <a:schemeClr val="dk1"/>
              </a:solidFill>
              <a:latin typeface="Calibri"/>
              <a:ea typeface="Calibri"/>
              <a:cs typeface="Calibri"/>
              <a:sym typeface="Calibri"/>
            </a:endParaRPr>
          </a:p>
        </p:txBody>
      </p:sp>
      <p:sp>
        <p:nvSpPr>
          <p:cNvPr id="1277" name="Google Shape;1277;p163"/>
          <p:cNvSpPr/>
          <p:nvPr/>
        </p:nvSpPr>
        <p:spPr>
          <a:xfrm>
            <a:off x="381000" y="2383780"/>
            <a:ext cx="4473900" cy="233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B1C57"/>
              </a:buClr>
              <a:buSzPts val="1100"/>
              <a:buFont typeface="Poppins"/>
              <a:buNone/>
            </a:pPr>
            <a:r>
              <a:rPr b="1" i="0" lang="en" sz="1100" u="none" cap="none" strike="noStrike">
                <a:solidFill>
                  <a:srgbClr val="1B1C57"/>
                </a:solidFill>
                <a:latin typeface="Poppins"/>
                <a:ea typeface="Poppins"/>
                <a:cs typeface="Poppins"/>
                <a:sym typeface="Poppins"/>
              </a:rPr>
              <a:t>Enrolled — you'll see this</a:t>
            </a:r>
            <a:endParaRPr b="0" i="0" sz="1100" u="none" cap="none" strike="noStrike">
              <a:solidFill>
                <a:schemeClr val="dk1"/>
              </a:solidFill>
              <a:latin typeface="Calibri"/>
              <a:ea typeface="Calibri"/>
              <a:cs typeface="Calibri"/>
              <a:sym typeface="Calibri"/>
            </a:endParaRPr>
          </a:p>
        </p:txBody>
      </p:sp>
      <p:sp>
        <p:nvSpPr>
          <p:cNvPr id="1278" name="Google Shape;1278;p163"/>
          <p:cNvSpPr/>
          <p:nvPr/>
        </p:nvSpPr>
        <p:spPr>
          <a:xfrm>
            <a:off x="381000" y="2626668"/>
            <a:ext cx="4473900" cy="185700"/>
          </a:xfrm>
          <a:prstGeom prst="rect">
            <a:avLst/>
          </a:prstGeom>
          <a:noFill/>
          <a:ln>
            <a:noFill/>
          </a:ln>
        </p:spPr>
        <p:txBody>
          <a:bodyPr anchorCtr="0" anchor="t" bIns="12700" lIns="12700" spcFirstLastPara="1" rIns="12700" wrap="square" tIns="12700">
            <a:noAutofit/>
          </a:bodyPr>
          <a:lstStyle/>
          <a:p>
            <a:pPr indent="0" lvl="0" marL="0" marR="0" rtl="0" algn="l">
              <a:lnSpc>
                <a:spcPct val="92105"/>
              </a:lnSpc>
              <a:spcBef>
                <a:spcPts val="0"/>
              </a:spcBef>
              <a:spcAft>
                <a:spcPts val="0"/>
              </a:spcAft>
              <a:buClr>
                <a:srgbClr val="737373"/>
              </a:buClr>
              <a:buSzPts val="900"/>
              <a:buFont typeface="Poppins"/>
              <a:buNone/>
            </a:pPr>
            <a:r>
              <a:rPr b="0" i="0" lang="en" sz="900" u="none" cap="none" strike="noStrike">
                <a:solidFill>
                  <a:srgbClr val="737373"/>
                </a:solidFill>
                <a:latin typeface="Poppins"/>
                <a:ea typeface="Poppins"/>
                <a:cs typeface="Poppins"/>
                <a:sym typeface="Poppins"/>
              </a:rPr>
              <a:t>A green check replaces the banner.</a:t>
            </a:r>
            <a:endParaRPr b="0" i="0" sz="900" u="none" cap="none" strike="noStrike">
              <a:solidFill>
                <a:schemeClr val="dk1"/>
              </a:solidFill>
              <a:latin typeface="Calibri"/>
              <a:ea typeface="Calibri"/>
              <a:cs typeface="Calibri"/>
              <a:sym typeface="Calibri"/>
            </a:endParaRPr>
          </a:p>
        </p:txBody>
      </p:sp>
      <p:sp>
        <p:nvSpPr>
          <p:cNvPr id="1279" name="Google Shape;1279;p163"/>
          <p:cNvSpPr/>
          <p:nvPr/>
        </p:nvSpPr>
        <p:spPr>
          <a:xfrm>
            <a:off x="381000" y="2869555"/>
            <a:ext cx="4067400" cy="1286100"/>
          </a:xfrm>
          <a:prstGeom prst="roundRect">
            <a:avLst>
              <a:gd fmla="val 4444" name="adj"/>
            </a:avLst>
          </a:prstGeom>
          <a:noFill/>
          <a:ln cap="flat" cmpd="sng" w="4775">
            <a:solidFill>
              <a:srgbClr val="E5E5E5"/>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280" name="Google Shape;1280;p163"/>
          <p:cNvPicPr preferRelativeResize="0"/>
          <p:nvPr/>
        </p:nvPicPr>
        <p:blipFill rotWithShape="1">
          <a:blip r:embed="rId4">
            <a:alphaModFix/>
          </a:blip>
          <a:srcRect b="41438" l="0" r="0" t="0"/>
          <a:stretch/>
        </p:blipFill>
        <p:spPr>
          <a:xfrm>
            <a:off x="385763" y="2874317"/>
            <a:ext cx="4057649" cy="1276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C57"/>
        </a:solidFill>
      </p:bgPr>
    </p:bg>
    <p:spTree>
      <p:nvGrpSpPr>
        <p:cNvPr id="1285" name="Shape 1285"/>
        <p:cNvGrpSpPr/>
        <p:nvPr/>
      </p:nvGrpSpPr>
      <p:grpSpPr>
        <a:xfrm>
          <a:off x="0" y="0"/>
          <a:ext cx="0" cy="0"/>
          <a:chOff x="0" y="0"/>
          <a:chExt cx="0" cy="0"/>
        </a:xfrm>
      </p:grpSpPr>
      <p:pic>
        <p:nvPicPr>
          <p:cNvPr descr="preencoded.png" id="1286" name="Google Shape;1286;p164"/>
          <p:cNvPicPr preferRelativeResize="0"/>
          <p:nvPr/>
        </p:nvPicPr>
        <p:blipFill rotWithShape="1">
          <a:blip r:embed="rId3">
            <a:alphaModFix/>
          </a:blip>
          <a:srcRect b="0" l="0" r="0" t="0"/>
          <a:stretch/>
        </p:blipFill>
        <p:spPr>
          <a:xfrm>
            <a:off x="571500" y="1725476"/>
            <a:ext cx="628652" cy="628652"/>
          </a:xfrm>
          <a:prstGeom prst="rect">
            <a:avLst/>
          </a:prstGeom>
          <a:noFill/>
          <a:ln>
            <a:noFill/>
          </a:ln>
        </p:spPr>
      </p:pic>
      <p:sp>
        <p:nvSpPr>
          <p:cNvPr id="1287" name="Google Shape;1287;p164"/>
          <p:cNvSpPr/>
          <p:nvPr/>
        </p:nvSpPr>
        <p:spPr>
          <a:xfrm>
            <a:off x="571500" y="2620826"/>
            <a:ext cx="8241000" cy="816300"/>
          </a:xfrm>
          <a:prstGeom prst="rect">
            <a:avLst/>
          </a:prstGeom>
          <a:noFill/>
          <a:ln>
            <a:noFill/>
          </a:ln>
        </p:spPr>
        <p:txBody>
          <a:bodyPr anchorCtr="0" anchor="t" bIns="12700" lIns="12700" spcFirstLastPara="1" rIns="12700" wrap="square" tIns="12700">
            <a:noAutofit/>
          </a:bodyPr>
          <a:lstStyle/>
          <a:p>
            <a:pPr indent="0" lvl="0" marL="0" marR="0" rtl="0" algn="l">
              <a:lnSpc>
                <a:spcPct val="90486"/>
              </a:lnSpc>
              <a:spcBef>
                <a:spcPts val="0"/>
              </a:spcBef>
              <a:spcAft>
                <a:spcPts val="0"/>
              </a:spcAft>
              <a:buClr>
                <a:srgbClr val="FFFFFF"/>
              </a:buClr>
              <a:buSzPts val="2300"/>
              <a:buFont typeface="Poppins"/>
              <a:buNone/>
            </a:pPr>
            <a:r>
              <a:rPr b="1" i="0" lang="en" sz="2300" u="none" cap="none" strike="noStrike">
                <a:solidFill>
                  <a:srgbClr val="FFFFFF"/>
                </a:solidFill>
                <a:latin typeface="Poppins"/>
                <a:ea typeface="Poppins"/>
                <a:cs typeface="Poppins"/>
                <a:sym typeface="Poppins"/>
              </a:rPr>
              <a:t>Fall 2026 — CodePath, your future and you. </a:t>
            </a:r>
            <a:r>
              <a:rPr b="1" i="0" lang="en" sz="2300" u="none" cap="none" strike="noStrike">
                <a:solidFill>
                  <a:srgbClr val="93FCAC"/>
                </a:solidFill>
                <a:latin typeface="Poppins"/>
                <a:ea typeface="Poppins"/>
                <a:cs typeface="Poppins"/>
                <a:sym typeface="Poppins"/>
              </a:rPr>
              <a:t>We'll see you there.</a:t>
            </a:r>
            <a:endParaRPr b="0" i="0" sz="23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165"/>
          <p:cNvSpPr txBox="1"/>
          <p:nvPr>
            <p:ph type="title"/>
          </p:nvPr>
        </p:nvSpPr>
        <p:spPr>
          <a:xfrm>
            <a:off x="884825" y="2317200"/>
            <a:ext cx="3687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Mock Interview</a:t>
            </a:r>
            <a:endParaRPr/>
          </a:p>
        </p:txBody>
      </p:sp>
      <p:sp>
        <p:nvSpPr>
          <p:cNvPr id="1293" name="Google Shape;1293;p16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minutes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p16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Mock Interview</a:t>
            </a:r>
            <a:endParaRPr/>
          </a:p>
        </p:txBody>
      </p:sp>
      <p:sp>
        <p:nvSpPr>
          <p:cNvPr id="1299" name="Google Shape;1299;p16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 will be the interviewer.</a:t>
            </a:r>
            <a:endParaRPr/>
          </a:p>
          <a:p>
            <a:pPr indent="-342900" lvl="1" marL="914400" rtl="0" algn="l">
              <a:spcBef>
                <a:spcPts val="1000"/>
              </a:spcBef>
              <a:spcAft>
                <a:spcPts val="0"/>
              </a:spcAft>
              <a:buSzPts val="1800"/>
              <a:buChar char="●"/>
            </a:pPr>
            <a:r>
              <a:rPr lang="en"/>
              <a:t>As the interviewer, I will simulate a realistic technical interview by asking probing questions and providing minimal hints when necessary.</a:t>
            </a:r>
            <a:endParaRPr/>
          </a:p>
          <a:p>
            <a:pPr indent="-342900" lvl="0" marL="457200" rtl="0" algn="l">
              <a:spcBef>
                <a:spcPts val="1000"/>
              </a:spcBef>
              <a:spcAft>
                <a:spcPts val="0"/>
              </a:spcAft>
              <a:buSzPts val="1800"/>
              <a:buChar char="✱"/>
            </a:pPr>
            <a:r>
              <a:rPr lang="en"/>
              <a:t>A volunteer student will be the interviewee.</a:t>
            </a:r>
            <a:endParaRPr/>
          </a:p>
          <a:p>
            <a:pPr indent="-342900" lvl="1" marL="914400" rtl="0" algn="l">
              <a:spcBef>
                <a:spcPts val="1000"/>
              </a:spcBef>
              <a:spcAft>
                <a:spcPts val="0"/>
              </a:spcAft>
              <a:buSzPts val="1800"/>
              <a:buChar char="●"/>
            </a:pPr>
            <a:r>
              <a:rPr lang="en"/>
              <a:t>As the interviewee, you will think aloud while solving the problem, applying UMPIRE.</a:t>
            </a:r>
            <a:endParaRPr/>
          </a:p>
          <a:p>
            <a:pPr indent="-330200" lvl="0" marL="457200" rtl="0" algn="l">
              <a:spcBef>
                <a:spcPts val="1000"/>
              </a:spcBef>
              <a:spcAft>
                <a:spcPts val="1000"/>
              </a:spcAft>
              <a:buSzPts val="1600"/>
              <a:buChar char="✱"/>
            </a:pPr>
            <a:r>
              <a:rPr lang="en" sz="1600"/>
              <a:t>The rest of the class will observe: </a:t>
            </a:r>
            <a:r>
              <a:rPr lang="en" sz="1600" u="sng">
                <a:solidFill>
                  <a:schemeClr val="accent5"/>
                </a:solidFill>
                <a:hlinkClick r:id="rId3">
                  <a:extLst>
                    <a:ext uri="{A12FA001-AC4F-418D-AE19-62706E023703}">
                      <ahyp:hlinkClr val="tx"/>
                    </a:ext>
                  </a:extLst>
                </a:hlinkClick>
              </a:rPr>
              <a:t>Observation form</a:t>
            </a:r>
            <a:endParaRPr/>
          </a:p>
        </p:txBody>
      </p:sp>
      <p:sp>
        <p:nvSpPr>
          <p:cNvPr id="1300" name="Google Shape;1300;p16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sp>
        <p:nvSpPr>
          <p:cNvPr id="1305" name="Google Shape;1305;p16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Mock Interview Process</a:t>
            </a:r>
            <a:endParaRPr/>
          </a:p>
        </p:txBody>
      </p:sp>
      <p:sp>
        <p:nvSpPr>
          <p:cNvPr id="1306" name="Google Shape;1306;p16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b="1" lang="en"/>
              <a:t>Quick intro</a:t>
            </a:r>
            <a:r>
              <a:rPr lang="en"/>
              <a:t> (name, school, major)</a:t>
            </a:r>
            <a:endParaRPr/>
          </a:p>
          <a:p>
            <a:pPr indent="-342900" lvl="0" marL="457200" rtl="0" algn="l">
              <a:spcBef>
                <a:spcPts val="1000"/>
              </a:spcBef>
              <a:spcAft>
                <a:spcPts val="0"/>
              </a:spcAft>
              <a:buSzPts val="1800"/>
              <a:buAutoNum type="arabicPeriod"/>
            </a:pPr>
            <a:r>
              <a:rPr lang="en"/>
              <a:t>Interviewer </a:t>
            </a:r>
            <a:r>
              <a:rPr b="1" lang="en"/>
              <a:t>introduces the problem</a:t>
            </a:r>
            <a:endParaRPr b="1"/>
          </a:p>
          <a:p>
            <a:pPr indent="-342900" lvl="0" marL="457200" rtl="0" algn="l">
              <a:spcBef>
                <a:spcPts val="1000"/>
              </a:spcBef>
              <a:spcAft>
                <a:spcPts val="0"/>
              </a:spcAft>
              <a:buSzPts val="1800"/>
              <a:buAutoNum type="arabicPeriod"/>
            </a:pPr>
            <a:r>
              <a:rPr lang="en"/>
              <a:t>Candidate </a:t>
            </a:r>
            <a:r>
              <a:rPr b="1" lang="en"/>
              <a:t>opens VS Code</a:t>
            </a:r>
            <a:r>
              <a:rPr lang="en"/>
              <a:t> to problem and </a:t>
            </a:r>
            <a:r>
              <a:rPr b="1" lang="en"/>
              <a:t>shares screen</a:t>
            </a:r>
            <a:endParaRPr b="1"/>
          </a:p>
          <a:p>
            <a:pPr indent="-342900" lvl="0" marL="457200" rtl="0" algn="l">
              <a:spcBef>
                <a:spcPts val="1000"/>
              </a:spcBef>
              <a:spcAft>
                <a:spcPts val="0"/>
              </a:spcAft>
              <a:buSzPts val="1800"/>
              <a:buAutoNum type="arabicPeriod"/>
            </a:pPr>
            <a:r>
              <a:rPr lang="en"/>
              <a:t>Candidate works through the </a:t>
            </a:r>
            <a:r>
              <a:rPr b="1" lang="en"/>
              <a:t>UPI steps</a:t>
            </a:r>
            <a:r>
              <a:rPr lang="en"/>
              <a:t> with interviewer</a:t>
            </a:r>
            <a:endParaRPr/>
          </a:p>
          <a:p>
            <a:pPr indent="-342900" lvl="1" marL="914400" rtl="0" algn="l">
              <a:spcBef>
                <a:spcPts val="1000"/>
              </a:spcBef>
              <a:spcAft>
                <a:spcPts val="0"/>
              </a:spcAft>
              <a:buSzPts val="1800"/>
              <a:buChar char="●"/>
            </a:pPr>
            <a:r>
              <a:rPr lang="en"/>
              <a:t>If you need to look something up, it's ok to Google it.</a:t>
            </a:r>
            <a:endParaRPr/>
          </a:p>
          <a:p>
            <a:pPr indent="-342900" lvl="1" marL="914400" rtl="0" algn="l">
              <a:spcBef>
                <a:spcPts val="1000"/>
              </a:spcBef>
              <a:spcAft>
                <a:spcPts val="0"/>
              </a:spcAft>
              <a:buSzPts val="1800"/>
              <a:buChar char="●"/>
            </a:pPr>
            <a:r>
              <a:rPr lang="en"/>
              <a:t>Say what you're thinking, what you're doing, and why.</a:t>
            </a:r>
            <a:endParaRPr/>
          </a:p>
          <a:p>
            <a:pPr indent="-342900" lvl="1" marL="914400" rtl="0" algn="l">
              <a:spcBef>
                <a:spcPts val="1000"/>
              </a:spcBef>
              <a:spcAft>
                <a:spcPts val="0"/>
              </a:spcAft>
              <a:buSzPts val="1800"/>
              <a:buChar char="●"/>
            </a:pPr>
            <a:r>
              <a:rPr lang="en"/>
              <a:t>Pay attention to feedback and hints from interviewer.</a:t>
            </a:r>
            <a:endParaRPr/>
          </a:p>
          <a:p>
            <a:pPr indent="-342900" lvl="0" marL="457200" rtl="0" algn="l">
              <a:spcBef>
                <a:spcPts val="1000"/>
              </a:spcBef>
              <a:spcAft>
                <a:spcPts val="1000"/>
              </a:spcAft>
              <a:buSzPts val="1800"/>
              <a:buAutoNum type="arabicPeriod"/>
            </a:pPr>
            <a:r>
              <a:rPr lang="en"/>
              <a:t>After: </a:t>
            </a:r>
            <a:r>
              <a:rPr b="1" lang="en"/>
              <a:t>Celebrate and recap</a:t>
            </a:r>
            <a:r>
              <a:rPr lang="en"/>
              <a:t> what went well!</a:t>
            </a:r>
            <a:endParaRPr/>
          </a:p>
        </p:txBody>
      </p:sp>
      <p:sp>
        <p:nvSpPr>
          <p:cNvPr id="1307" name="Google Shape;1307;p16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16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are not the candidate. . .</a:t>
            </a:r>
            <a:endParaRPr/>
          </a:p>
        </p:txBody>
      </p:sp>
      <p:sp>
        <p:nvSpPr>
          <p:cNvPr id="1313" name="Google Shape;1313;p16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Hold all comments (on mic or in chat) until the end</a:t>
            </a:r>
            <a:endParaRPr/>
          </a:p>
          <a:p>
            <a:pPr indent="-342900" lvl="0" marL="457200" rtl="0" algn="l">
              <a:spcBef>
                <a:spcPts val="1000"/>
              </a:spcBef>
              <a:spcAft>
                <a:spcPts val="0"/>
              </a:spcAft>
              <a:buSzPts val="1800"/>
              <a:buChar char="✱"/>
            </a:pPr>
            <a:r>
              <a:rPr lang="en"/>
              <a:t>Imagine what you would do in the candidate's shoes</a:t>
            </a:r>
            <a:endParaRPr/>
          </a:p>
          <a:p>
            <a:pPr indent="-342900" lvl="0" marL="457200" rtl="0" algn="l">
              <a:spcBef>
                <a:spcPts val="1000"/>
              </a:spcBef>
              <a:spcAft>
                <a:spcPts val="0"/>
              </a:spcAft>
              <a:buSzPts val="1800"/>
              <a:buChar char="✱"/>
            </a:pPr>
            <a:r>
              <a:rPr lang="en"/>
              <a:t>Write down and be ready to share:</a:t>
            </a:r>
            <a:endParaRPr/>
          </a:p>
          <a:p>
            <a:pPr indent="-342900" lvl="1" marL="914400" rtl="0" algn="l">
              <a:spcBef>
                <a:spcPts val="1000"/>
              </a:spcBef>
              <a:spcAft>
                <a:spcPts val="0"/>
              </a:spcAft>
              <a:buSzPts val="1800"/>
              <a:buChar char="●"/>
            </a:pPr>
            <a:r>
              <a:rPr lang="en"/>
              <a:t>1 thing the candidate did that you will start doing too!</a:t>
            </a:r>
            <a:endParaRPr/>
          </a:p>
          <a:p>
            <a:pPr indent="-342900" lvl="1" marL="914400" rtl="0" algn="l">
              <a:spcBef>
                <a:spcPts val="1000"/>
              </a:spcBef>
              <a:spcAft>
                <a:spcPts val="1000"/>
              </a:spcAft>
              <a:buSzPts val="1800"/>
              <a:buChar char="●"/>
            </a:pPr>
            <a:r>
              <a:rPr lang="en"/>
              <a:t>1 thing you'll do differently now that you've seen this interview.</a:t>
            </a:r>
            <a:endParaRPr/>
          </a:p>
        </p:txBody>
      </p:sp>
      <p:sp>
        <p:nvSpPr>
          <p:cNvPr id="1314" name="Google Shape;1314;p16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16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Criteria</a:t>
            </a:r>
            <a:endParaRPr/>
          </a:p>
        </p:txBody>
      </p:sp>
      <p:sp>
        <p:nvSpPr>
          <p:cNvPr id="1320" name="Google Shape;1320;p169"/>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 Key Areas of Focus</a:t>
            </a:r>
            <a:endParaRPr b="1"/>
          </a:p>
          <a:p>
            <a:pPr indent="-342900" lvl="0" marL="457200" rtl="0" algn="l">
              <a:spcBef>
                <a:spcPts val="1000"/>
              </a:spcBef>
              <a:spcAft>
                <a:spcPts val="0"/>
              </a:spcAft>
              <a:buSzPts val="1800"/>
              <a:buChar char="✱"/>
            </a:pPr>
            <a:r>
              <a:rPr lang="en"/>
              <a:t>Clarity</a:t>
            </a:r>
            <a:endParaRPr/>
          </a:p>
          <a:p>
            <a:pPr indent="-342900" lvl="0" marL="457200" rtl="0" algn="l">
              <a:spcBef>
                <a:spcPts val="1000"/>
              </a:spcBef>
              <a:spcAft>
                <a:spcPts val="0"/>
              </a:spcAft>
              <a:buSzPts val="1800"/>
              <a:buChar char="✱"/>
            </a:pPr>
            <a:r>
              <a:rPr lang="en"/>
              <a:t>Problem-solving process</a:t>
            </a:r>
            <a:endParaRPr/>
          </a:p>
          <a:p>
            <a:pPr indent="-342900" lvl="0" marL="457200" rtl="0" algn="l">
              <a:spcBef>
                <a:spcPts val="1000"/>
              </a:spcBef>
              <a:spcAft>
                <a:spcPts val="0"/>
              </a:spcAft>
              <a:buSzPts val="1800"/>
              <a:buChar char="✱"/>
            </a:pPr>
            <a:r>
              <a:rPr lang="en"/>
              <a:t>Use of the UMPIRE framework</a:t>
            </a:r>
            <a:endParaRPr/>
          </a:p>
          <a:p>
            <a:pPr indent="0" lvl="0" marL="0" rtl="0" algn="l">
              <a:spcBef>
                <a:spcPts val="1000"/>
              </a:spcBef>
              <a:spcAft>
                <a:spcPts val="0"/>
              </a:spcAft>
              <a:buNone/>
            </a:pPr>
            <a:r>
              <a:rPr lang="en"/>
              <a:t>🎗️ </a:t>
            </a:r>
            <a:r>
              <a:rPr b="1" lang="en"/>
              <a:t>Reminders</a:t>
            </a:r>
            <a:endParaRPr b="1"/>
          </a:p>
          <a:p>
            <a:pPr indent="-342900" lvl="0" marL="457200" rtl="0" algn="l">
              <a:spcBef>
                <a:spcPts val="1000"/>
              </a:spcBef>
              <a:spcAft>
                <a:spcPts val="0"/>
              </a:spcAft>
              <a:buSzPts val="1800"/>
              <a:buChar char="✱"/>
            </a:pPr>
            <a:r>
              <a:rPr lang="en"/>
              <a:t>Prioritize readability and logical flow over rushing to a solution.</a:t>
            </a:r>
            <a:endParaRPr/>
          </a:p>
          <a:p>
            <a:pPr indent="-342900" lvl="0" marL="457200" rtl="0" algn="l">
              <a:spcBef>
                <a:spcPts val="1000"/>
              </a:spcBef>
              <a:spcAft>
                <a:spcPts val="1000"/>
              </a:spcAft>
              <a:buSzPts val="1800"/>
              <a:buChar char="✱"/>
            </a:pPr>
            <a:r>
              <a:rPr lang="en"/>
              <a:t>Communicate effectively throughout to simulate a real-world technical interview scenario.</a:t>
            </a:r>
            <a:endParaRPr/>
          </a:p>
        </p:txBody>
      </p:sp>
      <p:sp>
        <p:nvSpPr>
          <p:cNvPr id="1321" name="Google Shape;1321;p16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p17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UMPIRE</a:t>
            </a:r>
            <a:endParaRPr/>
          </a:p>
        </p:txBody>
      </p:sp>
      <p:sp>
        <p:nvSpPr>
          <p:cNvPr id="1327" name="Google Shape;1327;p17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28" name="Google Shape;1328;p170"/>
          <p:cNvSpPr/>
          <p:nvPr/>
        </p:nvSpPr>
        <p:spPr>
          <a:xfrm>
            <a:off x="577725"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UNDERSTAND</a:t>
            </a:r>
            <a:endParaRPr b="1" sz="1800">
              <a:latin typeface="Poppins"/>
              <a:ea typeface="Poppins"/>
              <a:cs typeface="Poppins"/>
              <a:sym typeface="Poppins"/>
            </a:endParaRPr>
          </a:p>
        </p:txBody>
      </p:sp>
      <p:sp>
        <p:nvSpPr>
          <p:cNvPr id="1329" name="Google Shape;1329;p170"/>
          <p:cNvSpPr/>
          <p:nvPr/>
        </p:nvSpPr>
        <p:spPr>
          <a:xfrm>
            <a:off x="57772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MATCH</a:t>
            </a:r>
            <a:endParaRPr b="1" sz="1800">
              <a:latin typeface="Poppins"/>
              <a:ea typeface="Poppins"/>
              <a:cs typeface="Poppins"/>
              <a:sym typeface="Poppins"/>
            </a:endParaRPr>
          </a:p>
        </p:txBody>
      </p:sp>
      <p:sp>
        <p:nvSpPr>
          <p:cNvPr id="1330" name="Google Shape;1330;p170"/>
          <p:cNvSpPr/>
          <p:nvPr/>
        </p:nvSpPr>
        <p:spPr>
          <a:xfrm>
            <a:off x="3406350"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PLAN</a:t>
            </a:r>
            <a:endParaRPr b="1" sz="1800">
              <a:latin typeface="Poppins"/>
              <a:ea typeface="Poppins"/>
              <a:cs typeface="Poppins"/>
              <a:sym typeface="Poppins"/>
            </a:endParaRPr>
          </a:p>
        </p:txBody>
      </p:sp>
      <p:sp>
        <p:nvSpPr>
          <p:cNvPr id="1331" name="Google Shape;1331;p170"/>
          <p:cNvSpPr/>
          <p:nvPr/>
        </p:nvSpPr>
        <p:spPr>
          <a:xfrm>
            <a:off x="3406350"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IMPLEMENT</a:t>
            </a:r>
            <a:endParaRPr b="1" sz="1800">
              <a:latin typeface="Poppins"/>
              <a:ea typeface="Poppins"/>
              <a:cs typeface="Poppins"/>
              <a:sym typeface="Poppins"/>
            </a:endParaRPr>
          </a:p>
        </p:txBody>
      </p:sp>
      <p:sp>
        <p:nvSpPr>
          <p:cNvPr id="1332" name="Google Shape;1332;p170"/>
          <p:cNvSpPr/>
          <p:nvPr/>
        </p:nvSpPr>
        <p:spPr>
          <a:xfrm>
            <a:off x="6234975"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REVIEW</a:t>
            </a:r>
            <a:endParaRPr b="1" sz="1800">
              <a:latin typeface="Poppins"/>
              <a:ea typeface="Poppins"/>
              <a:cs typeface="Poppins"/>
              <a:sym typeface="Poppins"/>
            </a:endParaRPr>
          </a:p>
        </p:txBody>
      </p:sp>
      <p:sp>
        <p:nvSpPr>
          <p:cNvPr id="1333" name="Google Shape;1333;p170"/>
          <p:cNvSpPr/>
          <p:nvPr/>
        </p:nvSpPr>
        <p:spPr>
          <a:xfrm>
            <a:off x="623497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EVALUATE</a:t>
            </a:r>
            <a:endParaRPr b="1" sz="1800">
              <a:latin typeface="Poppins"/>
              <a:ea typeface="Poppins"/>
              <a:cs typeface="Poppins"/>
              <a:sym typeface="Poppins"/>
            </a:endParaRPr>
          </a:p>
        </p:txBody>
      </p:sp>
      <p:cxnSp>
        <p:nvCxnSpPr>
          <p:cNvPr id="1334" name="Google Shape;1334;p170"/>
          <p:cNvCxnSpPr>
            <a:stCxn id="1328" idx="2"/>
            <a:endCxn id="1329" idx="0"/>
          </p:cNvCxnSpPr>
          <p:nvPr/>
        </p:nvCxnSpPr>
        <p:spPr>
          <a:xfrm>
            <a:off x="1743375" y="2197800"/>
            <a:ext cx="0" cy="631800"/>
          </a:xfrm>
          <a:prstGeom prst="straightConnector1">
            <a:avLst/>
          </a:prstGeom>
          <a:noFill/>
          <a:ln cap="flat" cmpd="sng" w="19050">
            <a:solidFill>
              <a:schemeClr val="dk1"/>
            </a:solidFill>
            <a:prstDash val="solid"/>
            <a:round/>
            <a:headEnd len="med" w="med" type="none"/>
            <a:tailEnd len="med" w="med" type="triangle"/>
          </a:ln>
        </p:spPr>
      </p:cxnSp>
      <p:cxnSp>
        <p:nvCxnSpPr>
          <p:cNvPr id="1335" name="Google Shape;1335;p170"/>
          <p:cNvCxnSpPr>
            <a:stCxn id="1329" idx="3"/>
            <a:endCxn id="1330" idx="1"/>
          </p:cNvCxnSpPr>
          <p:nvPr/>
        </p:nvCxnSpPr>
        <p:spPr>
          <a:xfrm>
            <a:off x="2909025" y="3263975"/>
            <a:ext cx="497400" cy="0"/>
          </a:xfrm>
          <a:prstGeom prst="straightConnector1">
            <a:avLst/>
          </a:prstGeom>
          <a:noFill/>
          <a:ln cap="flat" cmpd="sng" w="19050">
            <a:solidFill>
              <a:schemeClr val="dk1"/>
            </a:solidFill>
            <a:prstDash val="solid"/>
            <a:round/>
            <a:headEnd len="med" w="med" type="none"/>
            <a:tailEnd len="med" w="med" type="triangle"/>
          </a:ln>
        </p:spPr>
      </p:cxnSp>
      <p:cxnSp>
        <p:nvCxnSpPr>
          <p:cNvPr id="1336" name="Google Shape;1336;p170"/>
          <p:cNvCxnSpPr>
            <a:stCxn id="1330" idx="0"/>
            <a:endCxn id="1331" idx="2"/>
          </p:cNvCxnSpPr>
          <p:nvPr/>
        </p:nvCxnSpPr>
        <p:spPr>
          <a:xfrm rot="10800000">
            <a:off x="4572000" y="2197775"/>
            <a:ext cx="0" cy="631800"/>
          </a:xfrm>
          <a:prstGeom prst="straightConnector1">
            <a:avLst/>
          </a:prstGeom>
          <a:noFill/>
          <a:ln cap="flat" cmpd="sng" w="19050">
            <a:solidFill>
              <a:schemeClr val="dk1"/>
            </a:solidFill>
            <a:prstDash val="solid"/>
            <a:round/>
            <a:headEnd len="med" w="med" type="none"/>
            <a:tailEnd len="med" w="med" type="triangle"/>
          </a:ln>
        </p:spPr>
      </p:cxnSp>
      <p:cxnSp>
        <p:nvCxnSpPr>
          <p:cNvPr id="1337" name="Google Shape;1337;p170"/>
          <p:cNvCxnSpPr>
            <a:stCxn id="1331" idx="3"/>
            <a:endCxn id="1332" idx="1"/>
          </p:cNvCxnSpPr>
          <p:nvPr/>
        </p:nvCxnSpPr>
        <p:spPr>
          <a:xfrm>
            <a:off x="5737650" y="1763400"/>
            <a:ext cx="497400" cy="0"/>
          </a:xfrm>
          <a:prstGeom prst="straightConnector1">
            <a:avLst/>
          </a:prstGeom>
          <a:noFill/>
          <a:ln cap="flat" cmpd="sng" w="19050">
            <a:solidFill>
              <a:schemeClr val="dk1"/>
            </a:solidFill>
            <a:prstDash val="solid"/>
            <a:round/>
            <a:headEnd len="med" w="med" type="none"/>
            <a:tailEnd len="med" w="med" type="triangle"/>
          </a:ln>
        </p:spPr>
      </p:cxnSp>
      <p:cxnSp>
        <p:nvCxnSpPr>
          <p:cNvPr id="1338" name="Google Shape;1338;p170"/>
          <p:cNvCxnSpPr>
            <a:stCxn id="1332" idx="2"/>
            <a:endCxn id="1333" idx="0"/>
          </p:cNvCxnSpPr>
          <p:nvPr/>
        </p:nvCxnSpPr>
        <p:spPr>
          <a:xfrm>
            <a:off x="7400625" y="2197800"/>
            <a:ext cx="0" cy="6318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17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#1</a:t>
            </a:r>
            <a:endParaRPr/>
          </a:p>
        </p:txBody>
      </p:sp>
      <p:sp>
        <p:nvSpPr>
          <p:cNvPr id="1344" name="Google Shape;1344;p171"/>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Given the root node of a binary search tree, return the number of nodes that contain even values. If the tree is empty, return 0.</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b="1" lang="en"/>
              <a:t>Example Tree:</a:t>
            </a:r>
            <a:endParaRPr b="1"/>
          </a:p>
          <a:p>
            <a:pPr indent="0" lvl="0" marL="0" rtl="0" algn="l">
              <a:spcBef>
                <a:spcPts val="1000"/>
              </a:spcBef>
              <a:spcAft>
                <a:spcPts val="0"/>
              </a:spcAft>
              <a:buClr>
                <a:schemeClr val="dk1"/>
              </a:buClr>
              <a:buSzPts val="1100"/>
              <a:buFont typeface="Arial"/>
              <a:buNone/>
            </a:pPr>
            <a:r>
              <a:t/>
            </a:r>
            <a:endParaRPr b="1"/>
          </a:p>
          <a:p>
            <a:pPr indent="0" lvl="0" marL="0" rtl="0" algn="l">
              <a:spcBef>
                <a:spcPts val="1000"/>
              </a:spcBef>
              <a:spcAft>
                <a:spcPts val="1000"/>
              </a:spcAft>
              <a:buClr>
                <a:schemeClr val="dk1"/>
              </a:buClr>
              <a:buSzPts val="1100"/>
              <a:buFont typeface="Arial"/>
              <a:buNone/>
            </a:pPr>
            <a:r>
              <a:rPr b="1" lang="en"/>
              <a:t>Output:</a:t>
            </a:r>
            <a:r>
              <a:rPr lang="en"/>
              <a:t> </a:t>
            </a:r>
            <a:r>
              <a:rPr lang="en">
                <a:latin typeface="Consolas"/>
                <a:ea typeface="Consolas"/>
                <a:cs typeface="Consolas"/>
                <a:sym typeface="Consolas"/>
              </a:rPr>
              <a:t>4</a:t>
            </a:r>
            <a:endParaRPr/>
          </a:p>
        </p:txBody>
      </p:sp>
      <p:sp>
        <p:nvSpPr>
          <p:cNvPr id="1345" name="Google Shape;1345;p17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46" name="Google Shape;1346;p171" title="Screenshot 2026-08-03 at 4.34.26 PM.png"/>
          <p:cNvPicPr preferRelativeResize="0"/>
          <p:nvPr/>
        </p:nvPicPr>
        <p:blipFill>
          <a:blip r:embed="rId3">
            <a:alphaModFix/>
          </a:blip>
          <a:stretch>
            <a:fillRect/>
          </a:stretch>
        </p:blipFill>
        <p:spPr>
          <a:xfrm>
            <a:off x="2934170" y="2190950"/>
            <a:ext cx="3185625" cy="2210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17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#1 (continued)</a:t>
            </a:r>
            <a:endParaRPr/>
          </a:p>
        </p:txBody>
      </p:sp>
      <p:sp>
        <p:nvSpPr>
          <p:cNvPr id="1352" name="Google Shape;1352;p17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Given the root node of a binary search tree, return the number of nodes that contain even values. If the tree is empty, return 0. Only consider </a:t>
            </a:r>
            <a:r>
              <a:rPr b="1" lang="en"/>
              <a:t>leaf nodes</a:t>
            </a:r>
            <a:r>
              <a:rPr lang="en"/>
              <a:t> when counting.</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b="1" lang="en"/>
              <a:t>Example Tree:</a:t>
            </a:r>
            <a:endParaRPr b="1"/>
          </a:p>
          <a:p>
            <a:pPr indent="0" lvl="0" marL="0" rtl="0" algn="l">
              <a:spcBef>
                <a:spcPts val="1000"/>
              </a:spcBef>
              <a:spcAft>
                <a:spcPts val="0"/>
              </a:spcAft>
              <a:buClr>
                <a:schemeClr val="dk1"/>
              </a:buClr>
              <a:buSzPts val="1100"/>
              <a:buFont typeface="Arial"/>
              <a:buNone/>
            </a:pPr>
            <a:r>
              <a:t/>
            </a:r>
            <a:endParaRPr b="1"/>
          </a:p>
          <a:p>
            <a:pPr indent="0" lvl="0" marL="0" rtl="0" algn="l">
              <a:spcBef>
                <a:spcPts val="1000"/>
              </a:spcBef>
              <a:spcAft>
                <a:spcPts val="1000"/>
              </a:spcAft>
              <a:buClr>
                <a:schemeClr val="dk1"/>
              </a:buClr>
              <a:buSzPts val="1100"/>
              <a:buFont typeface="Arial"/>
              <a:buNone/>
            </a:pPr>
            <a:r>
              <a:rPr b="1" lang="en"/>
              <a:t>Output:</a:t>
            </a:r>
            <a:r>
              <a:rPr lang="en"/>
              <a:t> </a:t>
            </a:r>
            <a:r>
              <a:rPr lang="en">
                <a:latin typeface="Consolas"/>
                <a:ea typeface="Consolas"/>
                <a:cs typeface="Consolas"/>
                <a:sym typeface="Consolas"/>
              </a:rPr>
              <a:t>2</a:t>
            </a:r>
            <a:endParaRPr/>
          </a:p>
        </p:txBody>
      </p:sp>
      <p:sp>
        <p:nvSpPr>
          <p:cNvPr id="1353" name="Google Shape;1353;p17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54" name="Google Shape;1354;p172" title="Screenshot 2026-08-03 at 4.34.26 PM.png"/>
          <p:cNvPicPr preferRelativeResize="0"/>
          <p:nvPr/>
        </p:nvPicPr>
        <p:blipFill>
          <a:blip r:embed="rId3">
            <a:alphaModFix/>
          </a:blip>
          <a:stretch>
            <a:fillRect/>
          </a:stretch>
        </p:blipFill>
        <p:spPr>
          <a:xfrm>
            <a:off x="2934170" y="2190950"/>
            <a:ext cx="3185625" cy="2210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173"/>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 minutes</a:t>
            </a:r>
            <a:endParaRPr/>
          </a:p>
        </p:txBody>
      </p:sp>
      <p:sp>
        <p:nvSpPr>
          <p:cNvPr id="1360" name="Google Shape;1360;p17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1" name="Google Shape;1361;p17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t>In the chat . . .</a:t>
            </a:r>
            <a:endParaRPr b="1" sz="2400"/>
          </a:p>
          <a:p>
            <a:pPr indent="0" lvl="0" marL="0" rtl="0" algn="ctr">
              <a:spcBef>
                <a:spcPts val="1000"/>
              </a:spcBef>
              <a:spcAft>
                <a:spcPts val="0"/>
              </a:spcAft>
              <a:buNone/>
            </a:pPr>
            <a:r>
              <a:rPr lang="en" sz="2400"/>
              <a:t>What was one thing the candidate did</a:t>
            </a:r>
            <a:br>
              <a:rPr lang="en" sz="2400"/>
            </a:br>
            <a:r>
              <a:rPr lang="en" sz="2400"/>
              <a:t>that you will start doing too?</a:t>
            </a:r>
            <a:endParaRPr sz="2400"/>
          </a:p>
          <a:p>
            <a:pPr indent="0" lvl="0" marL="0" rtl="0" algn="ctr">
              <a:spcBef>
                <a:spcPts val="1000"/>
              </a:spcBef>
              <a:spcAft>
                <a:spcPts val="1000"/>
              </a:spcAft>
              <a:buNone/>
            </a:pPr>
            <a:r>
              <a:rPr lang="en" sz="2400"/>
              <a:t>What is one thing you'll do differently now</a:t>
            </a:r>
            <a:br>
              <a:rPr lang="en" sz="2400"/>
            </a:br>
            <a:r>
              <a:rPr lang="en" sz="2400"/>
              <a:t>that you've seen this interview?</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174"/>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1367" name="Google Shape;1367;p174"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175"/>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1373" name="Google Shape;1373;p17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176"/>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1379" name="Google Shape;1379;p17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80" name="Google Shape;1380;p176"/>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177"/>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1386" name="Google Shape;1386;p177"/>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17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17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97" name="Google Shape;1397;p179"/>
          <p:cNvSpPr txBox="1"/>
          <p:nvPr/>
        </p:nvSpPr>
        <p:spPr>
          <a:xfrm>
            <a:off x="549100" y="716920"/>
            <a:ext cx="5199900" cy="21858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2900">
                <a:solidFill>
                  <a:schemeClr val="dk1"/>
                </a:solidFill>
                <a:latin typeface="Poppins"/>
                <a:ea typeface="Poppins"/>
                <a:cs typeface="Poppins"/>
                <a:sym typeface="Poppins"/>
              </a:rPr>
              <a:t>End of Course Survey Time! </a:t>
            </a:r>
            <a:endParaRPr b="1" sz="2900">
              <a:solidFill>
                <a:schemeClr val="dk1"/>
              </a:solidFill>
              <a:latin typeface="Poppins"/>
              <a:ea typeface="Poppins"/>
              <a:cs typeface="Poppins"/>
              <a:sym typeface="Poppins"/>
            </a:endParaRPr>
          </a:p>
          <a:p>
            <a:pPr indent="-381000" lvl="0" marL="457200" rtl="0" algn="l">
              <a:spcBef>
                <a:spcPts val="0"/>
              </a:spcBef>
              <a:spcAft>
                <a:spcPts val="0"/>
              </a:spcAft>
              <a:buClr>
                <a:schemeClr val="dk1"/>
              </a:buClr>
              <a:buSzPts val="2400"/>
              <a:buFont typeface="Poppins"/>
              <a:buChar char="●"/>
            </a:pPr>
            <a:r>
              <a:rPr lang="en" sz="2400">
                <a:solidFill>
                  <a:schemeClr val="dk1"/>
                </a:solidFill>
                <a:latin typeface="Poppins"/>
                <a:ea typeface="Poppins"/>
                <a:cs typeface="Poppins"/>
                <a:sym typeface="Poppins"/>
              </a:rPr>
              <a:t>5 min for End of Course Survey</a:t>
            </a:r>
            <a:endParaRPr sz="2400">
              <a:solidFill>
                <a:schemeClr val="dk1"/>
              </a:solidFill>
              <a:latin typeface="Poppins"/>
              <a:ea typeface="Poppins"/>
              <a:cs typeface="Poppins"/>
              <a:sym typeface="Poppins"/>
            </a:endParaRPr>
          </a:p>
          <a:p>
            <a:pPr indent="-381000" lvl="0" marL="457200" rtl="0" algn="l">
              <a:spcBef>
                <a:spcPts val="0"/>
              </a:spcBef>
              <a:spcAft>
                <a:spcPts val="0"/>
              </a:spcAft>
              <a:buClr>
                <a:schemeClr val="dk1"/>
              </a:buClr>
              <a:buSzPts val="2400"/>
              <a:buFont typeface="Poppins"/>
              <a:buChar char="●"/>
            </a:pPr>
            <a:r>
              <a:rPr lang="en" sz="2400">
                <a:solidFill>
                  <a:schemeClr val="dk1"/>
                </a:solidFill>
                <a:latin typeface="Poppins"/>
                <a:ea typeface="Poppins"/>
                <a:cs typeface="Poppins"/>
                <a:sym typeface="Poppins"/>
              </a:rPr>
              <a:t>Check your email for the link</a:t>
            </a:r>
            <a:endParaRPr sz="2400">
              <a:solidFill>
                <a:schemeClr val="dk1"/>
              </a:solidFill>
              <a:latin typeface="Poppins"/>
              <a:ea typeface="Poppins"/>
              <a:cs typeface="Poppins"/>
              <a:sym typeface="Poppins"/>
            </a:endParaRPr>
          </a:p>
        </p:txBody>
      </p:sp>
      <p:pic>
        <p:nvPicPr>
          <p:cNvPr id="1398" name="Google Shape;1398;p179"/>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Set the perfect mood in your classroom, study session, or relaxation time with this 5-minute lo-fi classroom timer. Featuring calming beats and soothing visuals, this timer is great for focused learning, mindfulness, or productivity. Take a break or stay on track with peaceful lo-fi vibes that help you unwind and recharge.&#10;&#10;✨ WELCOME TO CHILL COUNTDOWN TIMERS™&#10;Thank you for making this video a part of your daily focus and relaxation routine!&#10;&#10;🎨 Behind the Scenes &amp; Originality:&#10;While this is one of our classic, foundational uploads featuring a clean and minimal aesthetic layout, please note that every element of this video was fully conceptualized, animated, and produced by me. I individually pair every visual theme with relaxing audio layers to create a dedicated tool for teachers, students, and anyone needing a calming focus assistant.&#10;&#10;🎈 Featuring Smilo™: This channel is the official home of Smilo™. We are dedicated to creating high-quality, high-utility, and original aesthetic countdowns.&#10;🎵 Music Credits: Audio tracks used are fully licensed and cleared for monetization on this channel.&#10;🛑 Copyright Disclaimer: All original graphical assets, timing structures, and video layouts are protected under copyright by Chill Countdown Timers™. Do not re-upload.&#10;&#10;&#10;&#10;&#10;&#10;Copyright Notice:&#10;All content on this channel, including music and visuals, is exclusively created and licensed for use by Chill Countdown Timers. Reuse, remixing, or redistribution of any kind — even with credit — is strictly prohibited. Unauthorized use may result in takedown notices.&#10;&#10;🔥 Before you go—click the playlist and keep your vibe alive.&#10;👀 Don’t scroll away—your next favorite timer is right here.&#10;&#10;&#10;&#10;&#10;#ClassroomTimer #5MinuteTimer #LoFiBeats #RelaxingTimer #StudyTimer #LoFiMusic #FocusTimer #RelaxationMusic #CalmMusic #classroomtimer  #TimerForKids #StudyBreakTimer #ChillBeats #brainbreaks #chillcountdowntimers #YouTube #fyp #viralmusic" id="1399" name="Google Shape;1399;p179" title="5 minute classroom timer with relaxing lofi music,  take a break timer">
            <a:hlinkClick r:id="rId4"/>
          </p:cNvPr>
          <p:cNvPicPr preferRelativeResize="0"/>
          <p:nvPr/>
        </p:nvPicPr>
        <p:blipFill>
          <a:blip r:embed="rId5">
            <a:alphaModFix/>
          </a:blip>
          <a:stretch>
            <a:fillRect/>
          </a:stretch>
        </p:blipFill>
        <p:spPr>
          <a:xfrm>
            <a:off x="2743200" y="290272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9"/>
                                        </p:tgtEl>
                                        <p:attrNameLst>
                                          <p:attrName>style.visibility</p:attrName>
                                        </p:attrNameLst>
                                      </p:cBhvr>
                                      <p:to>
                                        <p:strVal val="visible"/>
                                      </p:to>
                                    </p:set>
                                    <p:animEffect filter="fade" transition="in">
                                      <p:cBhvr>
                                        <p:cTn dur="1000"/>
                                        <p:tgtEl>
                                          <p:spTgt spid="1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180"/>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1405" name="Google Shape;1405;p18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06" name="Google Shape;1406;p180"/>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Your final HackerRank assessment is due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a:p>
            <a:pPr indent="-342900" lvl="0" marL="457200" rtl="0" algn="l">
              <a:spcBef>
                <a:spcPts val="0"/>
              </a:spcBef>
              <a:spcAft>
                <a:spcPts val="0"/>
              </a:spcAft>
              <a:buSzPts val="1800"/>
              <a:buChar char="❒"/>
            </a:pPr>
            <a:r>
              <a:rPr lang="en"/>
              <a:t>Sign-Up for Future Opportunities!</a:t>
            </a:r>
            <a:endParaRPr/>
          </a:p>
          <a:p>
            <a:pPr indent="-342900" lvl="1" marL="914400" rtl="0" algn="l">
              <a:spcBef>
                <a:spcPts val="0"/>
              </a:spcBef>
              <a:spcAft>
                <a:spcPts val="0"/>
              </a:spcAft>
              <a:buSzPts val="1800"/>
              <a:buChar char="○"/>
            </a:pPr>
            <a:r>
              <a:rPr lang="en" u="sng">
                <a:solidFill>
                  <a:schemeClr val="hlink"/>
                </a:solidFill>
                <a:hlinkClick action="ppaction://hlinksldjump" r:id="rId3"/>
              </a:rPr>
              <a:t>Interview Prep sessions</a:t>
            </a:r>
            <a:endParaRPr/>
          </a:p>
          <a:p>
            <a:pPr indent="-342900" lvl="1" marL="914400" rtl="0" algn="l">
              <a:spcBef>
                <a:spcPts val="0"/>
              </a:spcBef>
              <a:spcAft>
                <a:spcPts val="0"/>
              </a:spcAft>
              <a:buSzPts val="1800"/>
              <a:buChar char="○"/>
            </a:pPr>
            <a:r>
              <a:rPr lang="en" u="sng">
                <a:solidFill>
                  <a:schemeClr val="hlink"/>
                </a:solidFill>
                <a:hlinkClick action="ppaction://hlinksldjump" r:id="rId4"/>
              </a:rPr>
              <a:t>Interested in being a Tech Fellow? Start your application</a:t>
            </a:r>
            <a:endParaRPr/>
          </a:p>
          <a:p>
            <a:pPr indent="-342900" lvl="1" marL="914400" rtl="0" algn="l">
              <a:spcBef>
                <a:spcPts val="0"/>
              </a:spcBef>
              <a:spcAft>
                <a:spcPts val="0"/>
              </a:spcAft>
              <a:buSzPts val="1800"/>
              <a:buChar char="○"/>
            </a:pPr>
            <a:r>
              <a:rPr lang="en" u="sng">
                <a:solidFill>
                  <a:schemeClr val="hlink"/>
                </a:solidFill>
                <a:hlinkClick action="ppaction://hlinksldjump" r:id="rId5"/>
              </a:rPr>
              <a:t>Enrolling in your next class? Check out Fast Track Enrollment</a:t>
            </a:r>
            <a:endParaRPr/>
          </a:p>
        </p:txBody>
      </p:sp>
      <p:pic>
        <p:nvPicPr>
          <p:cNvPr id="1407" name="Google Shape;1407;p180"/>
          <p:cNvPicPr preferRelativeResize="0"/>
          <p:nvPr/>
        </p:nvPicPr>
        <p:blipFill>
          <a:blip r:embed="rId6">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