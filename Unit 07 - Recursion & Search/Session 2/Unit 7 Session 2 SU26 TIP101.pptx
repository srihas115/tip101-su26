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40" r:id="rId5"/>
    <p:sldMasterId id="2147483741" r:id="rId6"/>
    <p:sldMasterId id="2147483742" r:id="rId7"/>
    <p:sldMasterId id="214748374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Lst>
  <p:sldSz cy="5143500" cx="9144000"/>
  <p:notesSz cx="6858000" cy="9144000"/>
  <p:embeddedFontLst>
    <p:embeddedFont>
      <p:font typeface="Space Mono"/>
      <p:regular r:id="rId31"/>
      <p:bold r:id="rId32"/>
      <p:italic r:id="rId33"/>
      <p:boldItalic r:id="rId34"/>
    </p:embeddedFont>
    <p:embeddedFont>
      <p:font typeface="Poppins"/>
      <p:regular r:id="rId35"/>
      <p:bold r:id="rId36"/>
      <p:italic r:id="rId37"/>
      <p:boldItalic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576">
          <p15:clr>
            <a:srgbClr val="9AA0A6"/>
          </p15:clr>
        </p15:guide>
        <p15:guide id="4" pos="1152">
          <p15:clr>
            <a:srgbClr val="9AA0A6"/>
          </p15:clr>
        </p15:guide>
        <p15:guide id="5" pos="1728">
          <p15:clr>
            <a:srgbClr val="9AA0A6"/>
          </p15:clr>
        </p15:guide>
        <p15:guide id="6" pos="2304">
          <p15:clr>
            <a:srgbClr val="9AA0A6"/>
          </p15:clr>
        </p15:guide>
        <p15:guide id="7" pos="3456">
          <p15:clr>
            <a:srgbClr val="9AA0A6"/>
          </p15:clr>
        </p15:guide>
        <p15:guide id="8" pos="4032">
          <p15:clr>
            <a:srgbClr val="9AA0A6"/>
          </p15:clr>
        </p15:guide>
        <p15:guide id="9" pos="4608">
          <p15:clr>
            <a:srgbClr val="9AA0A6"/>
          </p15:clr>
        </p15:guide>
        <p15:guide id="10" pos="5184">
          <p15:clr>
            <a:srgbClr val="9AA0A6"/>
          </p15:clr>
        </p15:guide>
        <p15:guide id="11" orient="horz" pos="468">
          <p15:clr>
            <a:srgbClr val="9AA0A6"/>
          </p15:clr>
        </p15:guide>
        <p15:guide id="12" orient="horz" pos="1044">
          <p15:clr>
            <a:srgbClr val="9AA0A6"/>
          </p15:clr>
        </p15:guide>
        <p15:guide id="13" orient="horz" pos="2772">
          <p15:clr>
            <a:srgbClr val="9AA0A6"/>
          </p15:clr>
        </p15:guide>
        <p15:guide id="14" orient="horz" pos="219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6DB45B-8DFF-4387-9FC6-7E861ECC0BF2}">
  <a:tblStyle styleId="{3C6DB45B-8DFF-4387-9FC6-7E861ECC0BF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576"/>
        <p:guide pos="1152"/>
        <p:guide pos="1728"/>
        <p:guide pos="2304"/>
        <p:guide pos="3456"/>
        <p:guide pos="4032"/>
        <p:guide pos="4608"/>
        <p:guide pos="5184"/>
        <p:guide pos="468" orient="horz"/>
        <p:guide pos="1044" orient="horz"/>
        <p:guide pos="2772" orient="horz"/>
        <p:guide pos="219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1.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0.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SpaceMono-regular.fntdata"/><Relationship Id="rId30" Type="http://schemas.openxmlformats.org/officeDocument/2006/relationships/slide" Target="slides/slide21.xml"/><Relationship Id="rId11" Type="http://schemas.openxmlformats.org/officeDocument/2006/relationships/slide" Target="slides/slide2.xml"/><Relationship Id="rId33" Type="http://schemas.openxmlformats.org/officeDocument/2006/relationships/font" Target="fonts/SpaceMono-italic.fntdata"/><Relationship Id="rId10" Type="http://schemas.openxmlformats.org/officeDocument/2006/relationships/slide" Target="slides/slide1.xml"/><Relationship Id="rId32" Type="http://schemas.openxmlformats.org/officeDocument/2006/relationships/font" Target="fonts/SpaceMono-bold.fntdata"/><Relationship Id="rId13" Type="http://schemas.openxmlformats.org/officeDocument/2006/relationships/slide" Target="slides/slide4.xml"/><Relationship Id="rId35" Type="http://schemas.openxmlformats.org/officeDocument/2006/relationships/font" Target="fonts/Poppins-regular.fntdata"/><Relationship Id="rId12" Type="http://schemas.openxmlformats.org/officeDocument/2006/relationships/slide" Target="slides/slide3.xml"/><Relationship Id="rId34" Type="http://schemas.openxmlformats.org/officeDocument/2006/relationships/font" Target="fonts/SpaceMono-boldItalic.fntdata"/><Relationship Id="rId15" Type="http://schemas.openxmlformats.org/officeDocument/2006/relationships/slide" Target="slides/slide6.xml"/><Relationship Id="rId37" Type="http://schemas.openxmlformats.org/officeDocument/2006/relationships/font" Target="fonts/Poppins-italic.fntdata"/><Relationship Id="rId14" Type="http://schemas.openxmlformats.org/officeDocument/2006/relationships/slide" Target="slides/slide5.xml"/><Relationship Id="rId36" Type="http://schemas.openxmlformats.org/officeDocument/2006/relationships/font" Target="fonts/Poppins-bold.fntdata"/><Relationship Id="rId17" Type="http://schemas.openxmlformats.org/officeDocument/2006/relationships/slide" Target="slides/slide8.xml"/><Relationship Id="rId39" Type="http://schemas.openxmlformats.org/officeDocument/2006/relationships/font" Target="fonts/RobotoMono-regular.fntdata"/><Relationship Id="rId16" Type="http://schemas.openxmlformats.org/officeDocument/2006/relationships/slide" Target="slides/slide7.xml"/><Relationship Id="rId38" Type="http://schemas.openxmlformats.org/officeDocument/2006/relationships/font" Target="fonts/Poppins-boldItalic.fntdata"/><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2207377aca_0_1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2207377aca_0_1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Introduce the session and prepare students for peer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students and set a collaborative tone for the session.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Emphasize the importance of mock interviews in building technical and communication skills.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Welcome to Week 7, Session 2 of TIP101! Today, we’ll be conducting peer mock interviews. This is your opportunity to practice the skills you’ve been building in a real-world interview scenario.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Remember, the goal is to learn and improve—mistakes are part of the process, so don’t worry if things don’t go perfectly.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"What’s one thing you’re looking forward to or hope to learn in today’s session?"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2207377aca_0_1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32207377aca_0_1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Outline the session's structure and set expectations.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Walk students through the schedule and ensure clarity about the activities.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what we’ll cover today: We’ll start with peer mock interviews, take a short break, and then dive into collaborative problem-solving. We’ll wrap up with reflections and next steps.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focus today is on applying the UMPIRE strategy and improving interview techniques.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Pause to ask if anyone has questions or needs clarification about the schedule.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2207377aca_0_1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2207377aca_0_1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SLIDES_API37802756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4" name="Google Shape;734;SLIDES_API37802756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Encourage visual engagement to foster connection during the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enable their cameras and submit the entry ticket.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kick off our session by turning on our cameras!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Also, don’t forget to fill out the entry ticket to help us organize breakout rooms later.</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Use humor or compliments: "Let’s see those smiles!"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Acknowledge and thank students who turn on their cameras.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f508dd6f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3" name="Google Shape;743;g3f508dd6f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f5459e13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f5459e13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Share feedback from the previous session and highlight areas of success and improvement.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feedback from the previous session's survey and present key takeaways.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From your feedback, it seems many of you enjoyed [highlighted aspect]. One suggestion was [area for improvement]. We’ll work on that today.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anyone have additional feedback or suggestions?"</a:t>
            </a:r>
            <a:endParaRPr>
              <a:solidFill>
                <a:schemeClr val="dk1"/>
              </a:solidFill>
            </a:endParaRPr>
          </a:p>
          <a:p>
            <a:pPr indent="0" lvl="0" marL="0" rtl="0" algn="l">
              <a:spcBef>
                <a:spcPts val="0"/>
              </a:spcBef>
              <a:spcAft>
                <a:spcPts val="0"/>
              </a:spcAft>
              <a:buNone/>
            </a:pPr>
            <a:r>
              <a:t/>
            </a:r>
            <a:endParaRPr b="1">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3f508dd6ff9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3f508dd6ff9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2207377aca_0_19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2207377aca_0_19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2207377aca_0_19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32207377aca_0_19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Explain the roles and expectations for peer mock interviews.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Clearly define the interviewer and interviewee roles.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Here’s how the mock interviews will work: One student will act as the interviewer, guiding the process by asking questions, clarifying requirements, and prompting the interviewee to think about edge cases or optimizations.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 other student will act as the interviewee, solving the problem while thinking aloud and applying the UMPIRE steps. The key here is clear communication—you should explain your thought process as you go.</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You’ll stay in your assigned role for the duration of the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Ask: "Does everyone feel comfortable with their roles? What questions do you have about how this process works?"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224d6674ac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224d6674ac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 Purpose:</a:t>
            </a:r>
            <a:r>
              <a:rPr lang="en">
                <a:solidFill>
                  <a:schemeClr val="dk1"/>
                </a:solidFill>
              </a:rPr>
              <a:t> Highlight the importance of constructive feedback after the mock interview.</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Explain the structure and goals of the feedback session.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At the end of the mock interview, the interviewer will provide feedback. Focus on one strength and one area for improvement.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feedback is meant to help your peer grow and identify areas they can work on. Be specific and constructive.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example, you might say, 'You did a great job explaining your thought process, but you could work on handling edge cases more thoroughly.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thoughtfulness: "What’s one thing you’d appreciate hearing from a peer about your own performance?"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f542f583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f542f583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f508dd6ff9_0_8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f508dd6ff9_0_8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f508dd6ff9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3f508dd6ff9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224d6674a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3224d6674a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Reflect on the mock interviews and gather feedback on the process.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Facilitate a discussion to help students consolidate their learnings from the interviews.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a moment to reflect. In the chat, share one thing that went well during the mock interviews and one thing we can work on to improve.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This is a chance to celebrate your wins and identify specific ways to grow as interviewers and interviewees.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emphasizing actionable insights. Encourage follow-up: "Why do you think that approach worked well?" or "What’s one way you’d implement that feedback in your next interview?"</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2873188bab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2873188bab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Provide a short break to refresh and re-energize.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Announce the break and remind students to return on time.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Play the countdown timer video (be sure to share sound).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take 5 minutes to step away from the screen. Be sure to return promptly.</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32873188bab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32873188bab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2873188bab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2873188bab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32873188bab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2" name="Google Shape;832;g32873188bab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2873188bab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32873188bab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End the session on a positive note.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Prompt students to share their reflections in the chat.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Let’s celebrate your wins. Share one good thing you learned or accomplished today!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Read a few responses aloud and celebrate with enthusiasm.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g32873188bab_0_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3" name="Google Shape;843;g32873188bab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Gather feedback to improve future sessions.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Share the survey link and emphasize its importance.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Your feedback helps us make these sessions even better. Please take a moment to complete the survey.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Thank students for their input and explain how feedback has been used in the past.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SLIDES_API37802756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SLIDES_API37802756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 Purpose:</a:t>
            </a:r>
            <a:r>
              <a:rPr lang="en">
                <a:solidFill>
                  <a:schemeClr val="dk1"/>
                </a:solidFill>
              </a:rPr>
              <a:t> Reinforce key tasks and deadlines.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doing?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Summarize next steps and encourage continued engagement.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What should I be saying?</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Don’t forget to complete the problem sets and take the HackerRank assessment by Sunday!</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a:solidFill>
                  <a:schemeClr val="dk1"/>
                </a:solidFill>
              </a:rPr>
              <a:t>🙌🏽 How should I engage students?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Encourage students to ask any lingering questions before signing off.</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43.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49.png"/><Relationship Id="rId5"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2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5.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36.png"/><Relationship Id="rId6" Type="http://schemas.openxmlformats.org/officeDocument/2006/relationships/image" Target="../media/image3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6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3.png"/><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image" Target="../media/image18.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8.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49.png"/><Relationship Id="rId5" Type="http://schemas.openxmlformats.org/officeDocument/2006/relationships/image" Target="../media/image3.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0.png"/><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2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5.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36.png"/><Relationship Id="rId6" Type="http://schemas.openxmlformats.org/officeDocument/2006/relationships/image" Target="../media/image37.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3.png"/><Relationship Id="rId3" Type="http://schemas.openxmlformats.org/officeDocument/2006/relationships/image" Target="../media/image1.png"/><Relationship Id="rId4" Type="http://schemas.openxmlformats.org/officeDocument/2006/relationships/image" Target="../media/image2.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6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3.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43.pn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image" Target="../media/image18.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 Id="rId3"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1.png"/><Relationship Id="rId3" Type="http://schemas.openxmlformats.org/officeDocument/2006/relationships/image" Target="../media/image20.png"/><Relationship Id="rId4" Type="http://schemas.openxmlformats.org/officeDocument/2006/relationships/image" Target="../media/image3.png"/><Relationship Id="rId5"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49.png"/><Relationship Id="rId5" Type="http://schemas.openxmlformats.org/officeDocument/2006/relationships/image" Target="../media/image3.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0.png"/><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3.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23.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0.png"/><Relationship Id="rId3" Type="http://schemas.openxmlformats.org/officeDocument/2006/relationships/image" Target="../media/image21.png"/><Relationship Id="rId4" Type="http://schemas.openxmlformats.org/officeDocument/2006/relationships/image" Target="../media/image28.png"/><Relationship Id="rId5" Type="http://schemas.openxmlformats.org/officeDocument/2006/relationships/image" Target="../media/image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 Id="rId3" Type="http://schemas.openxmlformats.org/officeDocument/2006/relationships/image" Target="../media/image32.png"/><Relationship Id="rId4" Type="http://schemas.openxmlformats.org/officeDocument/2006/relationships/image" Target="../media/image27.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5.png"/><Relationship Id="rId3" Type="http://schemas.openxmlformats.org/officeDocument/2006/relationships/image" Target="../media/image2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5.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36.png"/><Relationship Id="rId6" Type="http://schemas.openxmlformats.org/officeDocument/2006/relationships/image" Target="../media/image37.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1.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53" name="Shape 53"/>
        <p:cNvGrpSpPr/>
        <p:nvPr/>
      </p:nvGrpSpPr>
      <p:grpSpPr>
        <a:xfrm>
          <a:off x="0" y="0"/>
          <a:ext cx="0" cy="0"/>
          <a:chOff x="0" y="0"/>
          <a:chExt cx="0" cy="0"/>
        </a:xfrm>
      </p:grpSpPr>
      <p:pic>
        <p:nvPicPr>
          <p:cNvPr id="54" name="Google Shape;54;p1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55" name="Google Shape;55;p1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6" name="Shape 56"/>
        <p:cNvGrpSpPr/>
        <p:nvPr/>
      </p:nvGrpSpPr>
      <p:grpSpPr>
        <a:xfrm>
          <a:off x="0" y="0"/>
          <a:ext cx="0" cy="0"/>
          <a:chOff x="0" y="0"/>
          <a:chExt cx="0" cy="0"/>
        </a:xfrm>
      </p:grpSpPr>
      <p:pic>
        <p:nvPicPr>
          <p:cNvPr id="57" name="Google Shape;57;p1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8" name="Google Shape;58;p15"/>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9" name="Google Shape;59;p1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5"/>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61" name="Shape 61"/>
        <p:cNvGrpSpPr/>
        <p:nvPr/>
      </p:nvGrpSpPr>
      <p:grpSpPr>
        <a:xfrm>
          <a:off x="0" y="0"/>
          <a:ext cx="0" cy="0"/>
          <a:chOff x="0" y="0"/>
          <a:chExt cx="0" cy="0"/>
        </a:xfrm>
      </p:grpSpPr>
      <p:pic>
        <p:nvPicPr>
          <p:cNvPr descr="Divider4.png" id="62" name="Google Shape;62;p16"/>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63" name="Google Shape;63;p16"/>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64" name="Google Shape;64;p16"/>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65" name="Google Shape;65;p16"/>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66" name="Google Shape;66;p16"/>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67" name="Google Shape;67;p16"/>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68" name="Shape 68"/>
        <p:cNvGrpSpPr/>
        <p:nvPr/>
      </p:nvGrpSpPr>
      <p:grpSpPr>
        <a:xfrm>
          <a:off x="0" y="0"/>
          <a:ext cx="0" cy="0"/>
          <a:chOff x="0" y="0"/>
          <a:chExt cx="0" cy="0"/>
        </a:xfrm>
      </p:grpSpPr>
      <p:sp>
        <p:nvSpPr>
          <p:cNvPr id="69" name="Google Shape;69;p17"/>
          <p:cNvSpPr txBox="1"/>
          <p:nvPr/>
        </p:nvSpPr>
        <p:spPr>
          <a:xfrm>
            <a:off x="552800" y="344402"/>
            <a:ext cx="8239200" cy="657000"/>
          </a:xfrm>
          <a:prstGeom prst="rect">
            <a:avLst/>
          </a:prstGeom>
          <a:noFill/>
          <a:ln>
            <a:noFill/>
          </a:ln>
        </p:spPr>
        <p:txBody>
          <a:bodyPr anchorCtr="0" anchor="t"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3600">
                <a:solidFill>
                  <a:schemeClr val="dk1"/>
                </a:solidFill>
                <a:latin typeface="Space Mono"/>
                <a:ea typeface="Space Mono"/>
                <a:cs typeface="Space Mono"/>
                <a:sym typeface="Space Mono"/>
              </a:rPr>
              <a:t>Agenda</a:t>
            </a:r>
            <a:endParaRPr b="1" sz="3600">
              <a:solidFill>
                <a:srgbClr val="05103E"/>
              </a:solidFill>
              <a:latin typeface="Space Mono"/>
              <a:ea typeface="Space Mono"/>
              <a:cs typeface="Space Mono"/>
              <a:sym typeface="Space Mono"/>
            </a:endParaRPr>
          </a:p>
        </p:txBody>
      </p:sp>
      <p:grpSp>
        <p:nvGrpSpPr>
          <p:cNvPr id="70" name="Google Shape;70;p17"/>
          <p:cNvGrpSpPr/>
          <p:nvPr/>
        </p:nvGrpSpPr>
        <p:grpSpPr>
          <a:xfrm rot="5400000">
            <a:off x="5719749" y="1629787"/>
            <a:ext cx="4964577" cy="1883925"/>
            <a:chOff x="4152224" y="1218499"/>
            <a:chExt cx="4964577" cy="1883925"/>
          </a:xfrm>
        </p:grpSpPr>
        <p:pic>
          <p:nvPicPr>
            <p:cNvPr id="71" name="Google Shape;71;p17"/>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72" name="Google Shape;72;p17"/>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73" name="Google Shape;73;p1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4" name="Google Shape;74;p1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75" name="Shape 75"/>
        <p:cNvGrpSpPr/>
        <p:nvPr/>
      </p:nvGrpSpPr>
      <p:grpSpPr>
        <a:xfrm>
          <a:off x="0" y="0"/>
          <a:ext cx="0" cy="0"/>
          <a:chOff x="0" y="0"/>
          <a:chExt cx="0" cy="0"/>
        </a:xfrm>
      </p:grpSpPr>
      <p:pic>
        <p:nvPicPr>
          <p:cNvPr id="76" name="Google Shape;76;p18"/>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77" name="Google Shape;77;p18"/>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78" name="Google Shape;78;p18"/>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79" name="Google Shape;79;p18"/>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80" name="Google Shape;80;p1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81" name="Google Shape;81;p1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18"/>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83" name="Google Shape;83;p18"/>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84" name="Shape 84"/>
        <p:cNvGrpSpPr/>
        <p:nvPr/>
      </p:nvGrpSpPr>
      <p:grpSpPr>
        <a:xfrm>
          <a:off x="0" y="0"/>
          <a:ext cx="0" cy="0"/>
          <a:chOff x="0" y="0"/>
          <a:chExt cx="0" cy="0"/>
        </a:xfrm>
      </p:grpSpPr>
      <p:pic>
        <p:nvPicPr>
          <p:cNvPr id="85" name="Google Shape;85;p19"/>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86" name="Google Shape;86;p19"/>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87" name="Google Shape;87;p19"/>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88" name="Google Shape;88;p19"/>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89" name="Google Shape;89;p1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90" name="Google Shape;90;p1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9"/>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92" name="Shape 92"/>
        <p:cNvGrpSpPr/>
        <p:nvPr/>
      </p:nvGrpSpPr>
      <p:grpSpPr>
        <a:xfrm>
          <a:off x="0" y="0"/>
          <a:ext cx="0" cy="0"/>
          <a:chOff x="0" y="0"/>
          <a:chExt cx="0" cy="0"/>
        </a:xfrm>
      </p:grpSpPr>
      <p:pic>
        <p:nvPicPr>
          <p:cNvPr id="93" name="Google Shape;93;p20"/>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94" name="Google Shape;94;p20"/>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95" name="Google Shape;95;p20"/>
          <p:cNvGrpSpPr/>
          <p:nvPr/>
        </p:nvGrpSpPr>
        <p:grpSpPr>
          <a:xfrm>
            <a:off x="5709066" y="201260"/>
            <a:ext cx="2296623" cy="4424889"/>
            <a:chOff x="5598780" y="137712"/>
            <a:chExt cx="2577001" cy="4664652"/>
          </a:xfrm>
        </p:grpSpPr>
        <p:pic>
          <p:nvPicPr>
            <p:cNvPr id="96" name="Google Shape;96;p20"/>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97" name="Google Shape;97;p20"/>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8" name="Google Shape;98;p20"/>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99" name="Google Shape;99;p20"/>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00" name="Google Shape;100;p2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0"/>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04" name="Google Shape;104;p2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05" name="Google Shape;105;p2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06" name="Google Shape;106;p2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07" name="Google Shape;107;p2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1"/>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21"/>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110" name="Shape 110"/>
        <p:cNvGrpSpPr/>
        <p:nvPr/>
      </p:nvGrpSpPr>
      <p:grpSpPr>
        <a:xfrm>
          <a:off x="0" y="0"/>
          <a:ext cx="0" cy="0"/>
          <a:chOff x="0" y="0"/>
          <a:chExt cx="0" cy="0"/>
        </a:xfrm>
      </p:grpSpPr>
      <p:pic>
        <p:nvPicPr>
          <p:cNvPr id="111" name="Google Shape;111;p22"/>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112" name="Google Shape;112;p2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13" name="Google Shape;113;p2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14" name="Google Shape;114;p2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15" name="Google Shape;115;p2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4344100" y="398125"/>
            <a:ext cx="4546500" cy="4222800"/>
            <a:chOff x="4344100" y="398125"/>
            <a:chExt cx="4546500" cy="4222800"/>
          </a:xfrm>
        </p:grpSpPr>
        <p:sp>
          <p:nvSpPr>
            <p:cNvPr id="117" name="Google Shape;117;p22"/>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 name="Google Shape;118;p22"/>
            <p:cNvGrpSpPr/>
            <p:nvPr/>
          </p:nvGrpSpPr>
          <p:grpSpPr>
            <a:xfrm>
              <a:off x="4445450" y="524200"/>
              <a:ext cx="399495" cy="101100"/>
              <a:chOff x="4445450" y="524200"/>
              <a:chExt cx="399495" cy="101100"/>
            </a:xfrm>
          </p:grpSpPr>
          <p:sp>
            <p:nvSpPr>
              <p:cNvPr id="119" name="Google Shape;119;p22"/>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2"/>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2"/>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123" name="Shape 123"/>
        <p:cNvGrpSpPr/>
        <p:nvPr/>
      </p:nvGrpSpPr>
      <p:grpSpPr>
        <a:xfrm>
          <a:off x="0" y="0"/>
          <a:ext cx="0" cy="0"/>
          <a:chOff x="0" y="0"/>
          <a:chExt cx="0" cy="0"/>
        </a:xfrm>
      </p:grpSpPr>
      <p:pic>
        <p:nvPicPr>
          <p:cNvPr id="124" name="Google Shape;124;p23"/>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125" name="Google Shape;125;p23"/>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26" name="Google Shape;126;p23"/>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27" name="Google Shape;127;p23"/>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28" name="Google Shape;128;p2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129" name="Shape 129"/>
        <p:cNvGrpSpPr/>
        <p:nvPr/>
      </p:nvGrpSpPr>
      <p:grpSpPr>
        <a:xfrm>
          <a:off x="0" y="0"/>
          <a:ext cx="0" cy="0"/>
          <a:chOff x="0" y="0"/>
          <a:chExt cx="0" cy="0"/>
        </a:xfrm>
      </p:grpSpPr>
      <p:pic>
        <p:nvPicPr>
          <p:cNvPr id="130" name="Google Shape;130;p24"/>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131" name="Google Shape;131;p24"/>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4"/>
          <p:cNvSpPr txBox="1"/>
          <p:nvPr/>
        </p:nvSpPr>
        <p:spPr>
          <a:xfrm>
            <a:off x="357200" y="408225"/>
            <a:ext cx="4419000" cy="461700"/>
          </a:xfrm>
          <a:prstGeom prst="rect">
            <a:avLst/>
          </a:prstGeom>
          <a:noFill/>
          <a:ln>
            <a:noFill/>
          </a:ln>
        </p:spPr>
        <p:txBody>
          <a:bodyPr anchorCtr="0" anchor="t" bIns="91425" lIns="91425" spcFirstLastPara="1" rIns="91425" wrap="square" tIns="91425">
            <a:sp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133" name="Google Shape;133;p24"/>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134" name="Google Shape;134;p2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4"/>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136" name="Google Shape;136;p24"/>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37" name="Google Shape;137;p24"/>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138" name="Shape 138"/>
        <p:cNvGrpSpPr/>
        <p:nvPr/>
      </p:nvGrpSpPr>
      <p:grpSpPr>
        <a:xfrm>
          <a:off x="0" y="0"/>
          <a:ext cx="0" cy="0"/>
          <a:chOff x="0" y="0"/>
          <a:chExt cx="0" cy="0"/>
        </a:xfrm>
      </p:grpSpPr>
      <p:pic>
        <p:nvPicPr>
          <p:cNvPr id="139" name="Google Shape;139;p25"/>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140" name="Google Shape;140;p25"/>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141" name="Google Shape;141;p2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42" name="Google Shape;142;p2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43" name="Google Shape;143;p2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145" name="Google Shape;145;p2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46" name="Google Shape;146;p2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147" name="Google Shape;147;p25"/>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148" name="Shape 148"/>
        <p:cNvGrpSpPr/>
        <p:nvPr/>
      </p:nvGrpSpPr>
      <p:grpSpPr>
        <a:xfrm>
          <a:off x="0" y="0"/>
          <a:ext cx="0" cy="0"/>
          <a:chOff x="0" y="0"/>
          <a:chExt cx="0" cy="0"/>
        </a:xfrm>
      </p:grpSpPr>
      <p:pic>
        <p:nvPicPr>
          <p:cNvPr id="149" name="Google Shape;149;p2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150" name="Google Shape;150;p2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151" name="Google Shape;151;p26"/>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52" name="Google Shape;152;p2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153" name="Google Shape;153;p2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154" name="Google Shape;154;p26"/>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155" name="Google Shape;155;p2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156" name="Google Shape;156;p26"/>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157" name="Shape 157"/>
        <p:cNvGrpSpPr/>
        <p:nvPr/>
      </p:nvGrpSpPr>
      <p:grpSpPr>
        <a:xfrm>
          <a:off x="0" y="0"/>
          <a:ext cx="0" cy="0"/>
          <a:chOff x="0" y="0"/>
          <a:chExt cx="0" cy="0"/>
        </a:xfrm>
      </p:grpSpPr>
      <p:pic>
        <p:nvPicPr>
          <p:cNvPr id="158" name="Google Shape;158;p27"/>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159" name="Google Shape;159;p2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60" name="Google Shape;160;p27"/>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61" name="Google Shape;161;p27"/>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62" name="Google Shape;162;p2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63" name="Google Shape;163;p2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64" name="Google Shape;164;p2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165" name="Google Shape;165;p2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66" name="Google Shape;166;p27"/>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167" name="Shape 167"/>
        <p:cNvGrpSpPr/>
        <p:nvPr/>
      </p:nvGrpSpPr>
      <p:grpSpPr>
        <a:xfrm>
          <a:off x="0" y="0"/>
          <a:ext cx="0" cy="0"/>
          <a:chOff x="0" y="0"/>
          <a:chExt cx="0" cy="0"/>
        </a:xfrm>
      </p:grpSpPr>
      <p:pic>
        <p:nvPicPr>
          <p:cNvPr id="168" name="Google Shape;168;p28"/>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169" name="Google Shape;169;p28"/>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170" name="Google Shape;170;p28"/>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171" name="Google Shape;171;p28"/>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72" name="Google Shape;172;p2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73" name="Google Shape;173;p2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74" name="Google Shape;174;p28"/>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175" name="Google Shape;175;p2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76" name="Google Shape;176;p2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177" name="Shape 177"/>
        <p:cNvGrpSpPr/>
        <p:nvPr/>
      </p:nvGrpSpPr>
      <p:grpSpPr>
        <a:xfrm>
          <a:off x="0" y="0"/>
          <a:ext cx="0" cy="0"/>
          <a:chOff x="0" y="0"/>
          <a:chExt cx="0" cy="0"/>
        </a:xfrm>
      </p:grpSpPr>
      <p:pic>
        <p:nvPicPr>
          <p:cNvPr id="178" name="Google Shape;178;p29"/>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179" name="Google Shape;179;p2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180" name="Google Shape;180;p2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81" name="Google Shape;181;p29"/>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82" name="Google Shape;182;p2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83" name="Google Shape;183;p2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9"/>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185" name="Google Shape;185;p2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86" name="Google Shape;186;p29"/>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187" name="Google Shape;187;p29"/>
          <p:cNvSpPr/>
          <p:nvPr/>
        </p:nvSpPr>
        <p:spPr>
          <a:xfrm>
            <a:off x="7040775" y="1347600"/>
            <a:ext cx="1764000" cy="1755000"/>
          </a:xfrm>
          <a:prstGeom prst="roundRect">
            <a:avLst>
              <a:gd fmla="val 4613" name="adj"/>
            </a:avLst>
          </a:prstGeom>
          <a:solidFill>
            <a:srgbClr val="FFF6B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Poppins"/>
                <a:ea typeface="Poppins"/>
                <a:cs typeface="Poppins"/>
                <a:sym typeface="Poppins"/>
              </a:rPr>
              <a:t>Questions? </a:t>
            </a:r>
            <a:r>
              <a:rPr lang="en" sz="1800">
                <a:latin typeface="Poppins"/>
                <a:ea typeface="Poppins"/>
                <a:cs typeface="Poppins"/>
                <a:sym typeface="Poppins"/>
              </a:rPr>
              <a:t>Post on Slack and tag:</a:t>
            </a:r>
            <a:endParaRPr sz="1800">
              <a:latin typeface="Poppins"/>
              <a:ea typeface="Poppins"/>
              <a:cs typeface="Poppins"/>
              <a:sym typeface="Poppins"/>
            </a:endParaRPr>
          </a:p>
        </p:txBody>
      </p:sp>
      <p:sp>
        <p:nvSpPr>
          <p:cNvPr id="188" name="Google Shape;188;p29"/>
          <p:cNvSpPr txBox="1"/>
          <p:nvPr>
            <p:ph idx="3" type="subTitle"/>
          </p:nvPr>
        </p:nvSpPr>
        <p:spPr>
          <a:xfrm>
            <a:off x="7040775" y="2436050"/>
            <a:ext cx="1764000" cy="4317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1800"/>
              <a:buNone/>
              <a:defRPr b="1">
                <a:solidFill>
                  <a:schemeClr val="dk1"/>
                </a:solidFill>
              </a:defRPr>
            </a:lvl1pPr>
            <a:lvl2pPr lvl="1" algn="ctr">
              <a:spcBef>
                <a:spcPts val="0"/>
              </a:spcBef>
              <a:spcAft>
                <a:spcPts val="0"/>
              </a:spcAft>
              <a:buClr>
                <a:schemeClr val="dk1"/>
              </a:buClr>
              <a:buSzPts val="1400"/>
              <a:buNone/>
              <a:defRPr b="1">
                <a:solidFill>
                  <a:schemeClr val="dk1"/>
                </a:solidFill>
              </a:defRPr>
            </a:lvl2pPr>
            <a:lvl3pPr lvl="2" algn="ctr">
              <a:spcBef>
                <a:spcPts val="0"/>
              </a:spcBef>
              <a:spcAft>
                <a:spcPts val="0"/>
              </a:spcAft>
              <a:buClr>
                <a:schemeClr val="dk1"/>
              </a:buClr>
              <a:buSzPts val="1400"/>
              <a:buNone/>
              <a:defRPr b="1">
                <a:solidFill>
                  <a:schemeClr val="dk1"/>
                </a:solidFill>
              </a:defRPr>
            </a:lvl3pPr>
            <a:lvl4pPr lvl="3" algn="ctr">
              <a:spcBef>
                <a:spcPts val="0"/>
              </a:spcBef>
              <a:spcAft>
                <a:spcPts val="0"/>
              </a:spcAft>
              <a:buClr>
                <a:schemeClr val="dk1"/>
              </a:buClr>
              <a:buSzPts val="1400"/>
              <a:buNone/>
              <a:defRPr b="1">
                <a:solidFill>
                  <a:schemeClr val="dk1"/>
                </a:solidFill>
              </a:defRPr>
            </a:lvl4pPr>
            <a:lvl5pPr lvl="4" algn="ctr">
              <a:spcBef>
                <a:spcPts val="0"/>
              </a:spcBef>
              <a:spcAft>
                <a:spcPts val="0"/>
              </a:spcAft>
              <a:buClr>
                <a:schemeClr val="dk1"/>
              </a:buClr>
              <a:buSzPts val="1400"/>
              <a:buNone/>
              <a:defRPr b="1">
                <a:solidFill>
                  <a:schemeClr val="dk1"/>
                </a:solidFill>
              </a:defRPr>
            </a:lvl5pPr>
            <a:lvl6pPr lvl="5" algn="ctr">
              <a:spcBef>
                <a:spcPts val="0"/>
              </a:spcBef>
              <a:spcAft>
                <a:spcPts val="0"/>
              </a:spcAft>
              <a:buClr>
                <a:schemeClr val="dk1"/>
              </a:buClr>
              <a:buSzPts val="1400"/>
              <a:buNone/>
              <a:defRPr b="1">
                <a:solidFill>
                  <a:schemeClr val="dk1"/>
                </a:solidFill>
              </a:defRPr>
            </a:lvl6pPr>
            <a:lvl7pPr lvl="6" algn="ctr">
              <a:spcBef>
                <a:spcPts val="0"/>
              </a:spcBef>
              <a:spcAft>
                <a:spcPts val="0"/>
              </a:spcAft>
              <a:buClr>
                <a:schemeClr val="dk1"/>
              </a:buClr>
              <a:buSzPts val="1400"/>
              <a:buNone/>
              <a:defRPr b="1">
                <a:solidFill>
                  <a:schemeClr val="dk1"/>
                </a:solidFill>
              </a:defRPr>
            </a:lvl7pPr>
            <a:lvl8pPr lvl="7" algn="ctr">
              <a:spcBef>
                <a:spcPts val="0"/>
              </a:spcBef>
              <a:spcAft>
                <a:spcPts val="0"/>
              </a:spcAft>
              <a:buClr>
                <a:schemeClr val="dk1"/>
              </a:buClr>
              <a:buSzPts val="1400"/>
              <a:buNone/>
              <a:defRPr b="1">
                <a:solidFill>
                  <a:schemeClr val="dk1"/>
                </a:solidFill>
              </a:defRPr>
            </a:lvl8pPr>
            <a:lvl9pPr lvl="8" algn="ctr">
              <a:spcBef>
                <a:spcPts val="0"/>
              </a:spcBef>
              <a:spcAft>
                <a:spcPts val="0"/>
              </a:spcAft>
              <a:buClr>
                <a:schemeClr val="dk1"/>
              </a:buClr>
              <a:buSzPts val="1400"/>
              <a:buNone/>
              <a:defRPr b="1">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189" name="Shape 189"/>
        <p:cNvGrpSpPr/>
        <p:nvPr/>
      </p:nvGrpSpPr>
      <p:grpSpPr>
        <a:xfrm>
          <a:off x="0" y="0"/>
          <a:ext cx="0" cy="0"/>
          <a:chOff x="0" y="0"/>
          <a:chExt cx="0" cy="0"/>
        </a:xfrm>
      </p:grpSpPr>
      <p:pic>
        <p:nvPicPr>
          <p:cNvPr id="190" name="Google Shape;190;p30"/>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191" name="Google Shape;191;p30"/>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192" name="Google Shape;192;p3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193" name="Google Shape;193;p30"/>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194" name="Google Shape;194;p3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195" name="Google Shape;195;p3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196" name="Google Shape;196;p3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197" name="Google Shape;197;p3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198" name="Google Shape;198;p3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199"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201" name="Google Shape;201;p31"/>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202" name="Google Shape;202;p31"/>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203" name="Google Shape;203;p3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04" name="Google Shape;204;p3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05" name="Google Shape;205;p31"/>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31"/>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207" name="Google Shape;207;p31"/>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08" name="Google Shape;208;p31"/>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209" name="Google Shape;209;p31"/>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210" name="Shape 210"/>
        <p:cNvGrpSpPr/>
        <p:nvPr/>
      </p:nvGrpSpPr>
      <p:grpSpPr>
        <a:xfrm>
          <a:off x="0" y="0"/>
          <a:ext cx="0" cy="0"/>
          <a:chOff x="0" y="0"/>
          <a:chExt cx="0" cy="0"/>
        </a:xfrm>
      </p:grpSpPr>
      <p:pic>
        <p:nvPicPr>
          <p:cNvPr id="211" name="Google Shape;211;p3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212" name="Google Shape;212;p32"/>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213" name="Google Shape;213;p32"/>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14" name="Google Shape;214;p3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15" name="Google Shape;215;p32"/>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16" name="Google Shape;216;p3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17" name="Google Shape;217;p32"/>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218" name="Google Shape;218;p32"/>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19" name="Google Shape;219;p32"/>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220" name="Shape 220"/>
        <p:cNvGrpSpPr/>
        <p:nvPr/>
      </p:nvGrpSpPr>
      <p:grpSpPr>
        <a:xfrm>
          <a:off x="0" y="0"/>
          <a:ext cx="0" cy="0"/>
          <a:chOff x="0" y="0"/>
          <a:chExt cx="0" cy="0"/>
        </a:xfrm>
      </p:grpSpPr>
      <p:pic>
        <p:nvPicPr>
          <p:cNvPr id="221" name="Google Shape;221;p33"/>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222" name="Google Shape;222;p3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23" name="Google Shape;223;p33"/>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24" name="Google Shape;224;p33"/>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25" name="Google Shape;225;p3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26" name="Google Shape;226;p3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27" name="Google Shape;227;p33"/>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228" name="Google Shape;228;p3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29" name="Google Shape;229;p3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230" name="Shape 230"/>
        <p:cNvGrpSpPr/>
        <p:nvPr/>
      </p:nvGrpSpPr>
      <p:grpSpPr>
        <a:xfrm>
          <a:off x="0" y="0"/>
          <a:ext cx="0" cy="0"/>
          <a:chOff x="0" y="0"/>
          <a:chExt cx="0" cy="0"/>
        </a:xfrm>
      </p:grpSpPr>
      <p:pic>
        <p:nvPicPr>
          <p:cNvPr id="231" name="Google Shape;231;p34"/>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32" name="Google Shape;232;p3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33" name="Google Shape;233;p34"/>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234" name="Google Shape;234;p34"/>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235" name="Google Shape;235;p34"/>
          <p:cNvSpPr txBox="1"/>
          <p:nvPr/>
        </p:nvSpPr>
        <p:spPr>
          <a:xfrm>
            <a:off x="1050100" y="1332050"/>
            <a:ext cx="72048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236" name="Google Shape;236;p34"/>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237" name="Shape 237"/>
        <p:cNvGrpSpPr/>
        <p:nvPr/>
      </p:nvGrpSpPr>
      <p:grpSpPr>
        <a:xfrm>
          <a:off x="0" y="0"/>
          <a:ext cx="0" cy="0"/>
          <a:chOff x="0" y="0"/>
          <a:chExt cx="0" cy="0"/>
        </a:xfrm>
      </p:grpSpPr>
      <p:pic>
        <p:nvPicPr>
          <p:cNvPr descr="Divider1.png" id="238" name="Google Shape;238;p35"/>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239" name="Google Shape;239;p35"/>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0" name="Google Shape;240;p35"/>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241" name="Shape 241"/>
        <p:cNvGrpSpPr/>
        <p:nvPr/>
      </p:nvGrpSpPr>
      <p:grpSpPr>
        <a:xfrm>
          <a:off x="0" y="0"/>
          <a:ext cx="0" cy="0"/>
          <a:chOff x="0" y="0"/>
          <a:chExt cx="0" cy="0"/>
        </a:xfrm>
      </p:grpSpPr>
      <p:pic>
        <p:nvPicPr>
          <p:cNvPr id="242" name="Google Shape;242;p36"/>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243" name="Google Shape;243;p36"/>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244" name="Google Shape;244;p36"/>
          <p:cNvSpPr/>
          <p:nvPr/>
        </p:nvSpPr>
        <p:spPr>
          <a:xfrm>
            <a:off x="914400" y="1656900"/>
            <a:ext cx="7315200" cy="18297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6"/>
          <p:cNvSpPr txBox="1"/>
          <p:nvPr>
            <p:ph type="title"/>
          </p:nvPr>
        </p:nvSpPr>
        <p:spPr>
          <a:xfrm>
            <a:off x="914400" y="1656900"/>
            <a:ext cx="7315200" cy="18297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246" name="Shape 246"/>
        <p:cNvGrpSpPr/>
        <p:nvPr/>
      </p:nvGrpSpPr>
      <p:grpSpPr>
        <a:xfrm>
          <a:off x="0" y="0"/>
          <a:ext cx="0" cy="0"/>
          <a:chOff x="0" y="0"/>
          <a:chExt cx="0" cy="0"/>
        </a:xfrm>
      </p:grpSpPr>
      <p:pic>
        <p:nvPicPr>
          <p:cNvPr id="247" name="Google Shape;247;p37"/>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8" name="Shape 248"/>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249" name="Shape 249"/>
        <p:cNvGrpSpPr/>
        <p:nvPr/>
      </p:nvGrpSpPr>
      <p:grpSpPr>
        <a:xfrm>
          <a:off x="0" y="0"/>
          <a:ext cx="0" cy="0"/>
          <a:chOff x="0" y="0"/>
          <a:chExt cx="0" cy="0"/>
        </a:xfrm>
      </p:grpSpPr>
      <p:grpSp>
        <p:nvGrpSpPr>
          <p:cNvPr id="250" name="Google Shape;250;p39"/>
          <p:cNvGrpSpPr/>
          <p:nvPr/>
        </p:nvGrpSpPr>
        <p:grpSpPr>
          <a:xfrm>
            <a:off x="6262100" y="-3850"/>
            <a:ext cx="2886900" cy="485125"/>
            <a:chOff x="6262100" y="-3850"/>
            <a:chExt cx="2886900" cy="485125"/>
          </a:xfrm>
        </p:grpSpPr>
        <p:pic>
          <p:nvPicPr>
            <p:cNvPr descr="1.png" id="251" name="Google Shape;251;p39"/>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252" name="Google Shape;252;p39"/>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253" name="Google Shape;253;p39"/>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254" name="Google Shape;254;p39"/>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255" name="Google Shape;255;p3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56" name="Google Shape;256;p3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258" name="Google Shape;258;p39"/>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259" name="Google Shape;259;p39"/>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260" name="Google Shape;260;p39"/>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261" name="Google Shape;261;p39"/>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262" name="Google Shape;262;p39"/>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263" name="Google Shape;263;p39"/>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1">
  <p:cSld name="CUSTOM_6_2_1_1_2">
    <p:spTree>
      <p:nvGrpSpPr>
        <p:cNvPr id="264" name="Shape 264"/>
        <p:cNvGrpSpPr/>
        <p:nvPr/>
      </p:nvGrpSpPr>
      <p:grpSpPr>
        <a:xfrm>
          <a:off x="0" y="0"/>
          <a:ext cx="0" cy="0"/>
          <a:chOff x="0" y="0"/>
          <a:chExt cx="0" cy="0"/>
        </a:xfrm>
      </p:grpSpPr>
      <p:pic>
        <p:nvPicPr>
          <p:cNvPr id="265" name="Google Shape;265;p40"/>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266" name="Google Shape;266;p40"/>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267" name="Google Shape;267;p4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268" name="Google Shape;268;p40"/>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269" name="Google Shape;269;p4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270" name="Google Shape;270;p4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71" name="Google Shape;271;p40"/>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272" name="Google Shape;272;p4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273" name="Google Shape;273;p40"/>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277" name="Shape 277"/>
        <p:cNvGrpSpPr/>
        <p:nvPr/>
      </p:nvGrpSpPr>
      <p:grpSpPr>
        <a:xfrm>
          <a:off x="0" y="0"/>
          <a:ext cx="0" cy="0"/>
          <a:chOff x="0" y="0"/>
          <a:chExt cx="0" cy="0"/>
        </a:xfrm>
      </p:grpSpPr>
      <p:pic>
        <p:nvPicPr>
          <p:cNvPr id="278" name="Google Shape;278;p4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279" name="Google Shape;279;p4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280" name="Shape 280"/>
        <p:cNvGrpSpPr/>
        <p:nvPr/>
      </p:nvGrpSpPr>
      <p:grpSpPr>
        <a:xfrm>
          <a:off x="0" y="0"/>
          <a:ext cx="0" cy="0"/>
          <a:chOff x="0" y="0"/>
          <a:chExt cx="0" cy="0"/>
        </a:xfrm>
      </p:grpSpPr>
      <p:pic>
        <p:nvPicPr>
          <p:cNvPr id="281" name="Google Shape;281;p4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282" name="Google Shape;282;p43"/>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283" name="Google Shape;283;p4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284" name="Google Shape;284;p43"/>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285" name="Shape 285"/>
        <p:cNvGrpSpPr/>
        <p:nvPr/>
      </p:nvGrpSpPr>
      <p:grpSpPr>
        <a:xfrm>
          <a:off x="0" y="0"/>
          <a:ext cx="0" cy="0"/>
          <a:chOff x="0" y="0"/>
          <a:chExt cx="0" cy="0"/>
        </a:xfrm>
      </p:grpSpPr>
      <p:pic>
        <p:nvPicPr>
          <p:cNvPr descr="Divider4.png" id="286" name="Google Shape;286;p44"/>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287" name="Google Shape;287;p44"/>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288" name="Google Shape;288;p44"/>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289" name="Google Shape;289;p44"/>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290" name="Google Shape;290;p44"/>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291" name="Google Shape;291;p44"/>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292" name="Shape 292"/>
        <p:cNvGrpSpPr/>
        <p:nvPr/>
      </p:nvGrpSpPr>
      <p:grpSpPr>
        <a:xfrm>
          <a:off x="0" y="0"/>
          <a:ext cx="0" cy="0"/>
          <a:chOff x="0" y="0"/>
          <a:chExt cx="0" cy="0"/>
        </a:xfrm>
      </p:grpSpPr>
      <p:sp>
        <p:nvSpPr>
          <p:cNvPr id="293" name="Google Shape;293;p45"/>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294" name="Google Shape;294;p45"/>
          <p:cNvGrpSpPr/>
          <p:nvPr/>
        </p:nvGrpSpPr>
        <p:grpSpPr>
          <a:xfrm rot="5400000">
            <a:off x="5719749" y="1629787"/>
            <a:ext cx="4964577" cy="1883925"/>
            <a:chOff x="4152224" y="1218499"/>
            <a:chExt cx="4964577" cy="1883925"/>
          </a:xfrm>
        </p:grpSpPr>
        <p:pic>
          <p:nvPicPr>
            <p:cNvPr id="295" name="Google Shape;295;p45"/>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296" name="Google Shape;296;p45"/>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297" name="Google Shape;297;p4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298" name="Google Shape;298;p4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299" name="Google Shape;299;p45"/>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300" name="Shape 300"/>
        <p:cNvGrpSpPr/>
        <p:nvPr/>
      </p:nvGrpSpPr>
      <p:grpSpPr>
        <a:xfrm>
          <a:off x="0" y="0"/>
          <a:ext cx="0" cy="0"/>
          <a:chOff x="0" y="0"/>
          <a:chExt cx="0" cy="0"/>
        </a:xfrm>
      </p:grpSpPr>
      <p:pic>
        <p:nvPicPr>
          <p:cNvPr id="301" name="Google Shape;301;p46"/>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02" name="Google Shape;302;p46"/>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303" name="Google Shape;303;p4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04" name="Google Shape;304;p4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05" name="Google Shape;305;p4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06" name="Google Shape;306;p4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07" name="Google Shape;307;p46"/>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308" name="Google Shape;308;p46"/>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309" name="Shape 309"/>
        <p:cNvGrpSpPr/>
        <p:nvPr/>
      </p:nvGrpSpPr>
      <p:grpSpPr>
        <a:xfrm>
          <a:off x="0" y="0"/>
          <a:ext cx="0" cy="0"/>
          <a:chOff x="0" y="0"/>
          <a:chExt cx="0" cy="0"/>
        </a:xfrm>
      </p:grpSpPr>
      <p:pic>
        <p:nvPicPr>
          <p:cNvPr id="310" name="Google Shape;310;p47"/>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311" name="Google Shape;311;p47"/>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312" name="Google Shape;312;p47"/>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313" name="Google Shape;313;p47"/>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314" name="Google Shape;314;p4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15" name="Google Shape;315;p4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16" name="Google Shape;316;p4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317" name="Shape 317"/>
        <p:cNvGrpSpPr/>
        <p:nvPr/>
      </p:nvGrpSpPr>
      <p:grpSpPr>
        <a:xfrm>
          <a:off x="0" y="0"/>
          <a:ext cx="0" cy="0"/>
          <a:chOff x="0" y="0"/>
          <a:chExt cx="0" cy="0"/>
        </a:xfrm>
      </p:grpSpPr>
      <p:pic>
        <p:nvPicPr>
          <p:cNvPr id="318" name="Google Shape;318;p48"/>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19" name="Google Shape;319;p48"/>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320" name="Google Shape;320;p48"/>
          <p:cNvGrpSpPr/>
          <p:nvPr/>
        </p:nvGrpSpPr>
        <p:grpSpPr>
          <a:xfrm>
            <a:off x="5709066" y="201260"/>
            <a:ext cx="2296623" cy="4424889"/>
            <a:chOff x="5598780" y="137712"/>
            <a:chExt cx="2577001" cy="4664652"/>
          </a:xfrm>
        </p:grpSpPr>
        <p:pic>
          <p:nvPicPr>
            <p:cNvPr id="321" name="Google Shape;321;p48"/>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322" name="Google Shape;322;p48"/>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3" name="Google Shape;323;p48"/>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24" name="Google Shape;324;p4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25" name="Google Shape;325;p4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26" name="Google Shape;326;p48"/>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327" name="Shape 327"/>
        <p:cNvGrpSpPr/>
        <p:nvPr/>
      </p:nvGrpSpPr>
      <p:grpSpPr>
        <a:xfrm>
          <a:off x="0" y="0"/>
          <a:ext cx="0" cy="0"/>
          <a:chOff x="0" y="0"/>
          <a:chExt cx="0" cy="0"/>
        </a:xfrm>
      </p:grpSpPr>
      <p:pic>
        <p:nvPicPr>
          <p:cNvPr id="328" name="Google Shape;328;p4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29" name="Google Shape;329;p4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0" name="Google Shape;330;p4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1" name="Google Shape;331;p4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32" name="Google Shape;332;p4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33" name="Google Shape;333;p49"/>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4" name="Google Shape;334;p49"/>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335" name="Shape 335"/>
        <p:cNvGrpSpPr/>
        <p:nvPr/>
      </p:nvGrpSpPr>
      <p:grpSpPr>
        <a:xfrm>
          <a:off x="0" y="0"/>
          <a:ext cx="0" cy="0"/>
          <a:chOff x="0" y="0"/>
          <a:chExt cx="0" cy="0"/>
        </a:xfrm>
      </p:grpSpPr>
      <p:pic>
        <p:nvPicPr>
          <p:cNvPr id="336" name="Google Shape;336;p50"/>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337" name="Google Shape;337;p5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38" name="Google Shape;338;p5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39" name="Google Shape;339;p5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40" name="Google Shape;340;p5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341" name="Google Shape;341;p50"/>
          <p:cNvGrpSpPr/>
          <p:nvPr/>
        </p:nvGrpSpPr>
        <p:grpSpPr>
          <a:xfrm>
            <a:off x="4344100" y="398125"/>
            <a:ext cx="4546500" cy="4222800"/>
            <a:chOff x="4344100" y="398125"/>
            <a:chExt cx="4546500" cy="4222800"/>
          </a:xfrm>
        </p:grpSpPr>
        <p:sp>
          <p:nvSpPr>
            <p:cNvPr id="342" name="Google Shape;342;p50"/>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3" name="Google Shape;343;p50"/>
            <p:cNvGrpSpPr/>
            <p:nvPr/>
          </p:nvGrpSpPr>
          <p:grpSpPr>
            <a:xfrm>
              <a:off x="4445450" y="524200"/>
              <a:ext cx="399495" cy="101100"/>
              <a:chOff x="4445450" y="524200"/>
              <a:chExt cx="399495" cy="101100"/>
            </a:xfrm>
          </p:grpSpPr>
          <p:sp>
            <p:nvSpPr>
              <p:cNvPr id="344" name="Google Shape;344;p50"/>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0"/>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0"/>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7" name="Google Shape;347;p50"/>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348" name="Shape 348"/>
        <p:cNvGrpSpPr/>
        <p:nvPr/>
      </p:nvGrpSpPr>
      <p:grpSpPr>
        <a:xfrm>
          <a:off x="0" y="0"/>
          <a:ext cx="0" cy="0"/>
          <a:chOff x="0" y="0"/>
          <a:chExt cx="0" cy="0"/>
        </a:xfrm>
      </p:grpSpPr>
      <p:pic>
        <p:nvPicPr>
          <p:cNvPr id="349" name="Google Shape;349;p51"/>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350" name="Google Shape;350;p51"/>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51" name="Google Shape;351;p51"/>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52" name="Google Shape;352;p51"/>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53" name="Google Shape;353;p5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354" name="Shape 354"/>
        <p:cNvGrpSpPr/>
        <p:nvPr/>
      </p:nvGrpSpPr>
      <p:grpSpPr>
        <a:xfrm>
          <a:off x="0" y="0"/>
          <a:ext cx="0" cy="0"/>
          <a:chOff x="0" y="0"/>
          <a:chExt cx="0" cy="0"/>
        </a:xfrm>
      </p:grpSpPr>
      <p:pic>
        <p:nvPicPr>
          <p:cNvPr id="355" name="Google Shape;355;p52"/>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356" name="Google Shape;356;p52"/>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2"/>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358" name="Google Shape;358;p52"/>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359" name="Google Shape;359;p5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0" name="Google Shape;360;p52"/>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361" name="Google Shape;361;p52"/>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362" name="Google Shape;362;p52"/>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363" name="Shape 363"/>
        <p:cNvGrpSpPr/>
        <p:nvPr/>
      </p:nvGrpSpPr>
      <p:grpSpPr>
        <a:xfrm>
          <a:off x="0" y="0"/>
          <a:ext cx="0" cy="0"/>
          <a:chOff x="0" y="0"/>
          <a:chExt cx="0" cy="0"/>
        </a:xfrm>
      </p:grpSpPr>
      <p:pic>
        <p:nvPicPr>
          <p:cNvPr id="364" name="Google Shape;364;p53"/>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365" name="Google Shape;365;p53"/>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366" name="Google Shape;366;p5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67" name="Google Shape;367;p5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68" name="Google Shape;368;p5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5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370" name="Google Shape;370;p5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71" name="Google Shape;371;p5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372" name="Google Shape;372;p53"/>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373" name="Shape 373"/>
        <p:cNvGrpSpPr/>
        <p:nvPr/>
      </p:nvGrpSpPr>
      <p:grpSpPr>
        <a:xfrm>
          <a:off x="0" y="0"/>
          <a:ext cx="0" cy="0"/>
          <a:chOff x="0" y="0"/>
          <a:chExt cx="0" cy="0"/>
        </a:xfrm>
      </p:grpSpPr>
      <p:pic>
        <p:nvPicPr>
          <p:cNvPr id="374" name="Google Shape;374;p54"/>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375" name="Google Shape;375;p54"/>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376" name="Google Shape;376;p54"/>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77" name="Google Shape;377;p5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378" name="Google Shape;378;p5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379" name="Google Shape;379;p54"/>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380" name="Google Shape;380;p5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381" name="Google Shape;381;p54"/>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382" name="Shape 382"/>
        <p:cNvGrpSpPr/>
        <p:nvPr/>
      </p:nvGrpSpPr>
      <p:grpSpPr>
        <a:xfrm>
          <a:off x="0" y="0"/>
          <a:ext cx="0" cy="0"/>
          <a:chOff x="0" y="0"/>
          <a:chExt cx="0" cy="0"/>
        </a:xfrm>
      </p:grpSpPr>
      <p:pic>
        <p:nvPicPr>
          <p:cNvPr id="383" name="Google Shape;383;p55"/>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384" name="Google Shape;384;p5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385" name="Google Shape;385;p55"/>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86" name="Google Shape;386;p55"/>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87" name="Google Shape;387;p5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88" name="Google Shape;388;p5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89" name="Google Shape;389;p5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390" name="Google Shape;390;p5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391" name="Google Shape;391;p55"/>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392" name="Shape 392"/>
        <p:cNvGrpSpPr/>
        <p:nvPr/>
      </p:nvGrpSpPr>
      <p:grpSpPr>
        <a:xfrm>
          <a:off x="0" y="0"/>
          <a:ext cx="0" cy="0"/>
          <a:chOff x="0" y="0"/>
          <a:chExt cx="0" cy="0"/>
        </a:xfrm>
      </p:grpSpPr>
      <p:pic>
        <p:nvPicPr>
          <p:cNvPr id="393" name="Google Shape;393;p56"/>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394" name="Google Shape;394;p56"/>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395" name="Google Shape;395;p56"/>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396" name="Google Shape;396;p56"/>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397" name="Google Shape;397;p5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398" name="Google Shape;398;p5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399" name="Google Shape;399;p56"/>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400" name="Google Shape;400;p5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01" name="Google Shape;401;p5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402" name="Shape 402"/>
        <p:cNvGrpSpPr/>
        <p:nvPr/>
      </p:nvGrpSpPr>
      <p:grpSpPr>
        <a:xfrm>
          <a:off x="0" y="0"/>
          <a:ext cx="0" cy="0"/>
          <a:chOff x="0" y="0"/>
          <a:chExt cx="0" cy="0"/>
        </a:xfrm>
      </p:grpSpPr>
      <p:pic>
        <p:nvPicPr>
          <p:cNvPr id="403" name="Google Shape;403;p57"/>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404" name="Google Shape;404;p57"/>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05" name="Google Shape;405;p57"/>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06" name="Google Shape;406;p57"/>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07" name="Google Shape;407;p57"/>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08" name="Google Shape;408;p5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09" name="Google Shape;409;p57"/>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410" name="Google Shape;410;p57"/>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11" name="Google Shape;411;p57"/>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412" name="Shape 412"/>
        <p:cNvGrpSpPr/>
        <p:nvPr/>
      </p:nvGrpSpPr>
      <p:grpSpPr>
        <a:xfrm>
          <a:off x="0" y="0"/>
          <a:ext cx="0" cy="0"/>
          <a:chOff x="0" y="0"/>
          <a:chExt cx="0" cy="0"/>
        </a:xfrm>
      </p:grpSpPr>
      <p:pic>
        <p:nvPicPr>
          <p:cNvPr id="413" name="Google Shape;413;p58"/>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414" name="Google Shape;414;p58"/>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415" name="Google Shape;415;p5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16" name="Google Shape;416;p58"/>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17" name="Google Shape;417;p5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18" name="Google Shape;418;p5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19" name="Google Shape;419;p5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420" name="Google Shape;420;p5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21" name="Google Shape;421;p5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422" name="Shape 422"/>
        <p:cNvGrpSpPr/>
        <p:nvPr/>
      </p:nvGrpSpPr>
      <p:grpSpPr>
        <a:xfrm>
          <a:off x="0" y="0"/>
          <a:ext cx="0" cy="0"/>
          <a:chOff x="0" y="0"/>
          <a:chExt cx="0" cy="0"/>
        </a:xfrm>
      </p:grpSpPr>
      <p:pic>
        <p:nvPicPr>
          <p:cNvPr id="423" name="Google Shape;423;p59"/>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424" name="Google Shape;424;p59"/>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425" name="Google Shape;425;p59"/>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426" name="Google Shape;426;p59"/>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27" name="Google Shape;427;p5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28" name="Google Shape;428;p59"/>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59"/>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430" name="Google Shape;430;p59"/>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1" name="Google Shape;431;p59"/>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432" name="Google Shape;432;p59"/>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433" name="Shape 433"/>
        <p:cNvGrpSpPr/>
        <p:nvPr/>
      </p:nvGrpSpPr>
      <p:grpSpPr>
        <a:xfrm>
          <a:off x="0" y="0"/>
          <a:ext cx="0" cy="0"/>
          <a:chOff x="0" y="0"/>
          <a:chExt cx="0" cy="0"/>
        </a:xfrm>
      </p:grpSpPr>
      <p:pic>
        <p:nvPicPr>
          <p:cNvPr id="434" name="Google Shape;434;p60"/>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35" name="Google Shape;435;p60"/>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36" name="Google Shape;436;p60"/>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37" name="Google Shape;437;p60"/>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38" name="Google Shape;438;p60"/>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39" name="Google Shape;439;p6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40" name="Google Shape;440;p60"/>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441" name="Google Shape;441;p60"/>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42" name="Google Shape;442;p60"/>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443" name="Shape 443"/>
        <p:cNvGrpSpPr/>
        <p:nvPr/>
      </p:nvGrpSpPr>
      <p:grpSpPr>
        <a:xfrm>
          <a:off x="0" y="0"/>
          <a:ext cx="0" cy="0"/>
          <a:chOff x="0" y="0"/>
          <a:chExt cx="0" cy="0"/>
        </a:xfrm>
      </p:grpSpPr>
      <p:pic>
        <p:nvPicPr>
          <p:cNvPr id="444" name="Google Shape;444;p61"/>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445" name="Google Shape;445;p61"/>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446" name="Google Shape;446;p61"/>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447" name="Google Shape;447;p61"/>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448" name="Google Shape;448;p61"/>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449" name="Google Shape;449;p6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0" name="Google Shape;450;p61"/>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451" name="Google Shape;451;p6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452" name="Google Shape;452;p6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453" name="Shape 453"/>
        <p:cNvGrpSpPr/>
        <p:nvPr/>
      </p:nvGrpSpPr>
      <p:grpSpPr>
        <a:xfrm>
          <a:off x="0" y="0"/>
          <a:ext cx="0" cy="0"/>
          <a:chOff x="0" y="0"/>
          <a:chExt cx="0" cy="0"/>
        </a:xfrm>
      </p:grpSpPr>
      <p:pic>
        <p:nvPicPr>
          <p:cNvPr id="454" name="Google Shape;454;p62"/>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55" name="Google Shape;455;p6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56" name="Google Shape;456;p62"/>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457" name="Google Shape;457;p62"/>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458" name="Google Shape;458;p62"/>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459" name="Google Shape;459;p62"/>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460" name="Shape 460"/>
        <p:cNvGrpSpPr/>
        <p:nvPr/>
      </p:nvGrpSpPr>
      <p:grpSpPr>
        <a:xfrm>
          <a:off x="0" y="0"/>
          <a:ext cx="0" cy="0"/>
          <a:chOff x="0" y="0"/>
          <a:chExt cx="0" cy="0"/>
        </a:xfrm>
      </p:grpSpPr>
      <p:pic>
        <p:nvPicPr>
          <p:cNvPr descr="Divider1.png" id="461" name="Google Shape;461;p63"/>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462" name="Google Shape;462;p63"/>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63" name="Google Shape;463;p63"/>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464" name="Shape 464"/>
        <p:cNvGrpSpPr/>
        <p:nvPr/>
      </p:nvGrpSpPr>
      <p:grpSpPr>
        <a:xfrm>
          <a:off x="0" y="0"/>
          <a:ext cx="0" cy="0"/>
          <a:chOff x="0" y="0"/>
          <a:chExt cx="0" cy="0"/>
        </a:xfrm>
      </p:grpSpPr>
      <p:pic>
        <p:nvPicPr>
          <p:cNvPr id="465" name="Google Shape;465;p64"/>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466" name="Google Shape;466;p64"/>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467" name="Google Shape;467;p64"/>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64"/>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469" name="Shape 469"/>
        <p:cNvGrpSpPr/>
        <p:nvPr/>
      </p:nvGrpSpPr>
      <p:grpSpPr>
        <a:xfrm>
          <a:off x="0" y="0"/>
          <a:ext cx="0" cy="0"/>
          <a:chOff x="0" y="0"/>
          <a:chExt cx="0" cy="0"/>
        </a:xfrm>
      </p:grpSpPr>
      <p:pic>
        <p:nvPicPr>
          <p:cNvPr id="470" name="Google Shape;470;p65"/>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471" name="Shape 471"/>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472" name="Shape 472"/>
        <p:cNvGrpSpPr/>
        <p:nvPr/>
      </p:nvGrpSpPr>
      <p:grpSpPr>
        <a:xfrm>
          <a:off x="0" y="0"/>
          <a:ext cx="0" cy="0"/>
          <a:chOff x="0" y="0"/>
          <a:chExt cx="0" cy="0"/>
        </a:xfrm>
      </p:grpSpPr>
      <p:grpSp>
        <p:nvGrpSpPr>
          <p:cNvPr id="473" name="Google Shape;473;p67"/>
          <p:cNvGrpSpPr/>
          <p:nvPr/>
        </p:nvGrpSpPr>
        <p:grpSpPr>
          <a:xfrm>
            <a:off x="6262100" y="-3850"/>
            <a:ext cx="2886900" cy="485125"/>
            <a:chOff x="6262100" y="-3850"/>
            <a:chExt cx="2886900" cy="485125"/>
          </a:xfrm>
        </p:grpSpPr>
        <p:pic>
          <p:nvPicPr>
            <p:cNvPr descr="1.png" id="474" name="Google Shape;474;p67"/>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475" name="Google Shape;475;p67"/>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476" name="Google Shape;476;p67"/>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477" name="Google Shape;477;p67"/>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478" name="Google Shape;478;p6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79" name="Google Shape;479;p6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80" name="Google Shape;480;p67"/>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481" name="Google Shape;481;p67"/>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482" name="Google Shape;482;p67"/>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483" name="Google Shape;483;p67"/>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484" name="Google Shape;484;p67"/>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485" name="Google Shape;485;p67"/>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486" name="Google Shape;486;p67"/>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487" name="Shape 487"/>
        <p:cNvGrpSpPr/>
        <p:nvPr/>
      </p:nvGrpSpPr>
      <p:grpSpPr>
        <a:xfrm>
          <a:off x="0" y="0"/>
          <a:ext cx="0" cy="0"/>
          <a:chOff x="0" y="0"/>
          <a:chExt cx="0" cy="0"/>
        </a:xfrm>
      </p:grpSpPr>
      <p:pic>
        <p:nvPicPr>
          <p:cNvPr id="488" name="Google Shape;488;p6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489" name="Google Shape;489;p6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490" name="Google Shape;490;p68"/>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491" name="Google Shape;491;p6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492" name="Google Shape;492;p68"/>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493" name="Google Shape;493;p68"/>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 - Blank">
  <p:cSld name="TITLE_AND_BODY_1">
    <p:spTree>
      <p:nvGrpSpPr>
        <p:cNvPr id="497" name="Shape 497"/>
        <p:cNvGrpSpPr/>
        <p:nvPr/>
      </p:nvGrpSpPr>
      <p:grpSpPr>
        <a:xfrm>
          <a:off x="0" y="0"/>
          <a:ext cx="0" cy="0"/>
          <a:chOff x="0" y="0"/>
          <a:chExt cx="0" cy="0"/>
        </a:xfrm>
      </p:grpSpPr>
      <p:pic>
        <p:nvPicPr>
          <p:cNvPr id="498" name="Google Shape;498;p7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499" name="Google Shape;499;p7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 Frame">
  <p:cSld name="TITLE_AND_BODY_1_1">
    <p:spTree>
      <p:nvGrpSpPr>
        <p:cNvPr id="500" name="Shape 500"/>
        <p:cNvGrpSpPr/>
        <p:nvPr/>
      </p:nvGrpSpPr>
      <p:grpSpPr>
        <a:xfrm>
          <a:off x="0" y="0"/>
          <a:ext cx="0" cy="0"/>
          <a:chOff x="0" y="0"/>
          <a:chExt cx="0" cy="0"/>
        </a:xfrm>
      </p:grpSpPr>
      <p:pic>
        <p:nvPicPr>
          <p:cNvPr id="501" name="Google Shape;501;p71"/>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pic>
        <p:nvPicPr>
          <p:cNvPr id="502" name="Google Shape;502;p71"/>
          <p:cNvPicPr preferRelativeResize="0"/>
          <p:nvPr/>
        </p:nvPicPr>
        <p:blipFill rotWithShape="1">
          <a:blip r:embed="rId3">
            <a:alphaModFix/>
          </a:blip>
          <a:srcRect b="19849" l="3049" r="3720" t="15220"/>
          <a:stretch/>
        </p:blipFill>
        <p:spPr>
          <a:xfrm>
            <a:off x="7152175" y="4819704"/>
            <a:ext cx="1541199" cy="253883"/>
          </a:xfrm>
          <a:prstGeom prst="rect">
            <a:avLst/>
          </a:prstGeom>
          <a:noFill/>
          <a:ln>
            <a:noFill/>
          </a:ln>
        </p:spPr>
      </p:pic>
      <p:sp>
        <p:nvSpPr>
          <p:cNvPr id="503" name="Google Shape;503;p7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04" name="Google Shape;504;p71"/>
          <p:cNvSpPr/>
          <p:nvPr/>
        </p:nvSpPr>
        <p:spPr>
          <a:xfrm>
            <a:off x="352350" y="390450"/>
            <a:ext cx="8439300" cy="4362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 Title Card">
  <p:cSld name="CUSTOM">
    <p:spTree>
      <p:nvGrpSpPr>
        <p:cNvPr id="505" name="Shape 505"/>
        <p:cNvGrpSpPr/>
        <p:nvPr/>
      </p:nvGrpSpPr>
      <p:grpSpPr>
        <a:xfrm>
          <a:off x="0" y="0"/>
          <a:ext cx="0" cy="0"/>
          <a:chOff x="0" y="0"/>
          <a:chExt cx="0" cy="0"/>
        </a:xfrm>
      </p:grpSpPr>
      <p:pic>
        <p:nvPicPr>
          <p:cNvPr descr="Divider4.png" id="506" name="Google Shape;506;p72"/>
          <p:cNvPicPr preferRelativeResize="0"/>
          <p:nvPr/>
        </p:nvPicPr>
        <p:blipFill rotWithShape="1">
          <a:blip r:embed="rId2">
            <a:alphaModFix/>
          </a:blip>
          <a:srcRect b="0" l="0" r="0" t="0"/>
          <a:stretch/>
        </p:blipFill>
        <p:spPr>
          <a:xfrm>
            <a:off x="0" y="0"/>
            <a:ext cx="9144002" cy="5143501"/>
          </a:xfrm>
          <a:prstGeom prst="rect">
            <a:avLst/>
          </a:prstGeom>
          <a:noFill/>
          <a:ln>
            <a:noFill/>
          </a:ln>
        </p:spPr>
      </p:pic>
      <p:pic>
        <p:nvPicPr>
          <p:cNvPr id="507" name="Google Shape;507;p72"/>
          <p:cNvPicPr preferRelativeResize="0"/>
          <p:nvPr/>
        </p:nvPicPr>
        <p:blipFill>
          <a:blip r:embed="rId3">
            <a:alphaModFix/>
          </a:blip>
          <a:stretch>
            <a:fillRect/>
          </a:stretch>
        </p:blipFill>
        <p:spPr>
          <a:xfrm>
            <a:off x="1037765" y="1310001"/>
            <a:ext cx="1717224" cy="1720450"/>
          </a:xfrm>
          <a:prstGeom prst="rect">
            <a:avLst/>
          </a:prstGeom>
          <a:noFill/>
          <a:ln>
            <a:noFill/>
          </a:ln>
        </p:spPr>
      </p:pic>
      <p:pic>
        <p:nvPicPr>
          <p:cNvPr id="508" name="Google Shape;508;p72"/>
          <p:cNvPicPr preferRelativeResize="0"/>
          <p:nvPr/>
        </p:nvPicPr>
        <p:blipFill>
          <a:blip r:embed="rId4">
            <a:alphaModFix/>
          </a:blip>
          <a:stretch>
            <a:fillRect/>
          </a:stretch>
        </p:blipFill>
        <p:spPr>
          <a:xfrm>
            <a:off x="5781725" y="106625"/>
            <a:ext cx="3208724" cy="759025"/>
          </a:xfrm>
          <a:prstGeom prst="rect">
            <a:avLst/>
          </a:prstGeom>
          <a:noFill/>
          <a:ln>
            <a:noFill/>
          </a:ln>
        </p:spPr>
      </p:pic>
      <p:sp>
        <p:nvSpPr>
          <p:cNvPr id="509" name="Google Shape;509;p72"/>
          <p:cNvSpPr txBox="1"/>
          <p:nvPr>
            <p:ph type="title"/>
          </p:nvPr>
        </p:nvSpPr>
        <p:spPr>
          <a:xfrm>
            <a:off x="1628200" y="1807975"/>
            <a:ext cx="5887800" cy="724500"/>
          </a:xfrm>
          <a:prstGeom prst="rect">
            <a:avLst/>
          </a:prstGeom>
          <a:solidFill>
            <a:schemeClr val="lt1"/>
          </a:solidFill>
          <a:ln cap="flat" cmpd="sng" w="228600">
            <a:solidFill>
              <a:schemeClr val="lt1"/>
            </a:solidFill>
            <a:prstDash val="solid"/>
            <a:round/>
            <a:headEnd len="sm" w="sm" type="none"/>
            <a:tailEnd len="sm" w="sm" type="none"/>
          </a:ln>
        </p:spPr>
        <p:txBody>
          <a:bodyPr anchorCtr="0" anchor="ctr" bIns="91425" lIns="91425" spcFirstLastPara="1" rIns="91425" wrap="square" tIns="91425">
            <a:noAutofit/>
          </a:bodyPr>
          <a:lstStyle>
            <a:lvl1pPr lvl="0" algn="ctr">
              <a:spcBef>
                <a:spcPts val="0"/>
              </a:spcBef>
              <a:spcAft>
                <a:spcPts val="0"/>
              </a:spcAft>
              <a:buSzPts val="5500"/>
              <a:buFont typeface="Space Mono"/>
              <a:buNone/>
              <a:defRPr sz="5500">
                <a:latin typeface="Space Mono"/>
                <a:ea typeface="Space Mono"/>
                <a:cs typeface="Space Mono"/>
                <a:sym typeface="Space Mono"/>
              </a:defRPr>
            </a:lvl1pPr>
            <a:lvl2pPr lvl="1" algn="ctr">
              <a:spcBef>
                <a:spcPts val="0"/>
              </a:spcBef>
              <a:spcAft>
                <a:spcPts val="0"/>
              </a:spcAft>
              <a:buSzPts val="5500"/>
              <a:buFont typeface="Space Mono"/>
              <a:buNone/>
              <a:defRPr sz="5500">
                <a:latin typeface="Space Mono"/>
                <a:ea typeface="Space Mono"/>
                <a:cs typeface="Space Mono"/>
                <a:sym typeface="Space Mono"/>
              </a:defRPr>
            </a:lvl2pPr>
            <a:lvl3pPr lvl="2" algn="ctr">
              <a:spcBef>
                <a:spcPts val="0"/>
              </a:spcBef>
              <a:spcAft>
                <a:spcPts val="0"/>
              </a:spcAft>
              <a:buSzPts val="5500"/>
              <a:buFont typeface="Space Mono"/>
              <a:buNone/>
              <a:defRPr sz="5500">
                <a:latin typeface="Space Mono"/>
                <a:ea typeface="Space Mono"/>
                <a:cs typeface="Space Mono"/>
                <a:sym typeface="Space Mono"/>
              </a:defRPr>
            </a:lvl3pPr>
            <a:lvl4pPr lvl="3" algn="ctr">
              <a:spcBef>
                <a:spcPts val="0"/>
              </a:spcBef>
              <a:spcAft>
                <a:spcPts val="0"/>
              </a:spcAft>
              <a:buSzPts val="5500"/>
              <a:buFont typeface="Space Mono"/>
              <a:buNone/>
              <a:defRPr sz="5500">
                <a:latin typeface="Space Mono"/>
                <a:ea typeface="Space Mono"/>
                <a:cs typeface="Space Mono"/>
                <a:sym typeface="Space Mono"/>
              </a:defRPr>
            </a:lvl4pPr>
            <a:lvl5pPr lvl="4" algn="ctr">
              <a:spcBef>
                <a:spcPts val="0"/>
              </a:spcBef>
              <a:spcAft>
                <a:spcPts val="0"/>
              </a:spcAft>
              <a:buSzPts val="5500"/>
              <a:buFont typeface="Space Mono"/>
              <a:buNone/>
              <a:defRPr sz="5500">
                <a:latin typeface="Space Mono"/>
                <a:ea typeface="Space Mono"/>
                <a:cs typeface="Space Mono"/>
                <a:sym typeface="Space Mono"/>
              </a:defRPr>
            </a:lvl5pPr>
            <a:lvl6pPr lvl="5" algn="ctr">
              <a:spcBef>
                <a:spcPts val="0"/>
              </a:spcBef>
              <a:spcAft>
                <a:spcPts val="0"/>
              </a:spcAft>
              <a:buSzPts val="5500"/>
              <a:buFont typeface="Space Mono"/>
              <a:buNone/>
              <a:defRPr sz="5500">
                <a:latin typeface="Space Mono"/>
                <a:ea typeface="Space Mono"/>
                <a:cs typeface="Space Mono"/>
                <a:sym typeface="Space Mono"/>
              </a:defRPr>
            </a:lvl6pPr>
            <a:lvl7pPr lvl="6" algn="ctr">
              <a:spcBef>
                <a:spcPts val="0"/>
              </a:spcBef>
              <a:spcAft>
                <a:spcPts val="0"/>
              </a:spcAft>
              <a:buSzPts val="5500"/>
              <a:buFont typeface="Space Mono"/>
              <a:buNone/>
              <a:defRPr sz="5500">
                <a:latin typeface="Space Mono"/>
                <a:ea typeface="Space Mono"/>
                <a:cs typeface="Space Mono"/>
                <a:sym typeface="Space Mono"/>
              </a:defRPr>
            </a:lvl7pPr>
            <a:lvl8pPr lvl="7" algn="ctr">
              <a:spcBef>
                <a:spcPts val="0"/>
              </a:spcBef>
              <a:spcAft>
                <a:spcPts val="0"/>
              </a:spcAft>
              <a:buSzPts val="5500"/>
              <a:buFont typeface="Space Mono"/>
              <a:buNone/>
              <a:defRPr sz="5500">
                <a:latin typeface="Space Mono"/>
                <a:ea typeface="Space Mono"/>
                <a:cs typeface="Space Mono"/>
                <a:sym typeface="Space Mono"/>
              </a:defRPr>
            </a:lvl8pPr>
            <a:lvl9pPr lvl="8" algn="ctr">
              <a:spcBef>
                <a:spcPts val="0"/>
              </a:spcBef>
              <a:spcAft>
                <a:spcPts val="0"/>
              </a:spcAft>
              <a:buSzPts val="5500"/>
              <a:buFont typeface="Space Mono"/>
              <a:buNone/>
              <a:defRPr sz="5500">
                <a:latin typeface="Space Mono"/>
                <a:ea typeface="Space Mono"/>
                <a:cs typeface="Space Mono"/>
                <a:sym typeface="Space Mono"/>
              </a:defRPr>
            </a:lvl9pPr>
          </a:lstStyle>
          <a:p/>
        </p:txBody>
      </p:sp>
      <p:sp>
        <p:nvSpPr>
          <p:cNvPr id="510" name="Google Shape;510;p72"/>
          <p:cNvSpPr txBox="1"/>
          <p:nvPr>
            <p:ph idx="1" type="subTitle"/>
          </p:nvPr>
        </p:nvSpPr>
        <p:spPr>
          <a:xfrm>
            <a:off x="2360925"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
        <p:nvSpPr>
          <p:cNvPr id="511" name="Google Shape;511;p72"/>
          <p:cNvSpPr txBox="1"/>
          <p:nvPr>
            <p:ph idx="2" type="subTitle"/>
          </p:nvPr>
        </p:nvSpPr>
        <p:spPr>
          <a:xfrm>
            <a:off x="4803950" y="3126675"/>
            <a:ext cx="1979100" cy="3807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lgn="ctr">
              <a:lnSpc>
                <a:spcPct val="100000"/>
              </a:lnSpc>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lgn="ctr">
              <a:lnSpc>
                <a:spcPct val="100000"/>
              </a:lnSpc>
              <a:spcBef>
                <a:spcPts val="160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lgn="ctr">
              <a:lnSpc>
                <a:spcPct val="100000"/>
              </a:lnSpc>
              <a:spcBef>
                <a:spcPts val="1600"/>
              </a:spcBef>
              <a:spcAft>
                <a:spcPts val="160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 Agenda">
  <p:cSld name="CUSTOM_1">
    <p:spTree>
      <p:nvGrpSpPr>
        <p:cNvPr id="512" name="Shape 512"/>
        <p:cNvGrpSpPr/>
        <p:nvPr/>
      </p:nvGrpSpPr>
      <p:grpSpPr>
        <a:xfrm>
          <a:off x="0" y="0"/>
          <a:ext cx="0" cy="0"/>
          <a:chOff x="0" y="0"/>
          <a:chExt cx="0" cy="0"/>
        </a:xfrm>
      </p:grpSpPr>
      <p:sp>
        <p:nvSpPr>
          <p:cNvPr id="513" name="Google Shape;513;p73"/>
          <p:cNvSpPr txBox="1"/>
          <p:nvPr/>
        </p:nvSpPr>
        <p:spPr>
          <a:xfrm>
            <a:off x="1147575" y="344400"/>
            <a:ext cx="7644600" cy="657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How are we going to get there?</a:t>
            </a:r>
            <a:endParaRPr b="1" sz="2400">
              <a:solidFill>
                <a:srgbClr val="05103E"/>
              </a:solidFill>
              <a:latin typeface="Space Mono"/>
              <a:ea typeface="Space Mono"/>
              <a:cs typeface="Space Mono"/>
              <a:sym typeface="Space Mono"/>
            </a:endParaRPr>
          </a:p>
        </p:txBody>
      </p:sp>
      <p:grpSp>
        <p:nvGrpSpPr>
          <p:cNvPr id="514" name="Google Shape;514;p73"/>
          <p:cNvGrpSpPr/>
          <p:nvPr/>
        </p:nvGrpSpPr>
        <p:grpSpPr>
          <a:xfrm rot="5400000">
            <a:off x="5719749" y="1629787"/>
            <a:ext cx="4964577" cy="1883925"/>
            <a:chOff x="4152224" y="1218499"/>
            <a:chExt cx="4964577" cy="1883925"/>
          </a:xfrm>
        </p:grpSpPr>
        <p:pic>
          <p:nvPicPr>
            <p:cNvPr id="515" name="Google Shape;515;p73"/>
            <p:cNvPicPr preferRelativeResize="0"/>
            <p:nvPr/>
          </p:nvPicPr>
          <p:blipFill rotWithShape="1">
            <a:blip r:embed="rId2">
              <a:alphaModFix/>
            </a:blip>
            <a:srcRect b="11995" l="14888" r="61868" t="21294"/>
            <a:stretch/>
          </p:blipFill>
          <p:spPr>
            <a:xfrm rot="-5400011">
              <a:off x="5710924" y="-340197"/>
              <a:ext cx="1668224" cy="4785620"/>
            </a:xfrm>
            <a:prstGeom prst="rect">
              <a:avLst/>
            </a:prstGeom>
            <a:noFill/>
            <a:ln>
              <a:noFill/>
            </a:ln>
          </p:spPr>
        </p:pic>
        <p:pic>
          <p:nvPicPr>
            <p:cNvPr id="516" name="Google Shape;516;p73"/>
            <p:cNvPicPr preferRelativeResize="0"/>
            <p:nvPr/>
          </p:nvPicPr>
          <p:blipFill rotWithShape="1">
            <a:blip r:embed="rId3">
              <a:alphaModFix/>
            </a:blip>
            <a:srcRect b="34798" l="0" r="33244" t="0"/>
            <a:stretch/>
          </p:blipFill>
          <p:spPr>
            <a:xfrm rot="-5400000">
              <a:off x="7253138" y="1238761"/>
              <a:ext cx="1883925" cy="1843400"/>
            </a:xfrm>
            <a:prstGeom prst="rect">
              <a:avLst/>
            </a:prstGeom>
            <a:noFill/>
            <a:ln>
              <a:noFill/>
            </a:ln>
          </p:spPr>
        </p:pic>
      </p:grpSp>
      <p:pic>
        <p:nvPicPr>
          <p:cNvPr id="517" name="Google Shape;517;p73"/>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18" name="Google Shape;518;p7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19" name="Google Shape;519;p73"/>
          <p:cNvPicPr preferRelativeResize="0"/>
          <p:nvPr/>
        </p:nvPicPr>
        <p:blipFill>
          <a:blip r:embed="rId5">
            <a:alphaModFix/>
          </a:blip>
          <a:stretch>
            <a:fillRect/>
          </a:stretch>
        </p:blipFill>
        <p:spPr>
          <a:xfrm>
            <a:off x="499775" y="420262"/>
            <a:ext cx="505275" cy="505275"/>
          </a:xfrm>
          <a:prstGeom prst="rect">
            <a:avLst/>
          </a:prstGeom>
          <a:noFill/>
          <a:ln>
            <a:noFill/>
          </a:ln>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 Text">
  <p:cSld name="CUSTOM_1_1_1">
    <p:spTree>
      <p:nvGrpSpPr>
        <p:cNvPr id="520" name="Shape 520"/>
        <p:cNvGrpSpPr/>
        <p:nvPr/>
      </p:nvGrpSpPr>
      <p:grpSpPr>
        <a:xfrm>
          <a:off x="0" y="0"/>
          <a:ext cx="0" cy="0"/>
          <a:chOff x="0" y="0"/>
          <a:chExt cx="0" cy="0"/>
        </a:xfrm>
      </p:grpSpPr>
      <p:pic>
        <p:nvPicPr>
          <p:cNvPr id="521" name="Google Shape;521;p74"/>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22" name="Google Shape;522;p74"/>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sp>
        <p:nvSpPr>
          <p:cNvPr id="523" name="Google Shape;523;p74"/>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24" name="Google Shape;524;p74"/>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25" name="Google Shape;525;p74"/>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26" name="Google Shape;526;p7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27" name="Google Shape;527;p74"/>
          <p:cNvPicPr preferRelativeResize="0"/>
          <p:nvPr/>
        </p:nvPicPr>
        <p:blipFill rotWithShape="1">
          <a:blip r:embed="rId5">
            <a:alphaModFix/>
          </a:blip>
          <a:srcRect b="0" l="86045" r="0" t="25418"/>
          <a:stretch/>
        </p:blipFill>
        <p:spPr>
          <a:xfrm rot="5400000">
            <a:off x="7212900" y="-1425024"/>
            <a:ext cx="510701" cy="3360749"/>
          </a:xfrm>
          <a:prstGeom prst="rect">
            <a:avLst/>
          </a:prstGeom>
          <a:noFill/>
          <a:ln>
            <a:noFill/>
          </a:ln>
        </p:spPr>
      </p:pic>
      <p:pic>
        <p:nvPicPr>
          <p:cNvPr descr="Image" id="528" name="Google Shape;528;p74"/>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 Title Only">
  <p:cSld name="CUSTOM_1_1_1_1">
    <p:spTree>
      <p:nvGrpSpPr>
        <p:cNvPr id="529" name="Shape 529"/>
        <p:cNvGrpSpPr/>
        <p:nvPr/>
      </p:nvGrpSpPr>
      <p:grpSpPr>
        <a:xfrm>
          <a:off x="0" y="0"/>
          <a:ext cx="0" cy="0"/>
          <a:chOff x="0" y="0"/>
          <a:chExt cx="0" cy="0"/>
        </a:xfrm>
      </p:grpSpPr>
      <p:pic>
        <p:nvPicPr>
          <p:cNvPr id="530" name="Google Shape;530;p75"/>
          <p:cNvPicPr preferRelativeResize="0"/>
          <p:nvPr/>
        </p:nvPicPr>
        <p:blipFill rotWithShape="1">
          <a:blip r:embed="rId2">
            <a:alphaModFix/>
          </a:blip>
          <a:srcRect b="12755" l="73007" r="0" t="25835"/>
          <a:stretch/>
        </p:blipFill>
        <p:spPr>
          <a:xfrm flipH="1" rot="10800000">
            <a:off x="0" y="2754401"/>
            <a:ext cx="1007652" cy="2291299"/>
          </a:xfrm>
          <a:prstGeom prst="rect">
            <a:avLst/>
          </a:prstGeom>
          <a:noFill/>
          <a:ln>
            <a:noFill/>
          </a:ln>
        </p:spPr>
      </p:pic>
      <p:pic>
        <p:nvPicPr>
          <p:cNvPr descr="Image" id="531" name="Google Shape;531;p75"/>
          <p:cNvPicPr preferRelativeResize="0"/>
          <p:nvPr/>
        </p:nvPicPr>
        <p:blipFill rotWithShape="1">
          <a:blip r:embed="rId3">
            <a:alphaModFix/>
          </a:blip>
          <a:srcRect b="0" l="73812" r="0" t="0"/>
          <a:stretch/>
        </p:blipFill>
        <p:spPr>
          <a:xfrm>
            <a:off x="6" y="3244900"/>
            <a:ext cx="497200" cy="1898600"/>
          </a:xfrm>
          <a:prstGeom prst="rect">
            <a:avLst/>
          </a:prstGeom>
          <a:noFill/>
          <a:ln>
            <a:noFill/>
          </a:ln>
        </p:spPr>
      </p:pic>
      <p:pic>
        <p:nvPicPr>
          <p:cNvPr id="532" name="Google Shape;532;p75"/>
          <p:cNvPicPr preferRelativeResize="0"/>
          <p:nvPr/>
        </p:nvPicPr>
        <p:blipFill rotWithShape="1">
          <a:blip r:embed="rId4">
            <a:alphaModFix/>
          </a:blip>
          <a:srcRect b="0" l="86045" r="0" t="25418"/>
          <a:stretch/>
        </p:blipFill>
        <p:spPr>
          <a:xfrm rot="5400000">
            <a:off x="7212900" y="-1425024"/>
            <a:ext cx="510701" cy="3360749"/>
          </a:xfrm>
          <a:prstGeom prst="rect">
            <a:avLst/>
          </a:prstGeom>
          <a:noFill/>
          <a:ln>
            <a:noFill/>
          </a:ln>
        </p:spPr>
      </p:pic>
      <p:pic>
        <p:nvPicPr>
          <p:cNvPr descr="Image" id="533" name="Google Shape;533;p75"/>
          <p:cNvPicPr preferRelativeResize="0"/>
          <p:nvPr/>
        </p:nvPicPr>
        <p:blipFill rotWithShape="1">
          <a:blip r:embed="rId3">
            <a:alphaModFix/>
          </a:blip>
          <a:srcRect b="54289" l="0" r="5482" t="14989"/>
          <a:stretch/>
        </p:blipFill>
        <p:spPr>
          <a:xfrm>
            <a:off x="7354100" y="-1"/>
            <a:ext cx="1794526" cy="583275"/>
          </a:xfrm>
          <a:prstGeom prst="rect">
            <a:avLst/>
          </a:prstGeom>
          <a:noFill/>
          <a:ln>
            <a:noFill/>
          </a:ln>
        </p:spPr>
      </p:pic>
      <p:pic>
        <p:nvPicPr>
          <p:cNvPr id="534" name="Google Shape;534;p7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535" name="Google Shape;535;p7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36" name="Google Shape;536;p7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 Android">
  <p:cSld name="CUSTOM_3">
    <p:spTree>
      <p:nvGrpSpPr>
        <p:cNvPr id="537" name="Shape 537"/>
        <p:cNvGrpSpPr/>
        <p:nvPr/>
      </p:nvGrpSpPr>
      <p:grpSpPr>
        <a:xfrm>
          <a:off x="0" y="0"/>
          <a:ext cx="0" cy="0"/>
          <a:chOff x="0" y="0"/>
          <a:chExt cx="0" cy="0"/>
        </a:xfrm>
      </p:grpSpPr>
      <p:pic>
        <p:nvPicPr>
          <p:cNvPr id="538" name="Google Shape;538;p76"/>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39" name="Google Shape;539;p76"/>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grpSp>
        <p:nvGrpSpPr>
          <p:cNvPr id="540" name="Google Shape;540;p76"/>
          <p:cNvGrpSpPr/>
          <p:nvPr/>
        </p:nvGrpSpPr>
        <p:grpSpPr>
          <a:xfrm>
            <a:off x="5709066" y="201260"/>
            <a:ext cx="2296623" cy="4424889"/>
            <a:chOff x="5598780" y="137712"/>
            <a:chExt cx="2577001" cy="4664652"/>
          </a:xfrm>
        </p:grpSpPr>
        <p:pic>
          <p:nvPicPr>
            <p:cNvPr id="541" name="Google Shape;541;p76"/>
            <p:cNvPicPr preferRelativeResize="0"/>
            <p:nvPr/>
          </p:nvPicPr>
          <p:blipFill rotWithShape="1">
            <a:blip r:embed="rId3">
              <a:alphaModFix/>
            </a:blip>
            <a:srcRect b="1604" l="0" r="0" t="1768"/>
            <a:stretch/>
          </p:blipFill>
          <p:spPr>
            <a:xfrm>
              <a:off x="5598780" y="137712"/>
              <a:ext cx="2577001" cy="4664652"/>
            </a:xfrm>
            <a:prstGeom prst="rect">
              <a:avLst/>
            </a:prstGeom>
            <a:noFill/>
            <a:ln>
              <a:noFill/>
            </a:ln>
          </p:spPr>
        </p:pic>
        <p:sp>
          <p:nvSpPr>
            <p:cNvPr id="542" name="Google Shape;542;p76"/>
            <p:cNvSpPr/>
            <p:nvPr/>
          </p:nvSpPr>
          <p:spPr>
            <a:xfrm>
              <a:off x="5789881" y="461652"/>
              <a:ext cx="2204100" cy="3912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3" name="Google Shape;543;p76"/>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44" name="Google Shape;544;p7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45" name="Google Shape;545;p7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46" name="Google Shape;546;p76"/>
          <p:cNvSpPr/>
          <p:nvPr/>
        </p:nvSpPr>
        <p:spPr>
          <a:xfrm>
            <a:off x="6555438" y="4318850"/>
            <a:ext cx="603900" cy="222000"/>
          </a:xfrm>
          <a:prstGeom prst="rect">
            <a:avLst/>
          </a:prstGeom>
          <a:solidFill>
            <a:srgbClr val="1515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 iPhone">
  <p:cSld name="CUSTOM_3_1">
    <p:spTree>
      <p:nvGrpSpPr>
        <p:cNvPr id="547" name="Shape 547"/>
        <p:cNvGrpSpPr/>
        <p:nvPr/>
      </p:nvGrpSpPr>
      <p:grpSpPr>
        <a:xfrm>
          <a:off x="0" y="0"/>
          <a:ext cx="0" cy="0"/>
          <a:chOff x="0" y="0"/>
          <a:chExt cx="0" cy="0"/>
        </a:xfrm>
      </p:grpSpPr>
      <p:pic>
        <p:nvPicPr>
          <p:cNvPr id="548" name="Google Shape;548;p77"/>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49" name="Google Shape;549;p77"/>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0" name="Google Shape;550;p77"/>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1" name="Google Shape;551;p77"/>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52" name="Google Shape;552;p7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53" name="Google Shape;553;p77"/>
          <p:cNvSpPr/>
          <p:nvPr/>
        </p:nvSpPr>
        <p:spPr>
          <a:xfrm>
            <a:off x="5879375" y="347075"/>
            <a:ext cx="1956000" cy="4108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4" name="Google Shape;554;p77"/>
          <p:cNvPicPr preferRelativeResize="0"/>
          <p:nvPr/>
        </p:nvPicPr>
        <p:blipFill rotWithShape="1">
          <a:blip r:embed="rId4">
            <a:alphaModFix/>
          </a:blip>
          <a:srcRect b="3082" l="0" r="0" t="0"/>
          <a:stretch/>
        </p:blipFill>
        <p:spPr>
          <a:xfrm>
            <a:off x="5349374" y="226759"/>
            <a:ext cx="3016012" cy="4373878"/>
          </a:xfrm>
          <a:prstGeom prst="rect">
            <a:avLst/>
          </a:prstGeom>
          <a:noFill/>
          <a:ln>
            <a:noFill/>
          </a:ln>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 Website">
  <p:cSld name="CUSTOM_3_2">
    <p:spTree>
      <p:nvGrpSpPr>
        <p:cNvPr id="555" name="Shape 555"/>
        <p:cNvGrpSpPr/>
        <p:nvPr/>
      </p:nvGrpSpPr>
      <p:grpSpPr>
        <a:xfrm>
          <a:off x="0" y="0"/>
          <a:ext cx="0" cy="0"/>
          <a:chOff x="0" y="0"/>
          <a:chExt cx="0" cy="0"/>
        </a:xfrm>
      </p:grpSpPr>
      <p:pic>
        <p:nvPicPr>
          <p:cNvPr id="556" name="Google Shape;556;p78"/>
          <p:cNvPicPr preferRelativeResize="0"/>
          <p:nvPr/>
        </p:nvPicPr>
        <p:blipFill rotWithShape="1">
          <a:blip r:embed="rId2">
            <a:alphaModFix/>
          </a:blip>
          <a:srcRect b="30853" l="0" r="22541" t="0"/>
          <a:stretch/>
        </p:blipFill>
        <p:spPr>
          <a:xfrm>
            <a:off x="5860600" y="2508800"/>
            <a:ext cx="3283400" cy="2634701"/>
          </a:xfrm>
          <a:prstGeom prst="rect">
            <a:avLst/>
          </a:prstGeom>
          <a:noFill/>
          <a:ln>
            <a:noFill/>
          </a:ln>
        </p:spPr>
      </p:pic>
      <p:sp>
        <p:nvSpPr>
          <p:cNvPr id="557" name="Google Shape;557;p78"/>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58" name="Google Shape;558;p78"/>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59" name="Google Shape;559;p78"/>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60" name="Google Shape;560;p7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grpSp>
        <p:nvGrpSpPr>
          <p:cNvPr id="561" name="Google Shape;561;p78"/>
          <p:cNvGrpSpPr/>
          <p:nvPr/>
        </p:nvGrpSpPr>
        <p:grpSpPr>
          <a:xfrm>
            <a:off x="4344100" y="398125"/>
            <a:ext cx="4546500" cy="4222800"/>
            <a:chOff x="4344100" y="398125"/>
            <a:chExt cx="4546500" cy="4222800"/>
          </a:xfrm>
        </p:grpSpPr>
        <p:sp>
          <p:nvSpPr>
            <p:cNvPr id="562" name="Google Shape;562;p78"/>
            <p:cNvSpPr/>
            <p:nvPr/>
          </p:nvSpPr>
          <p:spPr>
            <a:xfrm>
              <a:off x="4344100" y="398125"/>
              <a:ext cx="4546500" cy="4222800"/>
            </a:xfrm>
            <a:prstGeom prst="roundRect">
              <a:avLst>
                <a:gd fmla="val 3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3" name="Google Shape;563;p78"/>
            <p:cNvGrpSpPr/>
            <p:nvPr/>
          </p:nvGrpSpPr>
          <p:grpSpPr>
            <a:xfrm>
              <a:off x="4445450" y="524200"/>
              <a:ext cx="399495" cy="101100"/>
              <a:chOff x="4445450" y="524200"/>
              <a:chExt cx="399495" cy="101100"/>
            </a:xfrm>
          </p:grpSpPr>
          <p:sp>
            <p:nvSpPr>
              <p:cNvPr id="564" name="Google Shape;564;p78"/>
              <p:cNvSpPr/>
              <p:nvPr/>
            </p:nvSpPr>
            <p:spPr>
              <a:xfrm>
                <a:off x="4445450" y="524200"/>
                <a:ext cx="100800" cy="101100"/>
              </a:xfrm>
              <a:prstGeom prst="ellipse">
                <a:avLst/>
              </a:prstGeom>
              <a:gradFill>
                <a:gsLst>
                  <a:gs pos="0">
                    <a:srgbClr val="F5D0D0"/>
                  </a:gs>
                  <a:gs pos="100000">
                    <a:srgbClr val="D96868"/>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78"/>
              <p:cNvSpPr/>
              <p:nvPr/>
            </p:nvSpPr>
            <p:spPr>
              <a:xfrm>
                <a:off x="4594797" y="524200"/>
                <a:ext cx="100800" cy="101100"/>
              </a:xfrm>
              <a:prstGeom prst="ellipse">
                <a:avLst/>
              </a:prstGeom>
              <a:gradFill>
                <a:gsLst>
                  <a:gs pos="0">
                    <a:srgbClr val="FFF6DB"/>
                  </a:gs>
                  <a:gs pos="100000">
                    <a:srgbClr val="FAD25C"/>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78"/>
              <p:cNvSpPr/>
              <p:nvPr/>
            </p:nvSpPr>
            <p:spPr>
              <a:xfrm>
                <a:off x="4744145" y="524200"/>
                <a:ext cx="100800" cy="101100"/>
              </a:xfrm>
              <a:prstGeom prst="ellipse">
                <a:avLst/>
              </a:prstGeom>
              <a:gradFill>
                <a:gsLst>
                  <a:gs pos="0">
                    <a:srgbClr val="DCECD5"/>
                  </a:gs>
                  <a:gs pos="100000">
                    <a:srgbClr val="93BC81"/>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7" name="Google Shape;567;p78"/>
            <p:cNvSpPr/>
            <p:nvPr/>
          </p:nvSpPr>
          <p:spPr>
            <a:xfrm>
              <a:off x="4910625" y="448450"/>
              <a:ext cx="3835500" cy="252600"/>
            </a:xfrm>
            <a:prstGeom prst="roundRect">
              <a:avLst>
                <a:gd fmla="val 3409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Poppins"/>
                <a:ea typeface="Poppins"/>
                <a:cs typeface="Poppins"/>
                <a:sym typeface="Poppins"/>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 Phone Placeholder">
  <p:cSld name="CUSTOM_3_1_1">
    <p:spTree>
      <p:nvGrpSpPr>
        <p:cNvPr id="568" name="Shape 568"/>
        <p:cNvGrpSpPr/>
        <p:nvPr/>
      </p:nvGrpSpPr>
      <p:grpSpPr>
        <a:xfrm>
          <a:off x="0" y="0"/>
          <a:ext cx="0" cy="0"/>
          <a:chOff x="0" y="0"/>
          <a:chExt cx="0" cy="0"/>
        </a:xfrm>
      </p:grpSpPr>
      <p:pic>
        <p:nvPicPr>
          <p:cNvPr id="569" name="Google Shape;569;p79"/>
          <p:cNvPicPr preferRelativeResize="0"/>
          <p:nvPr/>
        </p:nvPicPr>
        <p:blipFill>
          <a:blip r:embed="rId2">
            <a:alphaModFix/>
          </a:blip>
          <a:stretch>
            <a:fillRect/>
          </a:stretch>
        </p:blipFill>
        <p:spPr>
          <a:xfrm>
            <a:off x="4738000" y="508538"/>
            <a:ext cx="4238740" cy="3810313"/>
          </a:xfrm>
          <a:prstGeom prst="rect">
            <a:avLst/>
          </a:prstGeom>
          <a:noFill/>
          <a:ln>
            <a:noFill/>
          </a:ln>
        </p:spPr>
      </p:pic>
      <p:sp>
        <p:nvSpPr>
          <p:cNvPr id="570" name="Google Shape;570;p79"/>
          <p:cNvSpPr txBox="1"/>
          <p:nvPr>
            <p:ph type="title"/>
          </p:nvPr>
        </p:nvSpPr>
        <p:spPr>
          <a:xfrm>
            <a:off x="452400" y="481275"/>
            <a:ext cx="49242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71" name="Google Shape;571;p79"/>
          <p:cNvSpPr txBox="1"/>
          <p:nvPr>
            <p:ph idx="1" type="body"/>
          </p:nvPr>
        </p:nvSpPr>
        <p:spPr>
          <a:xfrm>
            <a:off x="452400" y="1132825"/>
            <a:ext cx="42387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72" name="Google Shape;572;p79"/>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3" name="Google Shape;573;p7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 Code Block">
  <p:cSld name="CUSTOM_7_1">
    <p:spTree>
      <p:nvGrpSpPr>
        <p:cNvPr id="574" name="Shape 574"/>
        <p:cNvGrpSpPr/>
        <p:nvPr/>
      </p:nvGrpSpPr>
      <p:grpSpPr>
        <a:xfrm>
          <a:off x="0" y="0"/>
          <a:ext cx="0" cy="0"/>
          <a:chOff x="0" y="0"/>
          <a:chExt cx="0" cy="0"/>
        </a:xfrm>
      </p:grpSpPr>
      <p:pic>
        <p:nvPicPr>
          <p:cNvPr id="575" name="Google Shape;575;p80"/>
          <p:cNvPicPr preferRelativeResize="0"/>
          <p:nvPr/>
        </p:nvPicPr>
        <p:blipFill rotWithShape="1">
          <a:blip r:embed="rId2">
            <a:alphaModFix/>
          </a:blip>
          <a:srcRect b="29631" l="0" r="52625" t="21294"/>
          <a:stretch/>
        </p:blipFill>
        <p:spPr>
          <a:xfrm rot="-5400005">
            <a:off x="5694763" y="-60161"/>
            <a:ext cx="3400125" cy="3520446"/>
          </a:xfrm>
          <a:prstGeom prst="rect">
            <a:avLst/>
          </a:prstGeom>
          <a:noFill/>
          <a:ln>
            <a:noFill/>
          </a:ln>
        </p:spPr>
      </p:pic>
      <p:sp>
        <p:nvSpPr>
          <p:cNvPr id="576" name="Google Shape;576;p80"/>
          <p:cNvSpPr/>
          <p:nvPr/>
        </p:nvSpPr>
        <p:spPr>
          <a:xfrm>
            <a:off x="4385200" y="481275"/>
            <a:ext cx="4308300" cy="41397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80"/>
          <p:cNvSpPr txBox="1"/>
          <p:nvPr/>
        </p:nvSpPr>
        <p:spPr>
          <a:xfrm>
            <a:off x="357200" y="408225"/>
            <a:ext cx="4419000" cy="4617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1700"/>
              </a:spcBef>
              <a:spcAft>
                <a:spcPts val="3300"/>
              </a:spcAft>
              <a:buNone/>
            </a:pPr>
            <a:r>
              <a:t/>
            </a:r>
            <a:endParaRPr sz="1800">
              <a:solidFill>
                <a:srgbClr val="666666"/>
              </a:solidFill>
              <a:latin typeface="Courier New"/>
              <a:ea typeface="Courier New"/>
              <a:cs typeface="Courier New"/>
              <a:sym typeface="Courier New"/>
            </a:endParaRPr>
          </a:p>
        </p:txBody>
      </p:sp>
      <p:pic>
        <p:nvPicPr>
          <p:cNvPr id="578" name="Google Shape;578;p80"/>
          <p:cNvPicPr preferRelativeResize="0"/>
          <p:nvPr/>
        </p:nvPicPr>
        <p:blipFill>
          <a:blip r:embed="rId3">
            <a:alphaModFix/>
          </a:blip>
          <a:stretch>
            <a:fillRect/>
          </a:stretch>
        </p:blipFill>
        <p:spPr>
          <a:xfrm>
            <a:off x="7152175" y="4875550"/>
            <a:ext cx="1541202" cy="142200"/>
          </a:xfrm>
          <a:prstGeom prst="rect">
            <a:avLst/>
          </a:prstGeom>
          <a:noFill/>
          <a:ln>
            <a:noFill/>
          </a:ln>
        </p:spPr>
      </p:pic>
      <p:sp>
        <p:nvSpPr>
          <p:cNvPr id="579" name="Google Shape;579;p8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0" name="Google Shape;580;p80"/>
          <p:cNvSpPr txBox="1"/>
          <p:nvPr>
            <p:ph type="title"/>
          </p:nvPr>
        </p:nvSpPr>
        <p:spPr>
          <a:xfrm>
            <a:off x="452400" y="481275"/>
            <a:ext cx="3701100" cy="5724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Space Mono"/>
              <a:buNone/>
              <a:defRPr b="1" sz="2400">
                <a:latin typeface="Space Mono"/>
                <a:ea typeface="Space Mono"/>
                <a:cs typeface="Space Mono"/>
                <a:sym typeface="Space Mono"/>
              </a:defRPr>
            </a:lvl1pPr>
            <a:lvl2pPr lvl="1">
              <a:spcBef>
                <a:spcPts val="0"/>
              </a:spcBef>
              <a:spcAft>
                <a:spcPts val="0"/>
              </a:spcAft>
              <a:buSzPts val="3200"/>
              <a:buFont typeface="Space Mono"/>
              <a:buNone/>
              <a:defRPr sz="3200">
                <a:latin typeface="Space Mono"/>
                <a:ea typeface="Space Mono"/>
                <a:cs typeface="Space Mono"/>
                <a:sym typeface="Space Mono"/>
              </a:defRPr>
            </a:lvl2pPr>
            <a:lvl3pPr lvl="2">
              <a:spcBef>
                <a:spcPts val="0"/>
              </a:spcBef>
              <a:spcAft>
                <a:spcPts val="0"/>
              </a:spcAft>
              <a:buSzPts val="3200"/>
              <a:buFont typeface="Space Mono"/>
              <a:buNone/>
              <a:defRPr sz="3200">
                <a:latin typeface="Space Mono"/>
                <a:ea typeface="Space Mono"/>
                <a:cs typeface="Space Mono"/>
                <a:sym typeface="Space Mono"/>
              </a:defRPr>
            </a:lvl3pPr>
            <a:lvl4pPr lvl="3">
              <a:spcBef>
                <a:spcPts val="0"/>
              </a:spcBef>
              <a:spcAft>
                <a:spcPts val="0"/>
              </a:spcAft>
              <a:buSzPts val="3200"/>
              <a:buFont typeface="Space Mono"/>
              <a:buNone/>
              <a:defRPr sz="3200">
                <a:latin typeface="Space Mono"/>
                <a:ea typeface="Space Mono"/>
                <a:cs typeface="Space Mono"/>
                <a:sym typeface="Space Mono"/>
              </a:defRPr>
            </a:lvl4pPr>
            <a:lvl5pPr lvl="4">
              <a:spcBef>
                <a:spcPts val="0"/>
              </a:spcBef>
              <a:spcAft>
                <a:spcPts val="0"/>
              </a:spcAft>
              <a:buSzPts val="3200"/>
              <a:buFont typeface="Space Mono"/>
              <a:buNone/>
              <a:defRPr sz="3200">
                <a:latin typeface="Space Mono"/>
                <a:ea typeface="Space Mono"/>
                <a:cs typeface="Space Mono"/>
                <a:sym typeface="Space Mono"/>
              </a:defRPr>
            </a:lvl5pPr>
            <a:lvl6pPr lvl="5">
              <a:spcBef>
                <a:spcPts val="0"/>
              </a:spcBef>
              <a:spcAft>
                <a:spcPts val="0"/>
              </a:spcAft>
              <a:buSzPts val="3200"/>
              <a:buFont typeface="Space Mono"/>
              <a:buNone/>
              <a:defRPr sz="3200">
                <a:latin typeface="Space Mono"/>
                <a:ea typeface="Space Mono"/>
                <a:cs typeface="Space Mono"/>
                <a:sym typeface="Space Mono"/>
              </a:defRPr>
            </a:lvl6pPr>
            <a:lvl7pPr lvl="6">
              <a:spcBef>
                <a:spcPts val="0"/>
              </a:spcBef>
              <a:spcAft>
                <a:spcPts val="0"/>
              </a:spcAft>
              <a:buSzPts val="3200"/>
              <a:buFont typeface="Space Mono"/>
              <a:buNone/>
              <a:defRPr sz="3200">
                <a:latin typeface="Space Mono"/>
                <a:ea typeface="Space Mono"/>
                <a:cs typeface="Space Mono"/>
                <a:sym typeface="Space Mono"/>
              </a:defRPr>
            </a:lvl7pPr>
            <a:lvl8pPr lvl="7">
              <a:spcBef>
                <a:spcPts val="0"/>
              </a:spcBef>
              <a:spcAft>
                <a:spcPts val="0"/>
              </a:spcAft>
              <a:buSzPts val="3200"/>
              <a:buFont typeface="Space Mono"/>
              <a:buNone/>
              <a:defRPr sz="3200">
                <a:latin typeface="Space Mono"/>
                <a:ea typeface="Space Mono"/>
                <a:cs typeface="Space Mono"/>
                <a:sym typeface="Space Mono"/>
              </a:defRPr>
            </a:lvl8pPr>
            <a:lvl9pPr lvl="8">
              <a:spcBef>
                <a:spcPts val="0"/>
              </a:spcBef>
              <a:spcAft>
                <a:spcPts val="0"/>
              </a:spcAft>
              <a:buSzPts val="3200"/>
              <a:buFont typeface="Space Mono"/>
              <a:buNone/>
              <a:defRPr sz="3200">
                <a:latin typeface="Space Mono"/>
                <a:ea typeface="Space Mono"/>
                <a:cs typeface="Space Mono"/>
                <a:sym typeface="Space Mono"/>
              </a:defRPr>
            </a:lvl9pPr>
          </a:lstStyle>
          <a:p/>
        </p:txBody>
      </p:sp>
      <p:sp>
        <p:nvSpPr>
          <p:cNvPr id="581" name="Google Shape;581;p80"/>
          <p:cNvSpPr txBox="1"/>
          <p:nvPr>
            <p:ph idx="1" type="body"/>
          </p:nvPr>
        </p:nvSpPr>
        <p:spPr>
          <a:xfrm>
            <a:off x="452400" y="1132825"/>
            <a:ext cx="3701100" cy="34881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
        <p:nvSpPr>
          <p:cNvPr id="582" name="Google Shape;582;p80"/>
          <p:cNvSpPr txBox="1"/>
          <p:nvPr>
            <p:ph idx="2" type="subTitle"/>
          </p:nvPr>
        </p:nvSpPr>
        <p:spPr>
          <a:xfrm>
            <a:off x="4511175" y="586000"/>
            <a:ext cx="4080000" cy="39141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 Icebreaker">
  <p:cSld name="CUSTOM_7">
    <p:spTree>
      <p:nvGrpSpPr>
        <p:cNvPr id="583" name="Shape 583"/>
        <p:cNvGrpSpPr/>
        <p:nvPr/>
      </p:nvGrpSpPr>
      <p:grpSpPr>
        <a:xfrm>
          <a:off x="0" y="0"/>
          <a:ext cx="0" cy="0"/>
          <a:chOff x="0" y="0"/>
          <a:chExt cx="0" cy="0"/>
        </a:xfrm>
      </p:grpSpPr>
      <p:pic>
        <p:nvPicPr>
          <p:cNvPr id="584" name="Google Shape;584;p81"/>
          <p:cNvPicPr preferRelativeResize="0"/>
          <p:nvPr/>
        </p:nvPicPr>
        <p:blipFill>
          <a:blip r:embed="rId2">
            <a:alphaModFix/>
          </a:blip>
          <a:stretch>
            <a:fillRect/>
          </a:stretch>
        </p:blipFill>
        <p:spPr>
          <a:xfrm>
            <a:off x="452400" y="440000"/>
            <a:ext cx="654950" cy="654950"/>
          </a:xfrm>
          <a:prstGeom prst="rect">
            <a:avLst/>
          </a:prstGeom>
          <a:noFill/>
          <a:ln>
            <a:noFill/>
          </a:ln>
        </p:spPr>
      </p:pic>
      <p:pic>
        <p:nvPicPr>
          <p:cNvPr id="585" name="Google Shape;585;p81"/>
          <p:cNvPicPr preferRelativeResize="0"/>
          <p:nvPr/>
        </p:nvPicPr>
        <p:blipFill rotWithShape="1">
          <a:blip r:embed="rId3">
            <a:alphaModFix/>
          </a:blip>
          <a:srcRect b="20620" l="74976" r="11428" t="41244"/>
          <a:stretch/>
        </p:blipFill>
        <p:spPr>
          <a:xfrm rot="-5400000">
            <a:off x="627389" y="3816763"/>
            <a:ext cx="691823" cy="1961651"/>
          </a:xfrm>
          <a:prstGeom prst="rect">
            <a:avLst/>
          </a:prstGeom>
          <a:noFill/>
          <a:ln>
            <a:noFill/>
          </a:ln>
        </p:spPr>
      </p:pic>
      <p:sp>
        <p:nvSpPr>
          <p:cNvPr id="586" name="Google Shape;586;p81"/>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87" name="Google Shape;587;p81"/>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88" name="Google Shape;588;p81"/>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589" name="Google Shape;589;p81"/>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Icebreaker</a:t>
            </a:r>
            <a:endParaRPr/>
          </a:p>
        </p:txBody>
      </p:sp>
      <p:sp>
        <p:nvSpPr>
          <p:cNvPr id="590" name="Google Shape;590;p81"/>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591" name="Google Shape;591;p8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592" name="Google Shape;592;p81"/>
          <p:cNvPicPr preferRelativeResize="0"/>
          <p:nvPr/>
        </p:nvPicPr>
        <p:blipFill rotWithShape="1">
          <a:blip r:embed="rId5">
            <a:alphaModFix/>
          </a:blip>
          <a:srcRect b="57773" l="27820" r="30811" t="19033"/>
          <a:stretch/>
        </p:blipFill>
        <p:spPr>
          <a:xfrm>
            <a:off x="-3355" y="3951836"/>
            <a:ext cx="2123899" cy="1192951"/>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Discussion Prompt">
  <p:cSld name="CUSTOM_6">
    <p:spTree>
      <p:nvGrpSpPr>
        <p:cNvPr id="593" name="Shape 593"/>
        <p:cNvGrpSpPr/>
        <p:nvPr/>
      </p:nvGrpSpPr>
      <p:grpSpPr>
        <a:xfrm>
          <a:off x="0" y="0"/>
          <a:ext cx="0" cy="0"/>
          <a:chOff x="0" y="0"/>
          <a:chExt cx="0" cy="0"/>
        </a:xfrm>
      </p:grpSpPr>
      <p:pic>
        <p:nvPicPr>
          <p:cNvPr id="594" name="Google Shape;594;p82"/>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595" name="Google Shape;595;p82"/>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sp>
        <p:nvSpPr>
          <p:cNvPr id="596" name="Google Shape;596;p82"/>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597" name="Google Shape;597;p82"/>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598" name="Google Shape;598;p82"/>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pic>
        <p:nvPicPr>
          <p:cNvPr id="599" name="Google Shape;599;p82"/>
          <p:cNvPicPr preferRelativeResize="0"/>
          <p:nvPr/>
        </p:nvPicPr>
        <p:blipFill>
          <a:blip r:embed="rId5">
            <a:alphaModFix/>
          </a:blip>
          <a:stretch>
            <a:fillRect/>
          </a:stretch>
        </p:blipFill>
        <p:spPr>
          <a:xfrm>
            <a:off x="434600" y="440000"/>
            <a:ext cx="654950" cy="654950"/>
          </a:xfrm>
          <a:prstGeom prst="rect">
            <a:avLst/>
          </a:prstGeom>
          <a:noFill/>
          <a:ln>
            <a:noFill/>
          </a:ln>
        </p:spPr>
      </p:pic>
      <p:sp>
        <p:nvSpPr>
          <p:cNvPr id="600" name="Google Shape;600;p82"/>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solidFill>
                  <a:srgbClr val="000000"/>
                </a:solidFill>
                <a:latin typeface="Poppins"/>
                <a:ea typeface="Poppins"/>
                <a:cs typeface="Poppins"/>
                <a:sym typeface="Poppins"/>
              </a:rPr>
              <a:t>Discussion</a:t>
            </a:r>
            <a:endParaRPr/>
          </a:p>
        </p:txBody>
      </p:sp>
      <p:sp>
        <p:nvSpPr>
          <p:cNvPr id="601" name="Google Shape;601;p82"/>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Reflection Prompt">
  <p:cSld name="CUSTOM_6_2">
    <p:spTree>
      <p:nvGrpSpPr>
        <p:cNvPr id="602" name="Shape 602"/>
        <p:cNvGrpSpPr/>
        <p:nvPr/>
      </p:nvGrpSpPr>
      <p:grpSpPr>
        <a:xfrm>
          <a:off x="0" y="0"/>
          <a:ext cx="0" cy="0"/>
          <a:chOff x="0" y="0"/>
          <a:chExt cx="0" cy="0"/>
        </a:xfrm>
      </p:grpSpPr>
      <p:pic>
        <p:nvPicPr>
          <p:cNvPr id="603" name="Google Shape;603;p83"/>
          <p:cNvPicPr preferRelativeResize="0"/>
          <p:nvPr/>
        </p:nvPicPr>
        <p:blipFill rotWithShape="1">
          <a:blip r:embed="rId2">
            <a:alphaModFix/>
          </a:blip>
          <a:srcRect b="20620" l="74976" r="11428" t="41244"/>
          <a:stretch/>
        </p:blipFill>
        <p:spPr>
          <a:xfrm rot="-5400000">
            <a:off x="627389" y="3816763"/>
            <a:ext cx="691823" cy="1961651"/>
          </a:xfrm>
          <a:prstGeom prst="rect">
            <a:avLst/>
          </a:prstGeom>
          <a:noFill/>
          <a:ln>
            <a:noFill/>
          </a:ln>
        </p:spPr>
      </p:pic>
      <p:pic>
        <p:nvPicPr>
          <p:cNvPr id="604" name="Google Shape;604;p83"/>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05" name="Google Shape;605;p83"/>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06" name="Google Shape;606;p83"/>
          <p:cNvSpPr txBox="1"/>
          <p:nvPr>
            <p:ph idx="1" type="subTitle"/>
          </p:nvPr>
        </p:nvSpPr>
        <p:spPr>
          <a:xfrm>
            <a:off x="7103500" y="551600"/>
            <a:ext cx="1617300" cy="431700"/>
          </a:xfrm>
          <a:prstGeom prst="rect">
            <a:avLst/>
          </a:prstGeom>
          <a:solidFill>
            <a:srgbClr val="FFEDF0"/>
          </a:solidFill>
          <a:ln cap="flat" cmpd="sng" w="152400">
            <a:solidFill>
              <a:srgbClr val="FFEDF0"/>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07" name="Google Shape;607;p83"/>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08" name="Google Shape;608;p83"/>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09" name="Google Shape;609;p83"/>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Reflection</a:t>
            </a:r>
            <a:endParaRPr/>
          </a:p>
        </p:txBody>
      </p:sp>
      <p:sp>
        <p:nvSpPr>
          <p:cNvPr id="610" name="Google Shape;610;p83"/>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11" name="Google Shape;611;p83"/>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Try It">
  <p:cSld name="CUSTOM_6_2_1">
    <p:spTree>
      <p:nvGrpSpPr>
        <p:cNvPr id="612" name="Shape 612"/>
        <p:cNvGrpSpPr/>
        <p:nvPr/>
      </p:nvGrpSpPr>
      <p:grpSpPr>
        <a:xfrm>
          <a:off x="0" y="0"/>
          <a:ext cx="0" cy="0"/>
          <a:chOff x="0" y="0"/>
          <a:chExt cx="0" cy="0"/>
        </a:xfrm>
      </p:grpSpPr>
      <p:pic>
        <p:nvPicPr>
          <p:cNvPr id="613" name="Google Shape;613;p84"/>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14" name="Google Shape;614;p84"/>
          <p:cNvPicPr preferRelativeResize="0"/>
          <p:nvPr/>
        </p:nvPicPr>
        <p:blipFill rotWithShape="1">
          <a:blip r:embed="rId3">
            <a:alphaModFix/>
          </a:blip>
          <a:srcRect b="45416" l="60224" r="12699" t="43299"/>
          <a:stretch/>
        </p:blipFill>
        <p:spPr>
          <a:xfrm>
            <a:off x="0" y="4131025"/>
            <a:ext cx="2061576" cy="1012474"/>
          </a:xfrm>
          <a:prstGeom prst="rect">
            <a:avLst/>
          </a:prstGeom>
          <a:noFill/>
          <a:ln>
            <a:noFill/>
          </a:ln>
        </p:spPr>
      </p:pic>
      <p:pic>
        <p:nvPicPr>
          <p:cNvPr id="615" name="Google Shape;615;p84"/>
          <p:cNvPicPr preferRelativeResize="0"/>
          <p:nvPr/>
        </p:nvPicPr>
        <p:blipFill>
          <a:blip r:embed="rId4">
            <a:alphaModFix/>
          </a:blip>
          <a:stretch>
            <a:fillRect/>
          </a:stretch>
        </p:blipFill>
        <p:spPr>
          <a:xfrm>
            <a:off x="452400" y="440000"/>
            <a:ext cx="654950" cy="654950"/>
          </a:xfrm>
          <a:prstGeom prst="rect">
            <a:avLst/>
          </a:prstGeom>
          <a:noFill/>
          <a:ln>
            <a:noFill/>
          </a:ln>
        </p:spPr>
      </p:pic>
      <p:sp>
        <p:nvSpPr>
          <p:cNvPr id="616" name="Google Shape;616;p84"/>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17" name="Google Shape;617;p84"/>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18" name="Google Shape;618;p84"/>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19" name="Google Shape;619;p84"/>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Try It!</a:t>
            </a:r>
            <a:endParaRPr/>
          </a:p>
        </p:txBody>
      </p:sp>
      <p:sp>
        <p:nvSpPr>
          <p:cNvPr id="620" name="Google Shape;620;p84"/>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21" name="Google Shape;621;p84"/>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Breakout Rooms">
  <p:cSld name="CUSTOM_6_2_1_1">
    <p:spTree>
      <p:nvGrpSpPr>
        <p:cNvPr id="622" name="Shape 622"/>
        <p:cNvGrpSpPr/>
        <p:nvPr/>
      </p:nvGrpSpPr>
      <p:grpSpPr>
        <a:xfrm>
          <a:off x="0" y="0"/>
          <a:ext cx="0" cy="0"/>
          <a:chOff x="0" y="0"/>
          <a:chExt cx="0" cy="0"/>
        </a:xfrm>
      </p:grpSpPr>
      <p:pic>
        <p:nvPicPr>
          <p:cNvPr id="623" name="Google Shape;623;p85"/>
          <p:cNvPicPr preferRelativeResize="0"/>
          <p:nvPr/>
        </p:nvPicPr>
        <p:blipFill rotWithShape="1">
          <a:blip r:embed="rId2">
            <a:alphaModFix/>
          </a:blip>
          <a:srcRect b="0" l="25913" r="44507" t="78390"/>
          <a:stretch/>
        </p:blipFill>
        <p:spPr>
          <a:xfrm rot="10800000">
            <a:off x="1" y="4032002"/>
            <a:ext cx="1547899" cy="1111498"/>
          </a:xfrm>
          <a:prstGeom prst="rect">
            <a:avLst/>
          </a:prstGeom>
          <a:noFill/>
          <a:ln>
            <a:noFill/>
          </a:ln>
        </p:spPr>
      </p:pic>
      <p:pic>
        <p:nvPicPr>
          <p:cNvPr id="624" name="Google Shape;624;p85"/>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25" name="Google Shape;625;p85"/>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26" name="Google Shape;626;p85"/>
          <p:cNvSpPr txBox="1"/>
          <p:nvPr>
            <p:ph idx="1" type="subTitle"/>
          </p:nvPr>
        </p:nvSpPr>
        <p:spPr>
          <a:xfrm>
            <a:off x="7103500" y="551600"/>
            <a:ext cx="1617300" cy="431700"/>
          </a:xfrm>
          <a:prstGeom prst="rect">
            <a:avLst/>
          </a:prstGeom>
          <a:solidFill>
            <a:srgbClr val="FFF6BF"/>
          </a:solidFill>
          <a:ln cap="flat" cmpd="sng" w="152400">
            <a:solidFill>
              <a:srgbClr val="FFF6B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27" name="Google Shape;627;p85"/>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28" name="Google Shape;628;p8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29" name="Google Shape;629;p85"/>
          <p:cNvSpPr txBox="1"/>
          <p:nvPr/>
        </p:nvSpPr>
        <p:spPr>
          <a:xfrm>
            <a:off x="1154000" y="440000"/>
            <a:ext cx="36480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Breakout Rooms</a:t>
            </a:r>
            <a:endParaRPr/>
          </a:p>
        </p:txBody>
      </p:sp>
      <p:sp>
        <p:nvSpPr>
          <p:cNvPr id="630" name="Google Shape;630;p85"/>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31" name="Google Shape;631;p85"/>
          <p:cNvSpPr txBox="1"/>
          <p:nvPr>
            <p:ph idx="2" type="body"/>
          </p:nvPr>
        </p:nvSpPr>
        <p:spPr>
          <a:xfrm>
            <a:off x="452400" y="1260500"/>
            <a:ext cx="64959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CFU">
  <p:cSld name="CUSTOM_6_2_1_1_1">
    <p:spTree>
      <p:nvGrpSpPr>
        <p:cNvPr id="632" name="Shape 632"/>
        <p:cNvGrpSpPr/>
        <p:nvPr/>
      </p:nvGrpSpPr>
      <p:grpSpPr>
        <a:xfrm>
          <a:off x="0" y="0"/>
          <a:ext cx="0" cy="0"/>
          <a:chOff x="0" y="0"/>
          <a:chExt cx="0" cy="0"/>
        </a:xfrm>
      </p:grpSpPr>
      <p:pic>
        <p:nvPicPr>
          <p:cNvPr id="633" name="Google Shape;633;p86"/>
          <p:cNvPicPr preferRelativeResize="0"/>
          <p:nvPr/>
        </p:nvPicPr>
        <p:blipFill rotWithShape="1">
          <a:blip r:embed="rId2">
            <a:alphaModFix/>
          </a:blip>
          <a:srcRect b="26804" l="62509" r="0" t="0"/>
          <a:stretch/>
        </p:blipFill>
        <p:spPr>
          <a:xfrm flipH="1" rot="5400000">
            <a:off x="556661" y="3399336"/>
            <a:ext cx="1192950" cy="2328028"/>
          </a:xfrm>
          <a:prstGeom prst="rect">
            <a:avLst/>
          </a:prstGeom>
          <a:noFill/>
          <a:ln>
            <a:noFill/>
          </a:ln>
        </p:spPr>
      </p:pic>
      <p:pic>
        <p:nvPicPr>
          <p:cNvPr id="634" name="Google Shape;634;p86"/>
          <p:cNvPicPr preferRelativeResize="0"/>
          <p:nvPr/>
        </p:nvPicPr>
        <p:blipFill rotWithShape="1">
          <a:blip r:embed="rId3">
            <a:alphaModFix/>
          </a:blip>
          <a:srcRect b="57773" l="27820" r="30811" t="19033"/>
          <a:stretch/>
        </p:blipFill>
        <p:spPr>
          <a:xfrm>
            <a:off x="-3355" y="3951836"/>
            <a:ext cx="2123899" cy="1192951"/>
          </a:xfrm>
          <a:prstGeom prst="rect">
            <a:avLst/>
          </a:prstGeom>
          <a:noFill/>
          <a:ln>
            <a:noFill/>
          </a:ln>
        </p:spPr>
      </p:pic>
      <p:pic>
        <p:nvPicPr>
          <p:cNvPr id="635" name="Google Shape;635;p86"/>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36" name="Google Shape;636;p86"/>
          <p:cNvSpPr txBox="1"/>
          <p:nvPr>
            <p:ph idx="1" type="subTitle"/>
          </p:nvPr>
        </p:nvSpPr>
        <p:spPr>
          <a:xfrm>
            <a:off x="7103500" y="551600"/>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37" name="Google Shape;637;p86"/>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38" name="Google Shape;638;p8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39" name="Google Shape;639;p86"/>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Understanding</a:t>
            </a:r>
            <a:endParaRPr/>
          </a:p>
        </p:txBody>
      </p:sp>
      <p:sp>
        <p:nvSpPr>
          <p:cNvPr id="640" name="Google Shape;640;p86"/>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41" name="Google Shape;641;p86"/>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CFU w/ Code">
  <p:cSld name="CUSTOM_6_2_1_1_1_3">
    <p:spTree>
      <p:nvGrpSpPr>
        <p:cNvPr id="642" name="Shape 642"/>
        <p:cNvGrpSpPr/>
        <p:nvPr/>
      </p:nvGrpSpPr>
      <p:grpSpPr>
        <a:xfrm>
          <a:off x="0" y="0"/>
          <a:ext cx="0" cy="0"/>
          <a:chOff x="0" y="0"/>
          <a:chExt cx="0" cy="0"/>
        </a:xfrm>
      </p:grpSpPr>
      <p:pic>
        <p:nvPicPr>
          <p:cNvPr id="643" name="Google Shape;643;p87"/>
          <p:cNvPicPr preferRelativeResize="0"/>
          <p:nvPr/>
        </p:nvPicPr>
        <p:blipFill rotWithShape="1">
          <a:blip r:embed="rId2">
            <a:alphaModFix/>
          </a:blip>
          <a:srcRect b="26804" l="62509" r="0" t="0"/>
          <a:stretch/>
        </p:blipFill>
        <p:spPr>
          <a:xfrm flipH="1" rot="-5400000">
            <a:off x="7383499" y="-567539"/>
            <a:ext cx="1192950" cy="2328028"/>
          </a:xfrm>
          <a:prstGeom prst="rect">
            <a:avLst/>
          </a:prstGeom>
          <a:noFill/>
          <a:ln>
            <a:noFill/>
          </a:ln>
        </p:spPr>
      </p:pic>
      <p:pic>
        <p:nvPicPr>
          <p:cNvPr id="644" name="Google Shape;644;p87"/>
          <p:cNvPicPr preferRelativeResize="0"/>
          <p:nvPr/>
        </p:nvPicPr>
        <p:blipFill rotWithShape="1">
          <a:blip r:embed="rId3">
            <a:alphaModFix/>
          </a:blip>
          <a:srcRect b="57773" l="27820" r="30811" t="19033"/>
          <a:stretch/>
        </p:blipFill>
        <p:spPr>
          <a:xfrm rot="10800000">
            <a:off x="7020095" y="11"/>
            <a:ext cx="2123899" cy="1192951"/>
          </a:xfrm>
          <a:prstGeom prst="rect">
            <a:avLst/>
          </a:prstGeom>
          <a:noFill/>
          <a:ln>
            <a:noFill/>
          </a:ln>
        </p:spPr>
      </p:pic>
      <p:sp>
        <p:nvSpPr>
          <p:cNvPr id="645" name="Google Shape;645;p87"/>
          <p:cNvSpPr txBox="1"/>
          <p:nvPr>
            <p:ph idx="1" type="body"/>
          </p:nvPr>
        </p:nvSpPr>
        <p:spPr>
          <a:xfrm>
            <a:off x="452400" y="1344125"/>
            <a:ext cx="3474000" cy="2923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pic>
        <p:nvPicPr>
          <p:cNvPr id="646" name="Google Shape;646;p87"/>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47" name="Google Shape;647;p87"/>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48" name="Google Shape;648;p87"/>
          <p:cNvSpPr/>
          <p:nvPr/>
        </p:nvSpPr>
        <p:spPr>
          <a:xfrm>
            <a:off x="4118450" y="266700"/>
            <a:ext cx="4722300" cy="4459500"/>
          </a:xfrm>
          <a:prstGeom prst="roundRect">
            <a:avLst>
              <a:gd fmla="val 2467" name="adj"/>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87"/>
          <p:cNvSpPr txBox="1"/>
          <p:nvPr>
            <p:ph idx="2" type="subTitle"/>
          </p:nvPr>
        </p:nvSpPr>
        <p:spPr>
          <a:xfrm>
            <a:off x="4256529" y="378199"/>
            <a:ext cx="4472100" cy="4215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Roboto Mono"/>
              <a:buNone/>
              <a:defRPr>
                <a:solidFill>
                  <a:schemeClr val="dk1"/>
                </a:solidFill>
                <a:latin typeface="Roboto Mono"/>
                <a:ea typeface="Roboto Mono"/>
                <a:cs typeface="Roboto Mono"/>
                <a:sym typeface="Roboto Mono"/>
              </a:defRPr>
            </a:lvl1pPr>
            <a:lvl2pPr lvl="1">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2pPr>
            <a:lvl3pPr lvl="2">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3pPr>
            <a:lvl4pPr lvl="3">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4pPr>
            <a:lvl5pPr lvl="4">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5pPr>
            <a:lvl6pPr lvl="5">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6pPr>
            <a:lvl7pPr lvl="6">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7pPr>
            <a:lvl8pPr lvl="7">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8pPr>
            <a:lvl9pPr lvl="8">
              <a:spcBef>
                <a:spcPts val="0"/>
              </a:spcBef>
              <a:spcAft>
                <a:spcPts val="0"/>
              </a:spcAft>
              <a:buClr>
                <a:schemeClr val="dk1"/>
              </a:buClr>
              <a:buSzPts val="1800"/>
              <a:buFont typeface="Roboto Mono"/>
              <a:buNone/>
              <a:defRPr sz="1800">
                <a:solidFill>
                  <a:schemeClr val="dk1"/>
                </a:solidFill>
                <a:latin typeface="Roboto Mono"/>
                <a:ea typeface="Roboto Mono"/>
                <a:cs typeface="Roboto Mono"/>
                <a:sym typeface="Roboto Mono"/>
              </a:defRPr>
            </a:lvl9pPr>
          </a:lstStyle>
          <a:p/>
        </p:txBody>
      </p:sp>
      <p:sp>
        <p:nvSpPr>
          <p:cNvPr id="650" name="Google Shape;650;p87"/>
          <p:cNvSpPr txBox="1"/>
          <p:nvPr>
            <p:ph idx="3" type="subTitle"/>
          </p:nvPr>
        </p:nvSpPr>
        <p:spPr>
          <a:xfrm>
            <a:off x="153900" y="4514325"/>
            <a:ext cx="1617300" cy="4317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1" name="Google Shape;651;p87"/>
          <p:cNvPicPr preferRelativeResize="0"/>
          <p:nvPr/>
        </p:nvPicPr>
        <p:blipFill>
          <a:blip r:embed="rId5">
            <a:alphaModFix/>
          </a:blip>
          <a:stretch>
            <a:fillRect/>
          </a:stretch>
        </p:blipFill>
        <p:spPr>
          <a:xfrm>
            <a:off x="452400" y="439975"/>
            <a:ext cx="654950" cy="654950"/>
          </a:xfrm>
          <a:prstGeom prst="rect">
            <a:avLst/>
          </a:prstGeom>
          <a:noFill/>
          <a:ln>
            <a:noFill/>
          </a:ln>
        </p:spPr>
      </p:pic>
      <p:sp>
        <p:nvSpPr>
          <p:cNvPr id="652" name="Google Shape;652;p87"/>
          <p:cNvSpPr txBox="1"/>
          <p:nvPr/>
        </p:nvSpPr>
        <p:spPr>
          <a:xfrm>
            <a:off x="1147375" y="322700"/>
            <a:ext cx="2653200" cy="889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Check for </a:t>
            </a:r>
            <a:endParaRPr b="1" sz="2400">
              <a:latin typeface="Poppins"/>
              <a:ea typeface="Poppins"/>
              <a:cs typeface="Poppins"/>
              <a:sym typeface="Poppins"/>
            </a:endParaRPr>
          </a:p>
          <a:p>
            <a:pPr indent="0" lvl="0" marL="0" rtl="0" algn="l">
              <a:spcBef>
                <a:spcPts val="0"/>
              </a:spcBef>
              <a:spcAft>
                <a:spcPts val="0"/>
              </a:spcAft>
              <a:buNone/>
            </a:pPr>
            <a:r>
              <a:rPr b="1" lang="en" sz="2400">
                <a:latin typeface="Poppins"/>
                <a:ea typeface="Poppins"/>
                <a:cs typeface="Poppins"/>
                <a:sym typeface="Poppins"/>
              </a:rPr>
              <a:t>Understanding</a:t>
            </a:r>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Instructor Demo">
  <p:cSld name="CUSTOM_6_2_1_1_1_2">
    <p:spTree>
      <p:nvGrpSpPr>
        <p:cNvPr id="653" name="Shape 653"/>
        <p:cNvGrpSpPr/>
        <p:nvPr/>
      </p:nvGrpSpPr>
      <p:grpSpPr>
        <a:xfrm>
          <a:off x="0" y="0"/>
          <a:ext cx="0" cy="0"/>
          <a:chOff x="0" y="0"/>
          <a:chExt cx="0" cy="0"/>
        </a:xfrm>
      </p:grpSpPr>
      <p:pic>
        <p:nvPicPr>
          <p:cNvPr id="654" name="Google Shape;654;p88"/>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655" name="Google Shape;655;p88"/>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656" name="Google Shape;656;p88"/>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57" name="Google Shape;657;p88"/>
          <p:cNvSpPr txBox="1"/>
          <p:nvPr>
            <p:ph idx="1" type="subTitle"/>
          </p:nvPr>
        </p:nvSpPr>
        <p:spPr>
          <a:xfrm>
            <a:off x="7103500" y="551600"/>
            <a:ext cx="1617300" cy="4317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58" name="Google Shape;658;p88"/>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59" name="Google Shape;659;p88"/>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60" name="Google Shape;660;p88"/>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Instructor Demo</a:t>
            </a:r>
            <a:endParaRPr/>
          </a:p>
        </p:txBody>
      </p:sp>
      <p:sp>
        <p:nvSpPr>
          <p:cNvPr id="661" name="Google Shape;661;p88"/>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62" name="Google Shape;662;p88"/>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Exit Ticket">
  <p:cSld name="CUSTOM_6_2_1_1_1_1">
    <p:spTree>
      <p:nvGrpSpPr>
        <p:cNvPr id="663" name="Shape 663"/>
        <p:cNvGrpSpPr/>
        <p:nvPr/>
      </p:nvGrpSpPr>
      <p:grpSpPr>
        <a:xfrm>
          <a:off x="0" y="0"/>
          <a:ext cx="0" cy="0"/>
          <a:chOff x="0" y="0"/>
          <a:chExt cx="0" cy="0"/>
        </a:xfrm>
      </p:grpSpPr>
      <p:pic>
        <p:nvPicPr>
          <p:cNvPr id="664" name="Google Shape;664;p89"/>
          <p:cNvPicPr preferRelativeResize="0"/>
          <p:nvPr/>
        </p:nvPicPr>
        <p:blipFill rotWithShape="1">
          <a:blip r:embed="rId2">
            <a:alphaModFix/>
          </a:blip>
          <a:srcRect b="0" l="0" r="2248" t="69501"/>
          <a:stretch/>
        </p:blipFill>
        <p:spPr>
          <a:xfrm rot="10800000">
            <a:off x="-13874" y="4314577"/>
            <a:ext cx="2158724" cy="828923"/>
          </a:xfrm>
          <a:prstGeom prst="rect">
            <a:avLst/>
          </a:prstGeom>
          <a:noFill/>
          <a:ln>
            <a:noFill/>
          </a:ln>
        </p:spPr>
      </p:pic>
      <p:pic>
        <p:nvPicPr>
          <p:cNvPr id="665" name="Google Shape;665;p89"/>
          <p:cNvPicPr preferRelativeResize="0"/>
          <p:nvPr/>
        </p:nvPicPr>
        <p:blipFill rotWithShape="1">
          <a:blip r:embed="rId3">
            <a:alphaModFix/>
          </a:blip>
          <a:srcRect b="10675" l="33626" r="26315" t="71928"/>
          <a:stretch/>
        </p:blipFill>
        <p:spPr>
          <a:xfrm>
            <a:off x="0" y="4248650"/>
            <a:ext cx="2060400" cy="894850"/>
          </a:xfrm>
          <a:prstGeom prst="rect">
            <a:avLst/>
          </a:prstGeom>
          <a:noFill/>
          <a:ln>
            <a:noFill/>
          </a:ln>
        </p:spPr>
      </p:pic>
      <p:pic>
        <p:nvPicPr>
          <p:cNvPr id="666" name="Google Shape;666;p89"/>
          <p:cNvPicPr preferRelativeResize="0"/>
          <p:nvPr/>
        </p:nvPicPr>
        <p:blipFill>
          <a:blip r:embed="rId4">
            <a:alphaModFix/>
          </a:blip>
          <a:stretch>
            <a:fillRect/>
          </a:stretch>
        </p:blipFill>
        <p:spPr>
          <a:xfrm>
            <a:off x="452400" y="439975"/>
            <a:ext cx="654950" cy="654950"/>
          </a:xfrm>
          <a:prstGeom prst="rect">
            <a:avLst/>
          </a:prstGeom>
          <a:noFill/>
          <a:ln>
            <a:noFill/>
          </a:ln>
        </p:spPr>
      </p:pic>
      <p:sp>
        <p:nvSpPr>
          <p:cNvPr id="667" name="Google Shape;667;p89"/>
          <p:cNvSpPr txBox="1"/>
          <p:nvPr>
            <p:ph idx="1" type="subTitle"/>
          </p:nvPr>
        </p:nvSpPr>
        <p:spPr>
          <a:xfrm>
            <a:off x="7103500" y="551600"/>
            <a:ext cx="1617300" cy="431700"/>
          </a:xfrm>
          <a:prstGeom prst="rect">
            <a:avLst/>
          </a:prstGeom>
          <a:solidFill>
            <a:srgbClr val="E9F6FF"/>
          </a:solidFill>
          <a:ln cap="flat" cmpd="sng" w="152400">
            <a:solidFill>
              <a:srgbClr val="E9F6FF"/>
            </a:solidFill>
            <a:prstDash val="solid"/>
            <a:round/>
            <a:headEnd len="sm" w="sm" type="none"/>
            <a:tailEnd len="sm" w="sm" type="none"/>
          </a:ln>
        </p:spPr>
        <p:txBody>
          <a:bodyPr anchorCtr="0" anchor="t" bIns="91425" lIns="91425" spcFirstLastPara="1" rIns="91425" wrap="square" tIns="91425">
            <a:noAutofit/>
          </a:bodyPr>
          <a:lstStyle>
            <a:lvl1pPr lvl="0" algn="ctr">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lgn="ctr">
              <a:spcBef>
                <a:spcPts val="0"/>
              </a:spcBef>
              <a:spcAft>
                <a:spcPts val="0"/>
              </a:spcAft>
              <a:buClr>
                <a:schemeClr val="dk1"/>
              </a:buClr>
              <a:buSzPts val="1800"/>
              <a:buFont typeface="Poppins"/>
              <a:buNone/>
              <a:defRPr sz="1800">
                <a:solidFill>
                  <a:schemeClr val="dk1"/>
                </a:solidFill>
                <a:latin typeface="Poppins"/>
                <a:ea typeface="Poppins"/>
                <a:cs typeface="Poppins"/>
                <a:sym typeface="Poppins"/>
              </a:defRPr>
            </a:lvl9pPr>
          </a:lstStyle>
          <a:p/>
        </p:txBody>
      </p:sp>
      <p:pic>
        <p:nvPicPr>
          <p:cNvPr id="668" name="Google Shape;668;p89"/>
          <p:cNvPicPr preferRelativeResize="0"/>
          <p:nvPr/>
        </p:nvPicPr>
        <p:blipFill>
          <a:blip r:embed="rId5">
            <a:alphaModFix/>
          </a:blip>
          <a:stretch>
            <a:fillRect/>
          </a:stretch>
        </p:blipFill>
        <p:spPr>
          <a:xfrm>
            <a:off x="7152175" y="4875550"/>
            <a:ext cx="1541202" cy="142200"/>
          </a:xfrm>
          <a:prstGeom prst="rect">
            <a:avLst/>
          </a:prstGeom>
          <a:noFill/>
          <a:ln>
            <a:noFill/>
          </a:ln>
        </p:spPr>
      </p:pic>
      <p:sp>
        <p:nvSpPr>
          <p:cNvPr id="669" name="Google Shape;669;p89"/>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0" name="Google Shape;670;p89"/>
          <p:cNvSpPr txBox="1"/>
          <p:nvPr/>
        </p:nvSpPr>
        <p:spPr>
          <a:xfrm>
            <a:off x="1154000"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Exit Ticket</a:t>
            </a:r>
            <a:endParaRPr/>
          </a:p>
        </p:txBody>
      </p:sp>
      <p:sp>
        <p:nvSpPr>
          <p:cNvPr id="671" name="Google Shape;671;p89"/>
          <p:cNvSpPr txBox="1"/>
          <p:nvPr/>
        </p:nvSpPr>
        <p:spPr>
          <a:xfrm>
            <a:off x="914400" y="1334575"/>
            <a:ext cx="7326600" cy="306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800">
              <a:solidFill>
                <a:srgbClr val="000000"/>
              </a:solidFill>
              <a:latin typeface="Poppins"/>
              <a:ea typeface="Poppins"/>
              <a:cs typeface="Poppins"/>
              <a:sym typeface="Poppins"/>
            </a:endParaRPr>
          </a:p>
        </p:txBody>
      </p:sp>
      <p:sp>
        <p:nvSpPr>
          <p:cNvPr id="672" name="Google Shape;672;p89"/>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Clr>
                <a:srgbClr val="6EC396"/>
              </a:buClr>
              <a:buSzPts val="1800"/>
              <a:buFont typeface="Poppins"/>
              <a:buChar char="✱"/>
              <a:defRPr>
                <a:solidFill>
                  <a:schemeClr val="dk1"/>
                </a:solidFill>
                <a:latin typeface="Poppins"/>
                <a:ea typeface="Poppins"/>
                <a:cs typeface="Poppins"/>
                <a:sym typeface="Poppins"/>
              </a:defRPr>
            </a:lvl1pPr>
            <a:lvl2pPr indent="-342900" lvl="1" marL="914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2pPr>
            <a:lvl3pPr indent="-342900" lvl="2" marL="1371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3pPr>
            <a:lvl4pPr indent="-342900" lvl="3" marL="18288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4pPr>
            <a:lvl5pPr indent="-342900" lvl="4" marL="22860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5pPr>
            <a:lvl6pPr indent="-342900" lvl="5" marL="27432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6pPr>
            <a:lvl7pPr indent="-342900" lvl="6" marL="32004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7pPr>
            <a:lvl8pPr indent="-342900" lvl="7" marL="3657600">
              <a:spcBef>
                <a:spcPts val="1000"/>
              </a:spcBef>
              <a:spcAft>
                <a:spcPts val="0"/>
              </a:spcAft>
              <a:buClr>
                <a:schemeClr val="dk1"/>
              </a:buClr>
              <a:buSzPts val="1800"/>
              <a:buFont typeface="Poppins"/>
              <a:buChar char="○"/>
              <a:defRPr sz="1800">
                <a:solidFill>
                  <a:schemeClr val="dk1"/>
                </a:solidFill>
                <a:latin typeface="Poppins"/>
                <a:ea typeface="Poppins"/>
                <a:cs typeface="Poppins"/>
                <a:sym typeface="Poppins"/>
              </a:defRPr>
            </a:lvl8pPr>
            <a:lvl9pPr indent="-342900" lvl="8" marL="4114800">
              <a:spcBef>
                <a:spcPts val="1000"/>
              </a:spcBef>
              <a:spcAft>
                <a:spcPts val="1000"/>
              </a:spcAft>
              <a:buClr>
                <a:schemeClr val="dk1"/>
              </a:buClr>
              <a:buSzPts val="1800"/>
              <a:buFont typeface="Poppins"/>
              <a:buChar char="■"/>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 Waterfall">
  <p:cSld name="CUSTOM_6_2_1_1_1_1_1">
    <p:spTree>
      <p:nvGrpSpPr>
        <p:cNvPr id="673" name="Shape 673"/>
        <p:cNvGrpSpPr/>
        <p:nvPr/>
      </p:nvGrpSpPr>
      <p:grpSpPr>
        <a:xfrm>
          <a:off x="0" y="0"/>
          <a:ext cx="0" cy="0"/>
          <a:chOff x="0" y="0"/>
          <a:chExt cx="0" cy="0"/>
        </a:xfrm>
      </p:grpSpPr>
      <p:pic>
        <p:nvPicPr>
          <p:cNvPr id="674" name="Google Shape;674;p90"/>
          <p:cNvPicPr preferRelativeResize="0"/>
          <p:nvPr/>
        </p:nvPicPr>
        <p:blipFill>
          <a:blip r:embed="rId2">
            <a:alphaModFix/>
          </a:blip>
          <a:stretch>
            <a:fillRect/>
          </a:stretch>
        </p:blipFill>
        <p:spPr>
          <a:xfrm>
            <a:off x="7152175" y="4875550"/>
            <a:ext cx="1541202" cy="142200"/>
          </a:xfrm>
          <a:prstGeom prst="rect">
            <a:avLst/>
          </a:prstGeom>
          <a:noFill/>
          <a:ln>
            <a:noFill/>
          </a:ln>
        </p:spPr>
      </p:pic>
      <p:sp>
        <p:nvSpPr>
          <p:cNvPr id="675" name="Google Shape;675;p90"/>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676" name="Google Shape;676;p90"/>
          <p:cNvSpPr txBox="1"/>
          <p:nvPr/>
        </p:nvSpPr>
        <p:spPr>
          <a:xfrm>
            <a:off x="1270675" y="440000"/>
            <a:ext cx="4239300" cy="6549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400">
                <a:latin typeface="Poppins"/>
                <a:ea typeface="Poppins"/>
                <a:cs typeface="Poppins"/>
                <a:sym typeface="Poppins"/>
              </a:rPr>
              <a:t>One Good Thing</a:t>
            </a:r>
            <a:endParaRPr/>
          </a:p>
        </p:txBody>
      </p:sp>
      <p:pic>
        <p:nvPicPr>
          <p:cNvPr id="677" name="Google Shape;677;p90"/>
          <p:cNvPicPr preferRelativeResize="0"/>
          <p:nvPr/>
        </p:nvPicPr>
        <p:blipFill>
          <a:blip r:embed="rId3">
            <a:alphaModFix/>
          </a:blip>
          <a:stretch>
            <a:fillRect/>
          </a:stretch>
        </p:blipFill>
        <p:spPr>
          <a:xfrm>
            <a:off x="499050" y="439975"/>
            <a:ext cx="654950" cy="654950"/>
          </a:xfrm>
          <a:prstGeom prst="rect">
            <a:avLst/>
          </a:prstGeom>
          <a:noFill/>
          <a:ln>
            <a:noFill/>
          </a:ln>
        </p:spPr>
      </p:pic>
      <p:sp>
        <p:nvSpPr>
          <p:cNvPr id="678" name="Google Shape;678;p90"/>
          <p:cNvSpPr txBox="1"/>
          <p:nvPr/>
        </p:nvSpPr>
        <p:spPr>
          <a:xfrm>
            <a:off x="1050100" y="1332050"/>
            <a:ext cx="7204800" cy="26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Poppins"/>
                <a:ea typeface="Poppins"/>
                <a:cs typeface="Poppins"/>
                <a:sym typeface="Poppins"/>
              </a:rPr>
              <a:t>Let’s reflect on today’s session. </a:t>
            </a:r>
            <a:r>
              <a:rPr lang="en" sz="1800">
                <a:solidFill>
                  <a:schemeClr val="dk1"/>
                </a:solidFill>
                <a:latin typeface="Poppins"/>
                <a:ea typeface="Poppins"/>
                <a:cs typeface="Poppins"/>
                <a:sym typeface="Poppins"/>
              </a:rPr>
              <a:t>Maybe you got a question answered, overcame a specific coding challenge, or learned how to do something completely new!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t/>
            </a:r>
            <a:endParaRPr sz="1800">
              <a:latin typeface="Poppins"/>
              <a:ea typeface="Poppins"/>
              <a:cs typeface="Poppins"/>
              <a:sym typeface="Poppins"/>
            </a:endParaRPr>
          </a:p>
          <a:p>
            <a:pPr indent="0" lvl="0" marL="0" rtl="0" algn="l">
              <a:spcBef>
                <a:spcPts val="0"/>
              </a:spcBef>
              <a:spcAft>
                <a:spcPts val="0"/>
              </a:spcAft>
              <a:buNone/>
            </a:pPr>
            <a:r>
              <a:rPr b="1" lang="en" sz="1800">
                <a:latin typeface="Poppins"/>
                <a:ea typeface="Poppins"/>
                <a:cs typeface="Poppins"/>
                <a:sym typeface="Poppins"/>
              </a:rPr>
              <a:t>In the chat, share at least one good thing you’ve learned or experienced during the session today. </a:t>
            </a:r>
            <a:endParaRPr b="1" sz="1800">
              <a:latin typeface="Poppins"/>
              <a:ea typeface="Poppins"/>
              <a:cs typeface="Poppins"/>
              <a:sym typeface="Poppins"/>
            </a:endParaRPr>
          </a:p>
          <a:p>
            <a:pPr indent="0" lvl="0" marL="0" rtl="0" algn="l">
              <a:spcBef>
                <a:spcPts val="0"/>
              </a:spcBef>
              <a:spcAft>
                <a:spcPts val="0"/>
              </a:spcAft>
              <a:buNone/>
            </a:pPr>
            <a:r>
              <a:t/>
            </a:r>
            <a:endParaRPr b="1" sz="1800">
              <a:latin typeface="Poppins"/>
              <a:ea typeface="Poppins"/>
              <a:cs typeface="Poppins"/>
              <a:sym typeface="Poppins"/>
            </a:endParaRPr>
          </a:p>
          <a:p>
            <a:pPr indent="0" lvl="0" marL="0" rtl="0" algn="l">
              <a:spcBef>
                <a:spcPts val="0"/>
              </a:spcBef>
              <a:spcAft>
                <a:spcPts val="0"/>
              </a:spcAft>
              <a:buNone/>
            </a:pPr>
            <a:r>
              <a:rPr lang="en" sz="1800">
                <a:latin typeface="Poppins"/>
                <a:ea typeface="Poppins"/>
                <a:cs typeface="Poppins"/>
                <a:sym typeface="Poppins"/>
              </a:rPr>
              <a:t>Let’s celebrate together!</a:t>
            </a:r>
            <a:endParaRPr sz="1800">
              <a:latin typeface="Poppins"/>
              <a:ea typeface="Poppins"/>
              <a:cs typeface="Poppins"/>
              <a:sym typeface="Poppins"/>
            </a:endParaRPr>
          </a:p>
        </p:txBody>
      </p:sp>
      <p:pic>
        <p:nvPicPr>
          <p:cNvPr id="679" name="Google Shape;679;p90"/>
          <p:cNvPicPr preferRelativeResize="0"/>
          <p:nvPr/>
        </p:nvPicPr>
        <p:blipFill>
          <a:blip r:embed="rId4">
            <a:alphaModFix/>
          </a:blip>
          <a:stretch>
            <a:fillRect/>
          </a:stretch>
        </p:blipFill>
        <p:spPr>
          <a:xfrm>
            <a:off x="4137575" y="3564500"/>
            <a:ext cx="654950" cy="654950"/>
          </a:xfrm>
          <a:prstGeom prst="rect">
            <a:avLst/>
          </a:prstGeom>
          <a:noFill/>
          <a:ln>
            <a:noFill/>
          </a:ln>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Section Card">
  <p:cSld name="CUSTOM_2">
    <p:spTree>
      <p:nvGrpSpPr>
        <p:cNvPr id="680" name="Shape 680"/>
        <p:cNvGrpSpPr/>
        <p:nvPr/>
      </p:nvGrpSpPr>
      <p:grpSpPr>
        <a:xfrm>
          <a:off x="0" y="0"/>
          <a:ext cx="0" cy="0"/>
          <a:chOff x="0" y="0"/>
          <a:chExt cx="0" cy="0"/>
        </a:xfrm>
      </p:grpSpPr>
      <p:pic>
        <p:nvPicPr>
          <p:cNvPr descr="Divider1.png" id="681" name="Google Shape;681;p91"/>
          <p:cNvPicPr preferRelativeResize="0"/>
          <p:nvPr/>
        </p:nvPicPr>
        <p:blipFill rotWithShape="1">
          <a:blip r:embed="rId2">
            <a:alphaModFix/>
          </a:blip>
          <a:srcRect b="0" l="0" r="0" t="0"/>
          <a:stretch/>
        </p:blipFill>
        <p:spPr>
          <a:xfrm>
            <a:off x="0" y="0"/>
            <a:ext cx="9144002" cy="5143501"/>
          </a:xfrm>
          <a:prstGeom prst="rect">
            <a:avLst/>
          </a:prstGeom>
          <a:noFill/>
          <a:ln>
            <a:noFill/>
          </a:ln>
        </p:spPr>
      </p:pic>
      <p:sp>
        <p:nvSpPr>
          <p:cNvPr id="682" name="Google Shape;682;p91"/>
          <p:cNvSpPr txBox="1"/>
          <p:nvPr>
            <p:ph type="title"/>
          </p:nvPr>
        </p:nvSpPr>
        <p:spPr>
          <a:xfrm>
            <a:off x="884825" y="2317200"/>
            <a:ext cx="3157800" cy="509100"/>
          </a:xfrm>
          <a:prstGeom prst="rect">
            <a:avLst/>
          </a:prstGeom>
          <a:solidFill>
            <a:srgbClr val="1B1C57"/>
          </a:solidFill>
          <a:ln cap="flat" cmpd="sng" w="228600">
            <a:solidFill>
              <a:srgbClr val="1B1C57"/>
            </a:solidFill>
            <a:prstDash val="solid"/>
            <a:round/>
            <a:headEnd len="sm" w="sm" type="none"/>
            <a:tailEnd len="sm" w="sm" type="none"/>
          </a:ln>
        </p:spPr>
        <p:txBody>
          <a:bodyPr anchorCtr="0" anchor="ctr" bIns="91425" lIns="91425" spcFirstLastPara="1" rIns="91425" wrap="square" tIns="91425">
            <a:noAutofit/>
          </a:bodyPr>
          <a:lstStyle>
            <a:lvl1pPr lvl="0">
              <a:spcBef>
                <a:spcPts val="0"/>
              </a:spcBef>
              <a:spcAft>
                <a:spcPts val="0"/>
              </a:spcAft>
              <a:buClr>
                <a:schemeClr val="lt1"/>
              </a:buClr>
              <a:buSzPts val="3200"/>
              <a:buFont typeface="Space Mono"/>
              <a:buNone/>
              <a:defRPr sz="3200">
                <a:solidFill>
                  <a:schemeClr val="lt1"/>
                </a:solidFill>
                <a:latin typeface="Space Mono"/>
                <a:ea typeface="Space Mono"/>
                <a:cs typeface="Space Mono"/>
                <a:sym typeface="Space Mon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3" name="Google Shape;683;p91"/>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0"/>
              </a:spcBef>
              <a:spcAft>
                <a:spcPts val="0"/>
              </a:spcAft>
              <a:buSzPts val="1400"/>
              <a:buFont typeface="Poppins"/>
              <a:buNone/>
              <a:defRPr>
                <a:latin typeface="Poppins"/>
                <a:ea typeface="Poppins"/>
                <a:cs typeface="Poppins"/>
                <a:sym typeface="Poppins"/>
              </a:defRPr>
            </a:lvl2pPr>
            <a:lvl3pPr lvl="2">
              <a:spcBef>
                <a:spcPts val="1600"/>
              </a:spcBef>
              <a:spcAft>
                <a:spcPts val="0"/>
              </a:spcAft>
              <a:buSzPts val="1400"/>
              <a:buFont typeface="Poppins"/>
              <a:buNone/>
              <a:defRPr>
                <a:latin typeface="Poppins"/>
                <a:ea typeface="Poppins"/>
                <a:cs typeface="Poppins"/>
                <a:sym typeface="Poppins"/>
              </a:defRPr>
            </a:lvl3pPr>
            <a:lvl4pPr lvl="3">
              <a:spcBef>
                <a:spcPts val="1600"/>
              </a:spcBef>
              <a:spcAft>
                <a:spcPts val="0"/>
              </a:spcAft>
              <a:buSzPts val="1400"/>
              <a:buFont typeface="Poppins"/>
              <a:buNone/>
              <a:defRPr>
                <a:latin typeface="Poppins"/>
                <a:ea typeface="Poppins"/>
                <a:cs typeface="Poppins"/>
                <a:sym typeface="Poppins"/>
              </a:defRPr>
            </a:lvl4pPr>
            <a:lvl5pPr lvl="4">
              <a:spcBef>
                <a:spcPts val="1600"/>
              </a:spcBef>
              <a:spcAft>
                <a:spcPts val="0"/>
              </a:spcAft>
              <a:buSzPts val="1400"/>
              <a:buFont typeface="Poppins"/>
              <a:buNone/>
              <a:defRPr>
                <a:latin typeface="Poppins"/>
                <a:ea typeface="Poppins"/>
                <a:cs typeface="Poppins"/>
                <a:sym typeface="Poppins"/>
              </a:defRPr>
            </a:lvl5pPr>
            <a:lvl6pPr lvl="5">
              <a:spcBef>
                <a:spcPts val="1600"/>
              </a:spcBef>
              <a:spcAft>
                <a:spcPts val="0"/>
              </a:spcAft>
              <a:buSzPts val="1400"/>
              <a:buFont typeface="Poppins"/>
              <a:buNone/>
              <a:defRPr>
                <a:latin typeface="Poppins"/>
                <a:ea typeface="Poppins"/>
                <a:cs typeface="Poppins"/>
                <a:sym typeface="Poppins"/>
              </a:defRPr>
            </a:lvl6pPr>
            <a:lvl7pPr lvl="6">
              <a:spcBef>
                <a:spcPts val="1600"/>
              </a:spcBef>
              <a:spcAft>
                <a:spcPts val="0"/>
              </a:spcAft>
              <a:buSzPts val="1400"/>
              <a:buFont typeface="Poppins"/>
              <a:buNone/>
              <a:defRPr>
                <a:latin typeface="Poppins"/>
                <a:ea typeface="Poppins"/>
                <a:cs typeface="Poppins"/>
                <a:sym typeface="Poppins"/>
              </a:defRPr>
            </a:lvl7pPr>
            <a:lvl8pPr lvl="7">
              <a:spcBef>
                <a:spcPts val="1600"/>
              </a:spcBef>
              <a:spcAft>
                <a:spcPts val="0"/>
              </a:spcAft>
              <a:buSzPts val="1400"/>
              <a:buFont typeface="Poppins"/>
              <a:buNone/>
              <a:defRPr>
                <a:latin typeface="Poppins"/>
                <a:ea typeface="Poppins"/>
                <a:cs typeface="Poppins"/>
                <a:sym typeface="Poppins"/>
              </a:defRPr>
            </a:lvl8pPr>
            <a:lvl9pPr lvl="8">
              <a:spcBef>
                <a:spcPts val="1600"/>
              </a:spcBef>
              <a:spcAft>
                <a:spcPts val="1600"/>
              </a:spcAft>
              <a:buSzPts val="1400"/>
              <a:buFont typeface="Poppins"/>
              <a:buNone/>
              <a:defRPr>
                <a:latin typeface="Poppins"/>
                <a:ea typeface="Poppins"/>
                <a:cs typeface="Poppins"/>
                <a:sym typeface="Poppins"/>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Main Idea">
  <p:cSld name="CUSTOM_5">
    <p:spTree>
      <p:nvGrpSpPr>
        <p:cNvPr id="684" name="Shape 684"/>
        <p:cNvGrpSpPr/>
        <p:nvPr/>
      </p:nvGrpSpPr>
      <p:grpSpPr>
        <a:xfrm>
          <a:off x="0" y="0"/>
          <a:ext cx="0" cy="0"/>
          <a:chOff x="0" y="0"/>
          <a:chExt cx="0" cy="0"/>
        </a:xfrm>
      </p:grpSpPr>
      <p:pic>
        <p:nvPicPr>
          <p:cNvPr id="685" name="Google Shape;685;p92"/>
          <p:cNvPicPr preferRelativeResize="0"/>
          <p:nvPr/>
        </p:nvPicPr>
        <p:blipFill rotWithShape="1">
          <a:blip r:embed="rId2">
            <a:alphaModFix/>
          </a:blip>
          <a:srcRect b="0" l="0" r="0" t="1225"/>
          <a:stretch/>
        </p:blipFill>
        <p:spPr>
          <a:xfrm>
            <a:off x="0" y="0"/>
            <a:ext cx="9144000" cy="5143500"/>
          </a:xfrm>
          <a:prstGeom prst="rect">
            <a:avLst/>
          </a:prstGeom>
          <a:noFill/>
          <a:ln>
            <a:noFill/>
          </a:ln>
        </p:spPr>
      </p:pic>
      <p:pic>
        <p:nvPicPr>
          <p:cNvPr id="686" name="Google Shape;686;p92"/>
          <p:cNvPicPr preferRelativeResize="0"/>
          <p:nvPr/>
        </p:nvPicPr>
        <p:blipFill>
          <a:blip r:embed="rId3">
            <a:alphaModFix/>
          </a:blip>
          <a:stretch>
            <a:fillRect/>
          </a:stretch>
        </p:blipFill>
        <p:spPr>
          <a:xfrm>
            <a:off x="539025" y="474201"/>
            <a:ext cx="3657599" cy="3657599"/>
          </a:xfrm>
          <a:prstGeom prst="rect">
            <a:avLst/>
          </a:prstGeom>
          <a:noFill/>
          <a:ln>
            <a:noFill/>
          </a:ln>
        </p:spPr>
      </p:pic>
      <p:sp>
        <p:nvSpPr>
          <p:cNvPr id="687" name="Google Shape;687;p92"/>
          <p:cNvSpPr/>
          <p:nvPr/>
        </p:nvSpPr>
        <p:spPr>
          <a:xfrm>
            <a:off x="1071950" y="892850"/>
            <a:ext cx="5283900" cy="2820300"/>
          </a:xfrm>
          <a:prstGeom prst="roundRect">
            <a:avLst>
              <a:gd fmla="val 16667" name="adj"/>
            </a:avLst>
          </a:prstGeom>
          <a:solidFill>
            <a:srgbClr val="1B1C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92"/>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lvl1pPr lvl="0">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1pPr>
            <a:lvl2pPr lvl="1">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2pPr>
            <a:lvl3pPr lvl="2">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3pPr>
            <a:lvl4pPr lvl="3">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4pPr>
            <a:lvl5pPr lvl="4">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5pPr>
            <a:lvl6pPr lvl="5">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6pPr>
            <a:lvl7pPr lvl="6">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7pPr>
            <a:lvl8pPr lvl="7">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8pPr>
            <a:lvl9pPr lvl="8">
              <a:spcBef>
                <a:spcPts val="0"/>
              </a:spcBef>
              <a:spcAft>
                <a:spcPts val="0"/>
              </a:spcAft>
              <a:buClr>
                <a:schemeClr val="lt1"/>
              </a:buClr>
              <a:buSzPts val="2400"/>
              <a:buFont typeface="Space Mono"/>
              <a:buNone/>
              <a:defRPr sz="2400">
                <a:solidFill>
                  <a:schemeClr val="lt1"/>
                </a:solidFill>
                <a:latin typeface="Space Mono"/>
                <a:ea typeface="Space Mono"/>
                <a:cs typeface="Space Mono"/>
                <a:sym typeface="Space Mono"/>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 Background Card">
  <p:cSld name="CUSTOM_5_1">
    <p:spTree>
      <p:nvGrpSpPr>
        <p:cNvPr id="689" name="Shape 689"/>
        <p:cNvGrpSpPr/>
        <p:nvPr/>
      </p:nvGrpSpPr>
      <p:grpSpPr>
        <a:xfrm>
          <a:off x="0" y="0"/>
          <a:ext cx="0" cy="0"/>
          <a:chOff x="0" y="0"/>
          <a:chExt cx="0" cy="0"/>
        </a:xfrm>
      </p:grpSpPr>
      <p:pic>
        <p:nvPicPr>
          <p:cNvPr id="690" name="Google Shape;690;p93"/>
          <p:cNvPicPr preferRelativeResize="0"/>
          <p:nvPr/>
        </p:nvPicPr>
        <p:blipFill rotWithShape="1">
          <a:blip r:embed="rId2">
            <a:alphaModFix/>
          </a:blip>
          <a:srcRect b="29727" l="20060" r="22063" t="37150"/>
          <a:stretch/>
        </p:blipFill>
        <p:spPr>
          <a:xfrm>
            <a:off x="0" y="0"/>
            <a:ext cx="9144003" cy="5143502"/>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1" name="Shape 691"/>
        <p:cNvGrpSpPr/>
        <p:nvPr/>
      </p:nvGrpSpPr>
      <p:grpSpPr>
        <a:xfrm>
          <a:off x="0" y="0"/>
          <a:ext cx="0" cy="0"/>
          <a:chOff x="0" y="0"/>
          <a:chExt cx="0" cy="0"/>
        </a:xfrm>
      </p:grpSpPr>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 Glows &amp; Grows">
  <p:cSld name="CUSTOM_1_1_1_2">
    <p:spTree>
      <p:nvGrpSpPr>
        <p:cNvPr id="692" name="Shape 692"/>
        <p:cNvGrpSpPr/>
        <p:nvPr/>
      </p:nvGrpSpPr>
      <p:grpSpPr>
        <a:xfrm>
          <a:off x="0" y="0"/>
          <a:ext cx="0" cy="0"/>
          <a:chOff x="0" y="0"/>
          <a:chExt cx="0" cy="0"/>
        </a:xfrm>
      </p:grpSpPr>
      <p:grpSp>
        <p:nvGrpSpPr>
          <p:cNvPr id="693" name="Google Shape;693;p95"/>
          <p:cNvGrpSpPr/>
          <p:nvPr/>
        </p:nvGrpSpPr>
        <p:grpSpPr>
          <a:xfrm>
            <a:off x="6262100" y="-3850"/>
            <a:ext cx="2886900" cy="485125"/>
            <a:chOff x="6262100" y="-3850"/>
            <a:chExt cx="2886900" cy="485125"/>
          </a:xfrm>
        </p:grpSpPr>
        <p:pic>
          <p:nvPicPr>
            <p:cNvPr descr="1.png" id="694" name="Google Shape;694;p95"/>
            <p:cNvPicPr preferRelativeResize="0"/>
            <p:nvPr/>
          </p:nvPicPr>
          <p:blipFill rotWithShape="1">
            <a:blip r:embed="rId2">
              <a:alphaModFix/>
            </a:blip>
            <a:srcRect b="88506" l="21895" r="16532" t="0"/>
            <a:stretch/>
          </p:blipFill>
          <p:spPr>
            <a:xfrm rot="10800000">
              <a:off x="6539872" y="1"/>
              <a:ext cx="2609128" cy="481274"/>
            </a:xfrm>
            <a:prstGeom prst="rect">
              <a:avLst/>
            </a:prstGeom>
            <a:noFill/>
            <a:ln>
              <a:noFill/>
            </a:ln>
          </p:spPr>
        </p:pic>
        <p:pic>
          <p:nvPicPr>
            <p:cNvPr descr="Image" id="695" name="Google Shape;695;p95"/>
            <p:cNvPicPr preferRelativeResize="0"/>
            <p:nvPr/>
          </p:nvPicPr>
          <p:blipFill rotWithShape="1">
            <a:blip r:embed="rId3">
              <a:alphaModFix/>
            </a:blip>
            <a:srcRect b="54291" l="0" r="0" t="36404"/>
            <a:stretch/>
          </p:blipFill>
          <p:spPr>
            <a:xfrm>
              <a:off x="6262100" y="-3850"/>
              <a:ext cx="1898600" cy="176650"/>
            </a:xfrm>
            <a:prstGeom prst="rect">
              <a:avLst/>
            </a:prstGeom>
            <a:noFill/>
            <a:ln>
              <a:noFill/>
            </a:ln>
          </p:spPr>
        </p:pic>
      </p:grpSp>
      <p:pic>
        <p:nvPicPr>
          <p:cNvPr descr="1.png" id="696" name="Google Shape;696;p95"/>
          <p:cNvPicPr preferRelativeResize="0"/>
          <p:nvPr/>
        </p:nvPicPr>
        <p:blipFill rotWithShape="1">
          <a:blip r:embed="rId2">
            <a:alphaModFix/>
          </a:blip>
          <a:srcRect b="0" l="29746" r="0" t="86858"/>
          <a:stretch/>
        </p:blipFill>
        <p:spPr>
          <a:xfrm rot="-5400000">
            <a:off x="-1232301" y="3379801"/>
            <a:ext cx="2977026" cy="550273"/>
          </a:xfrm>
          <a:prstGeom prst="rect">
            <a:avLst/>
          </a:prstGeom>
          <a:noFill/>
          <a:ln>
            <a:noFill/>
          </a:ln>
        </p:spPr>
      </p:pic>
      <p:pic>
        <p:nvPicPr>
          <p:cNvPr descr="Image" id="697" name="Google Shape;697;p95"/>
          <p:cNvPicPr preferRelativeResize="0"/>
          <p:nvPr/>
        </p:nvPicPr>
        <p:blipFill rotWithShape="1">
          <a:blip r:embed="rId3">
            <a:alphaModFix/>
          </a:blip>
          <a:srcRect b="0" l="73812" r="0" t="0"/>
          <a:stretch/>
        </p:blipFill>
        <p:spPr>
          <a:xfrm>
            <a:off x="6" y="2067125"/>
            <a:ext cx="497200" cy="1898600"/>
          </a:xfrm>
          <a:prstGeom prst="rect">
            <a:avLst/>
          </a:prstGeom>
          <a:noFill/>
          <a:ln>
            <a:noFill/>
          </a:ln>
        </p:spPr>
      </p:pic>
      <p:pic>
        <p:nvPicPr>
          <p:cNvPr id="698" name="Google Shape;698;p95"/>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699" name="Google Shape;699;p95"/>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00" name="Google Shape;700;p95"/>
          <p:cNvSpPr txBox="1"/>
          <p:nvPr/>
        </p:nvSpPr>
        <p:spPr>
          <a:xfrm>
            <a:off x="1034475" y="1532576"/>
            <a:ext cx="3269400" cy="2976900"/>
          </a:xfrm>
          <a:prstGeom prst="rect">
            <a:avLst/>
          </a:prstGeom>
          <a:solidFill>
            <a:srgbClr val="FFEEFF"/>
          </a:solidFill>
          <a:ln cap="flat" cmpd="sng" w="152400">
            <a:solidFill>
              <a:srgbClr val="FFEE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Glows</a:t>
            </a:r>
            <a:endParaRPr sz="1800">
              <a:latin typeface="Poppins"/>
              <a:ea typeface="Poppins"/>
              <a:cs typeface="Poppins"/>
              <a:sym typeface="Poppins"/>
            </a:endParaRPr>
          </a:p>
        </p:txBody>
      </p:sp>
      <p:sp>
        <p:nvSpPr>
          <p:cNvPr id="701" name="Google Shape;701;p95"/>
          <p:cNvSpPr txBox="1"/>
          <p:nvPr/>
        </p:nvSpPr>
        <p:spPr>
          <a:xfrm>
            <a:off x="4840125" y="1532578"/>
            <a:ext cx="3269400" cy="2976900"/>
          </a:xfrm>
          <a:prstGeom prst="rect">
            <a:avLst/>
          </a:prstGeom>
          <a:solidFill>
            <a:srgbClr val="D7FFEE"/>
          </a:solidFill>
          <a:ln cap="flat" cmpd="sng" w="152400">
            <a:solidFill>
              <a:srgbClr val="D7FFEE"/>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latin typeface="Poppins"/>
              <a:ea typeface="Poppins"/>
              <a:cs typeface="Poppins"/>
              <a:sym typeface="Poppins"/>
            </a:endParaRPr>
          </a:p>
          <a:p>
            <a:pPr indent="0" lvl="0" marL="0" rtl="0" algn="ctr">
              <a:spcBef>
                <a:spcPts val="0"/>
              </a:spcBef>
              <a:spcAft>
                <a:spcPts val="1000"/>
              </a:spcAft>
              <a:buNone/>
            </a:pPr>
            <a:r>
              <a:rPr b="1" lang="en" sz="1800">
                <a:latin typeface="Poppins"/>
                <a:ea typeface="Poppins"/>
                <a:cs typeface="Poppins"/>
                <a:sym typeface="Poppins"/>
              </a:rPr>
              <a:t>Grows</a:t>
            </a:r>
            <a:endParaRPr sz="1800">
              <a:latin typeface="Poppins"/>
              <a:ea typeface="Poppins"/>
              <a:cs typeface="Poppins"/>
              <a:sym typeface="Poppins"/>
            </a:endParaRPr>
          </a:p>
        </p:txBody>
      </p:sp>
      <p:pic>
        <p:nvPicPr>
          <p:cNvPr id="702" name="Google Shape;702;p95"/>
          <p:cNvPicPr preferRelativeResize="0"/>
          <p:nvPr/>
        </p:nvPicPr>
        <p:blipFill>
          <a:blip r:embed="rId5">
            <a:alphaModFix/>
          </a:blip>
          <a:stretch>
            <a:fillRect/>
          </a:stretch>
        </p:blipFill>
        <p:spPr>
          <a:xfrm>
            <a:off x="2341525" y="1080163"/>
            <a:ext cx="655300" cy="655300"/>
          </a:xfrm>
          <a:prstGeom prst="rect">
            <a:avLst/>
          </a:prstGeom>
          <a:noFill/>
          <a:ln>
            <a:noFill/>
          </a:ln>
        </p:spPr>
      </p:pic>
      <p:pic>
        <p:nvPicPr>
          <p:cNvPr id="703" name="Google Shape;703;p95"/>
          <p:cNvPicPr preferRelativeResize="0"/>
          <p:nvPr/>
        </p:nvPicPr>
        <p:blipFill>
          <a:blip r:embed="rId6">
            <a:alphaModFix/>
          </a:blip>
          <a:stretch>
            <a:fillRect/>
          </a:stretch>
        </p:blipFill>
        <p:spPr>
          <a:xfrm>
            <a:off x="6147175" y="1080162"/>
            <a:ext cx="655300" cy="655300"/>
          </a:xfrm>
          <a:prstGeom prst="rect">
            <a:avLst/>
          </a:prstGeom>
          <a:noFill/>
          <a:ln>
            <a:noFill/>
          </a:ln>
        </p:spPr>
      </p:pic>
      <p:sp>
        <p:nvSpPr>
          <p:cNvPr id="704" name="Google Shape;704;p95"/>
          <p:cNvSpPr txBox="1"/>
          <p:nvPr/>
        </p:nvSpPr>
        <p:spPr>
          <a:xfrm>
            <a:off x="452400" y="481263"/>
            <a:ext cx="8239200" cy="57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Space Mono"/>
                <a:ea typeface="Space Mono"/>
                <a:cs typeface="Space Mono"/>
                <a:sym typeface="Space Mono"/>
              </a:rPr>
              <a:t>Your Feedback</a:t>
            </a:r>
            <a:endParaRPr b="1" sz="2400">
              <a:solidFill>
                <a:srgbClr val="000000"/>
              </a:solidFill>
              <a:latin typeface="Space Mono"/>
              <a:ea typeface="Space Mono"/>
              <a:cs typeface="Space Mono"/>
              <a:sym typeface="Space Mono"/>
            </a:endParaRPr>
          </a:p>
        </p:txBody>
      </p:sp>
      <p:sp>
        <p:nvSpPr>
          <p:cNvPr id="705" name="Google Shape;705;p95"/>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
        <p:nvSpPr>
          <p:cNvPr id="706" name="Google Shape;706;p95"/>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1800"/>
              <a:buFont typeface="Poppins"/>
              <a:buNone/>
              <a:defRPr>
                <a:solidFill>
                  <a:schemeClr val="dk1"/>
                </a:solidFill>
                <a:latin typeface="Poppins"/>
                <a:ea typeface="Poppins"/>
                <a:cs typeface="Poppins"/>
                <a:sym typeface="Poppins"/>
              </a:defRPr>
            </a:lvl1pPr>
            <a:lvl2pPr lvl="1">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2pPr>
            <a:lvl3pPr lvl="2">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3pPr>
            <a:lvl4pPr lvl="3">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4pPr>
            <a:lvl5pPr lvl="4">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5pPr>
            <a:lvl6pPr lvl="5">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6pPr>
            <a:lvl7pPr lvl="6">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7pPr>
            <a:lvl8pPr lvl="7">
              <a:spcBef>
                <a:spcPts val="1600"/>
              </a:spcBef>
              <a:spcAft>
                <a:spcPts val="0"/>
              </a:spcAft>
              <a:buClr>
                <a:schemeClr val="dk1"/>
              </a:buClr>
              <a:buSzPts val="1800"/>
              <a:buFont typeface="Poppins"/>
              <a:buNone/>
              <a:defRPr sz="1800">
                <a:solidFill>
                  <a:schemeClr val="dk1"/>
                </a:solidFill>
                <a:latin typeface="Poppins"/>
                <a:ea typeface="Poppins"/>
                <a:cs typeface="Poppins"/>
                <a:sym typeface="Poppins"/>
              </a:defRPr>
            </a:lvl8pPr>
            <a:lvl9pPr lvl="8">
              <a:spcBef>
                <a:spcPts val="1600"/>
              </a:spcBef>
              <a:spcAft>
                <a:spcPts val="1600"/>
              </a:spcAft>
              <a:buClr>
                <a:schemeClr val="dk1"/>
              </a:buClr>
              <a:buSzPts val="1800"/>
              <a:buFont typeface="Poppins"/>
              <a:buNone/>
              <a:defRPr sz="1800">
                <a:solidFill>
                  <a:schemeClr val="dk1"/>
                </a:solidFill>
                <a:latin typeface="Poppins"/>
                <a:ea typeface="Poppins"/>
                <a:cs typeface="Poppins"/>
                <a:sym typeface="Poppins"/>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structor Intro">
  <p:cSld name="CUSTOM_6_2_1_1_1_2_1">
    <p:spTree>
      <p:nvGrpSpPr>
        <p:cNvPr id="707" name="Shape 707"/>
        <p:cNvGrpSpPr/>
        <p:nvPr/>
      </p:nvGrpSpPr>
      <p:grpSpPr>
        <a:xfrm>
          <a:off x="0" y="0"/>
          <a:ext cx="0" cy="0"/>
          <a:chOff x="0" y="0"/>
          <a:chExt cx="0" cy="0"/>
        </a:xfrm>
      </p:grpSpPr>
      <p:pic>
        <p:nvPicPr>
          <p:cNvPr id="708" name="Google Shape;708;p96"/>
          <p:cNvPicPr preferRelativeResize="0"/>
          <p:nvPr/>
        </p:nvPicPr>
        <p:blipFill rotWithShape="1">
          <a:blip r:embed="rId2">
            <a:alphaModFix/>
          </a:blip>
          <a:srcRect b="74121" l="54584" r="17188" t="10928"/>
          <a:stretch/>
        </p:blipFill>
        <p:spPr>
          <a:xfrm>
            <a:off x="0" y="4089375"/>
            <a:ext cx="2024750" cy="1054123"/>
          </a:xfrm>
          <a:prstGeom prst="rect">
            <a:avLst/>
          </a:prstGeom>
          <a:noFill/>
          <a:ln>
            <a:noFill/>
          </a:ln>
        </p:spPr>
      </p:pic>
      <p:pic>
        <p:nvPicPr>
          <p:cNvPr id="709" name="Google Shape;709;p96"/>
          <p:cNvPicPr preferRelativeResize="0"/>
          <p:nvPr/>
        </p:nvPicPr>
        <p:blipFill rotWithShape="1">
          <a:blip r:embed="rId3">
            <a:alphaModFix/>
          </a:blip>
          <a:srcRect b="10675" l="33626" r="26315" t="71928"/>
          <a:stretch/>
        </p:blipFill>
        <p:spPr>
          <a:xfrm>
            <a:off x="0" y="4192550"/>
            <a:ext cx="2189575" cy="950951"/>
          </a:xfrm>
          <a:prstGeom prst="rect">
            <a:avLst/>
          </a:prstGeom>
          <a:noFill/>
          <a:ln>
            <a:noFill/>
          </a:ln>
        </p:spPr>
      </p:pic>
      <p:pic>
        <p:nvPicPr>
          <p:cNvPr id="710" name="Google Shape;710;p96"/>
          <p:cNvPicPr preferRelativeResize="0"/>
          <p:nvPr/>
        </p:nvPicPr>
        <p:blipFill>
          <a:blip r:embed="rId4">
            <a:alphaModFix/>
          </a:blip>
          <a:stretch>
            <a:fillRect/>
          </a:stretch>
        </p:blipFill>
        <p:spPr>
          <a:xfrm>
            <a:off x="7152175" y="4875550"/>
            <a:ext cx="1541202" cy="142200"/>
          </a:xfrm>
          <a:prstGeom prst="rect">
            <a:avLst/>
          </a:prstGeom>
          <a:noFill/>
          <a:ln>
            <a:noFill/>
          </a:ln>
        </p:spPr>
      </p:pic>
      <p:sp>
        <p:nvSpPr>
          <p:cNvPr id="711" name="Google Shape;711;p96"/>
          <p:cNvSpPr txBox="1"/>
          <p:nvPr>
            <p:ph idx="12" type="sldNum"/>
          </p:nvPr>
        </p:nvSpPr>
        <p:spPr>
          <a:xfrm>
            <a:off x="8543625" y="4795150"/>
            <a:ext cx="548700" cy="303000"/>
          </a:xfrm>
          <a:prstGeom prst="rect">
            <a:avLst/>
          </a:prstGeom>
          <a:noFill/>
          <a:ln>
            <a:noFill/>
          </a:ln>
        </p:spPr>
        <p:txBody>
          <a:bodyPr anchorCtr="0" anchor="ctr" bIns="91425" lIns="91425" spcFirstLastPara="1" rIns="91425" wrap="square" tIns="91425">
            <a:noAutofit/>
          </a:bodyPr>
          <a:lstStyle>
            <a:lvl1pPr lvl="0" algn="r">
              <a:buNone/>
              <a:defRPr sz="1000">
                <a:latin typeface="Poppins"/>
                <a:ea typeface="Poppins"/>
                <a:cs typeface="Poppins"/>
                <a:sym typeface="Poppins"/>
              </a:defRPr>
            </a:lvl1pPr>
            <a:lvl2pPr lvl="1" algn="r">
              <a:buNone/>
              <a:defRPr sz="1000">
                <a:latin typeface="Poppins"/>
                <a:ea typeface="Poppins"/>
                <a:cs typeface="Poppins"/>
                <a:sym typeface="Poppins"/>
              </a:defRPr>
            </a:lvl2pPr>
            <a:lvl3pPr lvl="2" algn="r">
              <a:buNone/>
              <a:defRPr sz="1000">
                <a:latin typeface="Poppins"/>
                <a:ea typeface="Poppins"/>
                <a:cs typeface="Poppins"/>
                <a:sym typeface="Poppins"/>
              </a:defRPr>
            </a:lvl3pPr>
            <a:lvl4pPr lvl="3" algn="r">
              <a:buNone/>
              <a:defRPr sz="1000">
                <a:latin typeface="Poppins"/>
                <a:ea typeface="Poppins"/>
                <a:cs typeface="Poppins"/>
                <a:sym typeface="Poppins"/>
              </a:defRPr>
            </a:lvl4pPr>
            <a:lvl5pPr lvl="4" algn="r">
              <a:buNone/>
              <a:defRPr sz="1000">
                <a:latin typeface="Poppins"/>
                <a:ea typeface="Poppins"/>
                <a:cs typeface="Poppins"/>
                <a:sym typeface="Poppins"/>
              </a:defRPr>
            </a:lvl5pPr>
            <a:lvl6pPr lvl="5" algn="r">
              <a:buNone/>
              <a:defRPr sz="1000">
                <a:latin typeface="Poppins"/>
                <a:ea typeface="Poppins"/>
                <a:cs typeface="Poppins"/>
                <a:sym typeface="Poppins"/>
              </a:defRPr>
            </a:lvl6pPr>
            <a:lvl7pPr lvl="6" algn="r">
              <a:buNone/>
              <a:defRPr sz="1000">
                <a:latin typeface="Poppins"/>
                <a:ea typeface="Poppins"/>
                <a:cs typeface="Poppins"/>
                <a:sym typeface="Poppins"/>
              </a:defRPr>
            </a:lvl7pPr>
            <a:lvl8pPr lvl="7" algn="r">
              <a:buNone/>
              <a:defRPr sz="1000">
                <a:latin typeface="Poppins"/>
                <a:ea typeface="Poppins"/>
                <a:cs typeface="Poppins"/>
                <a:sym typeface="Poppins"/>
              </a:defRPr>
            </a:lvl8pPr>
            <a:lvl9pPr lvl="8" algn="r">
              <a:buNone/>
              <a:defRPr sz="1000">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n"/>
              <a:t>‹#›</a:t>
            </a:fld>
            <a:endParaRPr/>
          </a:p>
        </p:txBody>
      </p:sp>
      <p:sp>
        <p:nvSpPr>
          <p:cNvPr id="712" name="Google Shape;712;p96"/>
          <p:cNvSpPr txBox="1"/>
          <p:nvPr/>
        </p:nvSpPr>
        <p:spPr>
          <a:xfrm>
            <a:off x="565375" y="333100"/>
            <a:ext cx="5005800" cy="408000"/>
          </a:xfrm>
          <a:prstGeom prst="rect">
            <a:avLst/>
          </a:prstGeom>
          <a:noFill/>
          <a:ln>
            <a:noFill/>
          </a:ln>
        </p:spPr>
        <p:txBody>
          <a:bodyPr anchorCtr="0" anchor="t" bIns="19050" lIns="19050" spcFirstLastPara="1" rIns="19050" wrap="square" tIns="19050">
            <a:noAutofit/>
          </a:bodyPr>
          <a:lstStyle/>
          <a:p>
            <a:pPr indent="0" lvl="0" marL="0" rtl="0" algn="l">
              <a:spcBef>
                <a:spcPts val="0"/>
              </a:spcBef>
              <a:spcAft>
                <a:spcPts val="0"/>
              </a:spcAft>
              <a:buClr>
                <a:schemeClr val="dk1"/>
              </a:buClr>
              <a:buSzPts val="1100"/>
              <a:buFont typeface="Arial"/>
              <a:buNone/>
            </a:pPr>
            <a:r>
              <a:rPr b="1" lang="en" sz="2400">
                <a:solidFill>
                  <a:schemeClr val="dk1"/>
                </a:solidFill>
                <a:latin typeface="Space Mono"/>
                <a:ea typeface="Space Mono"/>
                <a:cs typeface="Space Mono"/>
                <a:sym typeface="Space Mono"/>
              </a:rPr>
              <a:t>Meet the Instructor</a:t>
            </a:r>
            <a:endParaRPr sz="2600">
              <a:solidFill>
                <a:srgbClr val="05103E"/>
              </a:solidFill>
              <a:latin typeface="Space Mono"/>
              <a:ea typeface="Space Mono"/>
              <a:cs typeface="Space Mono"/>
              <a:sym typeface="Space Mono"/>
            </a:endParaRPr>
          </a:p>
        </p:txBody>
      </p:sp>
      <p:sp>
        <p:nvSpPr>
          <p:cNvPr id="713" name="Google Shape;713;p96"/>
          <p:cNvSpPr/>
          <p:nvPr>
            <p:ph idx="2" type="pic"/>
          </p:nvPr>
        </p:nvSpPr>
        <p:spPr>
          <a:xfrm>
            <a:off x="592550" y="1010825"/>
            <a:ext cx="2579400" cy="2289000"/>
          </a:xfrm>
          <a:prstGeom prst="roundRect">
            <a:avLst>
              <a:gd fmla="val 7884" name="adj"/>
            </a:avLst>
          </a:prstGeom>
          <a:noFill/>
          <a:ln cap="flat" cmpd="sng" w="28575">
            <a:solidFill>
              <a:srgbClr val="00C384"/>
            </a:solidFill>
            <a:prstDash val="solid"/>
            <a:round/>
            <a:headEnd len="sm" w="sm" type="none"/>
            <a:tailEnd len="sm" w="sm" type="none"/>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theme" Target="../theme/theme2.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theme" Target="../theme/theme1.xml"/><Relationship Id="rId27" Type="http://schemas.openxmlformats.org/officeDocument/2006/relationships/slideLayout" Target="../slideLayouts/slideLayout65.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85.xml"/><Relationship Id="rId22" Type="http://schemas.openxmlformats.org/officeDocument/2006/relationships/slideLayout" Target="../slideLayouts/slideLayout87.xml"/><Relationship Id="rId21" Type="http://schemas.openxmlformats.org/officeDocument/2006/relationships/slideLayout" Target="../slideLayouts/slideLayout86.xml"/><Relationship Id="rId24" Type="http://schemas.openxmlformats.org/officeDocument/2006/relationships/slideLayout" Target="../slideLayouts/slideLayout89.xml"/><Relationship Id="rId23" Type="http://schemas.openxmlformats.org/officeDocument/2006/relationships/slideLayout" Target="../slideLayouts/slideLayout88.xml"/><Relationship Id="rId1" Type="http://schemas.openxmlformats.org/officeDocument/2006/relationships/slideLayout" Target="../slideLayouts/slideLayout66.xml"/><Relationship Id="rId2" Type="http://schemas.openxmlformats.org/officeDocument/2006/relationships/slideLayout" Target="../slideLayouts/slideLayout67.xml"/><Relationship Id="rId3" Type="http://schemas.openxmlformats.org/officeDocument/2006/relationships/slideLayout" Target="../slideLayouts/slideLayout68.xml"/><Relationship Id="rId4" Type="http://schemas.openxmlformats.org/officeDocument/2006/relationships/slideLayout" Target="../slideLayouts/slideLayout69.xml"/><Relationship Id="rId9" Type="http://schemas.openxmlformats.org/officeDocument/2006/relationships/slideLayout" Target="../slideLayouts/slideLayout74.xml"/><Relationship Id="rId26" Type="http://schemas.openxmlformats.org/officeDocument/2006/relationships/slideLayout" Target="../slideLayouts/slideLayout91.xml"/><Relationship Id="rId25" Type="http://schemas.openxmlformats.org/officeDocument/2006/relationships/slideLayout" Target="../slideLayouts/slideLayout90.xml"/><Relationship Id="rId28" Type="http://schemas.openxmlformats.org/officeDocument/2006/relationships/theme" Target="../theme/theme5.xml"/><Relationship Id="rId27" Type="http://schemas.openxmlformats.org/officeDocument/2006/relationships/slideLayout" Target="../slideLayouts/slideLayout92.xml"/><Relationship Id="rId5" Type="http://schemas.openxmlformats.org/officeDocument/2006/relationships/slideLayout" Target="../slideLayouts/slideLayout70.xml"/><Relationship Id="rId6" Type="http://schemas.openxmlformats.org/officeDocument/2006/relationships/slideLayout" Target="../slideLayouts/slideLayout71.xml"/><Relationship Id="rId7" Type="http://schemas.openxmlformats.org/officeDocument/2006/relationships/slideLayout" Target="../slideLayouts/slideLayout72.xml"/><Relationship Id="rId8" Type="http://schemas.openxmlformats.org/officeDocument/2006/relationships/slideLayout" Target="../slideLayouts/slideLayout73.xml"/><Relationship Id="rId11" Type="http://schemas.openxmlformats.org/officeDocument/2006/relationships/slideLayout" Target="../slideLayouts/slideLayout76.xml"/><Relationship Id="rId10" Type="http://schemas.openxmlformats.org/officeDocument/2006/relationships/slideLayout" Target="../slideLayouts/slideLayout75.xml"/><Relationship Id="rId13" Type="http://schemas.openxmlformats.org/officeDocument/2006/relationships/slideLayout" Target="../slideLayouts/slideLayout78.xml"/><Relationship Id="rId12" Type="http://schemas.openxmlformats.org/officeDocument/2006/relationships/slideLayout" Target="../slideLayouts/slideLayout77.xml"/><Relationship Id="rId15" Type="http://schemas.openxmlformats.org/officeDocument/2006/relationships/slideLayout" Target="../slideLayouts/slideLayout80.xml"/><Relationship Id="rId14" Type="http://schemas.openxmlformats.org/officeDocument/2006/relationships/slideLayout" Target="../slideLayouts/slideLayout79.xml"/><Relationship Id="rId17" Type="http://schemas.openxmlformats.org/officeDocument/2006/relationships/slideLayout" Target="../slideLayouts/slideLayout82.xml"/><Relationship Id="rId16" Type="http://schemas.openxmlformats.org/officeDocument/2006/relationships/slideLayout" Target="../slideLayouts/slideLayout81.xml"/><Relationship Id="rId19" Type="http://schemas.openxmlformats.org/officeDocument/2006/relationships/slideLayout" Target="../slideLayouts/slideLayout84.xml"/><Relationship Id="rId18"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74" name="Shape 274"/>
        <p:cNvGrpSpPr/>
        <p:nvPr/>
      </p:nvGrpSpPr>
      <p:grpSpPr>
        <a:xfrm>
          <a:off x="0" y="0"/>
          <a:ext cx="0" cy="0"/>
          <a:chOff x="0" y="0"/>
          <a:chExt cx="0" cy="0"/>
        </a:xfrm>
      </p:grpSpPr>
      <p:sp>
        <p:nvSpPr>
          <p:cNvPr id="275" name="Google Shape;275;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276" name="Google Shape;276;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94" name="Shape 494"/>
        <p:cNvGrpSpPr/>
        <p:nvPr/>
      </p:nvGrpSpPr>
      <p:grpSpPr>
        <a:xfrm>
          <a:off x="0" y="0"/>
          <a:ext cx="0" cy="0"/>
          <a:chOff x="0" y="0"/>
          <a:chExt cx="0" cy="0"/>
        </a:xfrm>
      </p:grpSpPr>
      <p:sp>
        <p:nvSpPr>
          <p:cNvPr id="495" name="Google Shape;495;p6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96" name="Google Shape;496;p6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160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1600"/>
              </a:spcBef>
              <a:spcAft>
                <a:spcPts val="1600"/>
              </a:spcAft>
              <a:buClr>
                <a:schemeClr val="dk2"/>
              </a:buClr>
              <a:buSzPts val="1400"/>
              <a:buFont typeface="Poppins"/>
              <a:buChar char="■"/>
              <a:defRPr>
                <a:solidFill>
                  <a:schemeClr val="dk2"/>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4.xml"/><Relationship Id="rId3" Type="http://schemas.openxmlformats.org/officeDocument/2006/relationships/image" Target="../media/image96.png"/><Relationship Id="rId4" Type="http://schemas.openxmlformats.org/officeDocument/2006/relationships/image" Target="../media/image9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6.xml"/><Relationship Id="rId3" Type="http://schemas.openxmlformats.org/officeDocument/2006/relationships/hyperlink" Target="https://www.codepath.org/career-servic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7.xml"/><Relationship Id="rId3" Type="http://schemas.openxmlformats.org/officeDocument/2006/relationships/image" Target="../media/image9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hyperlink" Target="https://docs.google.com/document/d/14JuZaSXUSoK5exdl6KOhwykFGGJCtTuzYT2SbSOZpSg/edit?usp=sharing" TargetMode="External"/><Relationship Id="rId4" Type="http://schemas.openxmlformats.org/officeDocument/2006/relationships/hyperlink" Target="https://docs.google.com/document/d/14JuZaSXUSoK5exdl6KOhwykFGGJCtTuzYT2SbSOZpSg/edit?usp=sharing" TargetMode="External"/><Relationship Id="rId5" Type="http://schemas.openxmlformats.org/officeDocument/2006/relationships/hyperlink" Target="https://gist.github.com/ascherj/5353263a84ce984a7c8fd13e9b497093" TargetMode="External"/><Relationship Id="rId6" Type="http://schemas.openxmlformats.org/officeDocument/2006/relationships/hyperlink" Target="https://gist.github.com/ascherj/fdd0c58d33d499fa5319e6c5f2a273c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hyperlink" Target="http://www.youtube.com/watch?v=Jwd_lkXoLKk" TargetMode="External"/><Relationship Id="rId4" Type="http://schemas.openxmlformats.org/officeDocument/2006/relationships/image" Target="../media/image9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0.xml"/><Relationship Id="rId3" Type="http://schemas.openxmlformats.org/officeDocument/2006/relationships/image" Target="../media/image98.png"/><Relationship Id="rId4" Type="http://schemas.openxmlformats.org/officeDocument/2006/relationships/hyperlink" Target="http://www.youtube.com/watch?v=BTZMUDKSpSs" TargetMode="External"/><Relationship Id="rId5" Type="http://schemas.openxmlformats.org/officeDocument/2006/relationships/image" Target="../media/image9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1.xml"/><Relationship Id="rId3" Type="http://schemas.openxmlformats.org/officeDocument/2006/relationships/image" Target="../media/image9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7"/>
          <p:cNvSpPr txBox="1"/>
          <p:nvPr>
            <p:ph type="title"/>
          </p:nvPr>
        </p:nvSpPr>
        <p:spPr>
          <a:xfrm>
            <a:off x="1628200" y="1807975"/>
            <a:ext cx="5887800" cy="724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600"/>
              <a:t>Peer Mock Interviews</a:t>
            </a:r>
            <a:endParaRPr sz="3600"/>
          </a:p>
        </p:txBody>
      </p:sp>
      <p:sp>
        <p:nvSpPr>
          <p:cNvPr id="719" name="Google Shape;719;p97"/>
          <p:cNvSpPr txBox="1"/>
          <p:nvPr>
            <p:ph idx="1" type="subTitle"/>
          </p:nvPr>
        </p:nvSpPr>
        <p:spPr>
          <a:xfrm>
            <a:off x="3582450" y="3105825"/>
            <a:ext cx="1979100" cy="38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TIP101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9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725" name="Google Shape;725;p98"/>
          <p:cNvGraphicFramePr/>
          <p:nvPr/>
        </p:nvGraphicFramePr>
        <p:xfrm>
          <a:off x="451525" y="1242597"/>
          <a:ext cx="3000000" cy="3000000"/>
        </p:xfrm>
        <a:graphic>
          <a:graphicData uri="http://schemas.openxmlformats.org/drawingml/2006/table">
            <a:tbl>
              <a:tblPr>
                <a:noFill/>
                <a:tableStyleId>{3C6DB45B-8DFF-4387-9FC6-7E861ECC0BF2}</a:tableStyleId>
              </a:tblPr>
              <a:tblGrid>
                <a:gridCol w="411100"/>
                <a:gridCol w="4569375"/>
                <a:gridCol w="1883200"/>
              </a:tblGrid>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1</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Poppins"/>
                          <a:ea typeface="Poppins"/>
                          <a:cs typeface="Poppins"/>
                          <a:sym typeface="Poppins"/>
                        </a:rPr>
                        <a:t>Welcome 👋🏽</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15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2</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Peer Mock Interviews</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60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3</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n" sz="1800">
                          <a:solidFill>
                            <a:schemeClr val="dk1"/>
                          </a:solidFill>
                          <a:latin typeface="Poppins"/>
                          <a:ea typeface="Poppins"/>
                          <a:cs typeface="Poppins"/>
                          <a:sym typeface="Poppins"/>
                        </a:rPr>
                        <a:t>BREAK</a:t>
                      </a:r>
                      <a:endParaRPr sz="1800">
                        <a:solidFill>
                          <a:schemeClr val="dk1"/>
                        </a:solidFill>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5 minutes</a:t>
                      </a:r>
                      <a:endParaRPr sz="1800">
                        <a:solidFill>
                          <a:schemeClr val="dk1"/>
                        </a:solidFill>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4</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Collaborative Problem Solving</a:t>
                      </a:r>
                      <a:endParaRPr b="1"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D7FFEE"/>
                    </a:solidFill>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30</a:t>
                      </a:r>
                      <a:r>
                        <a:rPr lang="en" sz="1800">
                          <a:solidFill>
                            <a:schemeClr val="dk1"/>
                          </a:solidFill>
                          <a:latin typeface="Consolas"/>
                          <a:ea typeface="Consolas"/>
                          <a:cs typeface="Consolas"/>
                          <a:sym typeface="Consolas"/>
                        </a:rPr>
                        <a:t>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463250">
                <a:tc>
                  <a:txBody>
                    <a:bodyPr/>
                    <a:lstStyle/>
                    <a:p>
                      <a:pPr indent="0" lvl="0" marL="0" rtl="0" algn="ctr">
                        <a:spcBef>
                          <a:spcPts val="0"/>
                        </a:spcBef>
                        <a:spcAft>
                          <a:spcPts val="0"/>
                        </a:spcAft>
                        <a:buNone/>
                      </a:pPr>
                      <a:r>
                        <a:rPr b="1" lang="en" sz="1800">
                          <a:solidFill>
                            <a:srgbClr val="6EC396"/>
                          </a:solidFill>
                          <a:latin typeface="Space Mono"/>
                          <a:ea typeface="Space Mono"/>
                          <a:cs typeface="Space Mono"/>
                          <a:sym typeface="Space Mono"/>
                        </a:rPr>
                        <a:t>5</a:t>
                      </a:r>
                      <a:endParaRPr b="1" sz="1800">
                        <a:solidFill>
                          <a:srgbClr val="6EC396"/>
                        </a:solidFill>
                        <a:latin typeface="Space Mono"/>
                        <a:ea typeface="Space Mono"/>
                        <a:cs typeface="Space Mono"/>
                        <a:sym typeface="Space Mono"/>
                      </a:endParaRPr>
                    </a:p>
                  </a:txBody>
                  <a:tcPr marT="0" marB="0" marR="91425" marL="91425" anchor="ctr">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Wrap Up</a:t>
                      </a:r>
                      <a:endParaRPr sz="1800">
                        <a:latin typeface="Poppins"/>
                        <a:ea typeface="Poppins"/>
                        <a:cs typeface="Poppins"/>
                        <a:sym typeface="Poppins"/>
                      </a:endParaRPr>
                    </a:p>
                  </a:txBody>
                  <a:tcPr marT="0" marB="0" marR="91425" marL="91425" anchor="ctr">
                    <a:lnL cap="flat" cmpd="sng" w="9525">
                      <a:solidFill>
                        <a:srgbClr val="9E9E9E">
                          <a:alpha val="0"/>
                        </a:srgbClr>
                      </a:solidFill>
                      <a:prstDash val="solid"/>
                      <a:round/>
                      <a:headEnd len="sm" w="sm" type="none"/>
                      <a:tailEnd len="sm" w="sm" type="none"/>
                    </a:lnL>
                    <a:lnR cap="flat" cmpd="sng" w="19050">
                      <a:solidFill>
                        <a:srgbClr val="6EC396"/>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r">
                        <a:lnSpc>
                          <a:spcPct val="115000"/>
                        </a:lnSpc>
                        <a:spcBef>
                          <a:spcPts val="0"/>
                        </a:spcBef>
                        <a:spcAft>
                          <a:spcPts val="0"/>
                        </a:spcAft>
                        <a:buClr>
                          <a:schemeClr val="dk1"/>
                        </a:buClr>
                        <a:buSzPts val="1100"/>
                        <a:buFont typeface="Arial"/>
                        <a:buNone/>
                      </a:pPr>
                      <a:r>
                        <a:rPr lang="en" sz="1800">
                          <a:solidFill>
                            <a:schemeClr val="dk1"/>
                          </a:solidFill>
                          <a:latin typeface="Consolas"/>
                          <a:ea typeface="Consolas"/>
                          <a:cs typeface="Consolas"/>
                          <a:sym typeface="Consolas"/>
                        </a:rPr>
                        <a:t>10 minutes</a:t>
                      </a:r>
                      <a:endParaRPr sz="1800">
                        <a:latin typeface="Consolas"/>
                        <a:ea typeface="Consolas"/>
                        <a:cs typeface="Consolas"/>
                        <a:sym typeface="Consolas"/>
                      </a:endParaRPr>
                    </a:p>
                  </a:txBody>
                  <a:tcPr marT="0" marB="0" marR="91425" marL="91425" anchor="ctr">
                    <a:lnL cap="flat" cmpd="sng" w="19050">
                      <a:solidFill>
                        <a:srgbClr val="6EC396"/>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sp>
        <p:nvSpPr>
          <p:cNvPr id="730" name="Google Shape;730;p99"/>
          <p:cNvSpPr txBox="1"/>
          <p:nvPr>
            <p:ph type="title"/>
          </p:nvPr>
        </p:nvSpPr>
        <p:spPr>
          <a:xfrm>
            <a:off x="884825" y="2317200"/>
            <a:ext cx="34953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Welcome! 👋🏽</a:t>
            </a:r>
            <a:endParaRPr/>
          </a:p>
        </p:txBody>
      </p:sp>
      <p:sp>
        <p:nvSpPr>
          <p:cNvPr id="731" name="Google Shape;731;p99"/>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minutes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10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37" name="Google Shape;737;p100"/>
          <p:cNvPicPr preferRelativeResize="0"/>
          <p:nvPr/>
        </p:nvPicPr>
        <p:blipFill>
          <a:blip r:embed="rId3">
            <a:alphaModFix/>
          </a:blip>
          <a:stretch>
            <a:fillRect/>
          </a:stretch>
        </p:blipFill>
        <p:spPr>
          <a:xfrm>
            <a:off x="1045500" y="424463"/>
            <a:ext cx="3066374" cy="3066374"/>
          </a:xfrm>
          <a:prstGeom prst="rect">
            <a:avLst/>
          </a:prstGeom>
          <a:noFill/>
          <a:ln>
            <a:noFill/>
          </a:ln>
        </p:spPr>
      </p:pic>
      <p:sp>
        <p:nvSpPr>
          <p:cNvPr id="738" name="Google Shape;738;p100"/>
          <p:cNvSpPr txBox="1"/>
          <p:nvPr>
            <p:ph type="title"/>
          </p:nvPr>
        </p:nvSpPr>
        <p:spPr>
          <a:xfrm>
            <a:off x="1364138" y="3490838"/>
            <a:ext cx="24291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Turn on your cameras</a:t>
            </a:r>
            <a:endParaRPr/>
          </a:p>
        </p:txBody>
      </p:sp>
      <p:pic>
        <p:nvPicPr>
          <p:cNvPr id="739" name="Google Shape;739;p100"/>
          <p:cNvPicPr preferRelativeResize="0"/>
          <p:nvPr/>
        </p:nvPicPr>
        <p:blipFill>
          <a:blip r:embed="rId4">
            <a:alphaModFix/>
          </a:blip>
          <a:stretch>
            <a:fillRect/>
          </a:stretch>
        </p:blipFill>
        <p:spPr>
          <a:xfrm>
            <a:off x="5032137" y="424475"/>
            <a:ext cx="3066350" cy="3066350"/>
          </a:xfrm>
          <a:prstGeom prst="rect">
            <a:avLst/>
          </a:prstGeom>
          <a:noFill/>
          <a:ln>
            <a:noFill/>
          </a:ln>
        </p:spPr>
      </p:pic>
      <p:sp>
        <p:nvSpPr>
          <p:cNvPr id="740" name="Google Shape;740;p100"/>
          <p:cNvSpPr txBox="1"/>
          <p:nvPr>
            <p:ph type="title"/>
          </p:nvPr>
        </p:nvSpPr>
        <p:spPr>
          <a:xfrm>
            <a:off x="5195963" y="3490838"/>
            <a:ext cx="2738700" cy="923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Fill out the entry ticket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01"/>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2 minutes</a:t>
            </a:r>
            <a:endParaRPr/>
          </a:p>
        </p:txBody>
      </p:sp>
      <p:sp>
        <p:nvSpPr>
          <p:cNvPr id="746" name="Google Shape;746;p101"/>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7" name="Google Shape;747;p101"/>
          <p:cNvSpPr txBox="1"/>
          <p:nvPr>
            <p:ph idx="2" type="body"/>
          </p:nvPr>
        </p:nvSpPr>
        <p:spPr>
          <a:xfrm>
            <a:off x="452400" y="12604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💻Question:</a:t>
            </a:r>
            <a:endParaRPr b="1"/>
          </a:p>
          <a:p>
            <a:pPr indent="0" lvl="0" marL="0" rtl="0" algn="l">
              <a:spcBef>
                <a:spcPts val="1000"/>
              </a:spcBef>
              <a:spcAft>
                <a:spcPts val="0"/>
              </a:spcAft>
              <a:buNone/>
            </a:pPr>
            <a:r>
              <a:rPr lang="en"/>
              <a:t>No two software engineering roles are the same, and we figure out our preferences with time. As of today, are you more drawn to </a:t>
            </a:r>
            <a:r>
              <a:rPr b="1" lang="en"/>
              <a:t>frontend</a:t>
            </a:r>
            <a:r>
              <a:rPr lang="en"/>
              <a:t>, </a:t>
            </a:r>
            <a:r>
              <a:rPr b="1" lang="en"/>
              <a:t>full stack</a:t>
            </a:r>
            <a:r>
              <a:rPr lang="en"/>
              <a:t>, or </a:t>
            </a:r>
            <a:r>
              <a:rPr b="1" lang="en"/>
              <a:t>backend</a:t>
            </a:r>
            <a:r>
              <a:rPr lang="en"/>
              <a:t> development (and why)?</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
              <a:t>💬Answer: </a:t>
            </a:r>
            <a:endParaRPr b="1"/>
          </a:p>
          <a:p>
            <a:pPr indent="0" lvl="0" marL="0" rtl="0" algn="l">
              <a:spcBef>
                <a:spcPts val="1000"/>
              </a:spcBef>
              <a:spcAft>
                <a:spcPts val="1000"/>
              </a:spcAft>
              <a:buNone/>
            </a:pPr>
            <a:r>
              <a:rPr lang="en"/>
              <a:t>Share your answer in the Zoom chat below. What kinds of pets do you have if any? If you don’t have any, share what type you would like to have, if any.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p102"/>
          <p:cNvSpPr txBox="1"/>
          <p:nvPr>
            <p:ph idx="1" type="subTitle"/>
          </p:nvPr>
        </p:nvSpPr>
        <p:spPr>
          <a:xfrm>
            <a:off x="1182525" y="2247950"/>
            <a:ext cx="2967300" cy="21897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Students feeling less anxiety around recursion.</a:t>
            </a:r>
            <a:endParaRPr sz="1600"/>
          </a:p>
          <a:p>
            <a:pPr indent="-330200" lvl="0" marL="457200" rtl="0" algn="l">
              <a:spcBef>
                <a:spcPts val="0"/>
              </a:spcBef>
              <a:spcAft>
                <a:spcPts val="0"/>
              </a:spcAft>
              <a:buSzPts val="1600"/>
              <a:buChar char="+"/>
            </a:pPr>
            <a:r>
              <a:rPr lang="en" sz="1600"/>
              <a:t>TF shoutouts for support in breakout rooms!</a:t>
            </a:r>
            <a:endParaRPr sz="1600"/>
          </a:p>
          <a:p>
            <a:pPr indent="0" lvl="0" marL="457200" rtl="0" algn="l">
              <a:spcBef>
                <a:spcPts val="1600"/>
              </a:spcBef>
              <a:spcAft>
                <a:spcPts val="0"/>
              </a:spcAft>
              <a:buNone/>
            </a:pPr>
            <a:r>
              <a:t/>
            </a:r>
            <a:endParaRPr sz="1600"/>
          </a:p>
          <a:p>
            <a:pPr indent="0" lvl="0" marL="0" rtl="0" algn="l">
              <a:spcBef>
                <a:spcPts val="1600"/>
              </a:spcBef>
              <a:spcAft>
                <a:spcPts val="1600"/>
              </a:spcAft>
              <a:buNone/>
            </a:pPr>
            <a:r>
              <a:t/>
            </a:r>
            <a:endParaRPr sz="1600"/>
          </a:p>
        </p:txBody>
      </p:sp>
      <p:sp>
        <p:nvSpPr>
          <p:cNvPr id="753" name="Google Shape;753;p102"/>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4" name="Google Shape;754;p102"/>
          <p:cNvSpPr txBox="1"/>
          <p:nvPr>
            <p:ph idx="2" type="subTitle"/>
          </p:nvPr>
        </p:nvSpPr>
        <p:spPr>
          <a:xfrm>
            <a:off x="4991175" y="2247950"/>
            <a:ext cx="2967300" cy="218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 Some students looking for more breakout room time</a:t>
            </a:r>
            <a:endParaRPr sz="1500"/>
          </a:p>
          <a:p>
            <a:pPr indent="0" lvl="0" marL="0" rtl="0" algn="l">
              <a:spcBef>
                <a:spcPts val="1600"/>
              </a:spcBef>
              <a:spcAft>
                <a:spcPts val="0"/>
              </a:spcAft>
              <a:buNone/>
            </a:pPr>
            <a:r>
              <a:rPr lang="en" sz="1500"/>
              <a:t>-Some students looking for more mock interviews and </a:t>
            </a:r>
            <a:r>
              <a:rPr lang="en" sz="1500" u="sng">
                <a:solidFill>
                  <a:schemeClr val="hlink"/>
                </a:solidFill>
                <a:hlinkClick r:id="rId3"/>
              </a:rPr>
              <a:t>prep services</a:t>
            </a:r>
            <a:r>
              <a:rPr lang="en" sz="1500"/>
              <a:t>.</a:t>
            </a:r>
            <a:endParaRPr sz="1500"/>
          </a:p>
          <a:p>
            <a:pPr indent="0" lvl="0" marL="0" rtl="0" algn="l">
              <a:spcBef>
                <a:spcPts val="1600"/>
              </a:spcBef>
              <a:spcAft>
                <a:spcPts val="16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3"/>
          <p:cNvSpPr txBox="1"/>
          <p:nvPr>
            <p:ph type="title"/>
          </p:nvPr>
        </p:nvSpPr>
        <p:spPr>
          <a:xfrm>
            <a:off x="1132000" y="481275"/>
            <a:ext cx="75594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Announcements</a:t>
            </a:r>
            <a:endParaRPr/>
          </a:p>
        </p:txBody>
      </p:sp>
      <p:sp>
        <p:nvSpPr>
          <p:cNvPr id="760" name="Google Shape;760;p103"/>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Peer Mock Interviews</a:t>
            </a:r>
            <a:r>
              <a:rPr lang="en"/>
              <a:t> today👨🏾‍💼💼 (Starting at the 15 min mark today)</a:t>
            </a:r>
            <a:endParaRPr/>
          </a:p>
          <a:p>
            <a:pPr indent="-342900" lvl="1" marL="914400" rtl="0" algn="l">
              <a:spcBef>
                <a:spcPts val="0"/>
              </a:spcBef>
              <a:spcAft>
                <a:spcPts val="0"/>
              </a:spcAft>
              <a:buSzPts val="1800"/>
              <a:buChar char="●"/>
            </a:pPr>
            <a:r>
              <a:rPr lang="en"/>
              <a:t>We will review the flow and process in the next slides.</a:t>
            </a:r>
            <a:endParaRPr/>
          </a:p>
          <a:p>
            <a:pPr indent="-342900" lvl="2" marL="1371600" rtl="0" algn="l">
              <a:spcBef>
                <a:spcPts val="0"/>
              </a:spcBef>
              <a:spcAft>
                <a:spcPts val="0"/>
              </a:spcAft>
              <a:buSzPts val="1800"/>
              <a:buChar char="○"/>
            </a:pPr>
            <a:r>
              <a:rPr lang="en"/>
              <a:t>Today will be a fun day. Nothing is on the line, let’s help each other practice!</a:t>
            </a:r>
            <a:endParaRPr/>
          </a:p>
          <a:p>
            <a:pPr indent="-342900" lvl="2" marL="1371600" rtl="0" algn="l">
              <a:spcBef>
                <a:spcPts val="0"/>
              </a:spcBef>
              <a:spcAft>
                <a:spcPts val="0"/>
              </a:spcAft>
              <a:buSzPts val="1800"/>
              <a:buChar char="○"/>
            </a:pPr>
            <a:r>
              <a:rPr lang="en"/>
              <a:t>Don’t worry if you don’t finish. We will stop on time so that the second student has equal time (use a timer).</a:t>
            </a:r>
            <a:endParaRPr/>
          </a:p>
          <a:p>
            <a:pPr indent="-342900" lvl="1" marL="914400" rtl="0" algn="l">
              <a:spcBef>
                <a:spcPts val="0"/>
              </a:spcBef>
              <a:spcAft>
                <a:spcPts val="0"/>
              </a:spcAft>
              <a:buSzPts val="1800"/>
              <a:buChar char="●"/>
            </a:pPr>
            <a:r>
              <a:rPr lang="en"/>
              <a:t>The emphasis will be practicing the </a:t>
            </a:r>
            <a:r>
              <a:rPr b="1" lang="en"/>
              <a:t>UMPIRE</a:t>
            </a:r>
            <a:r>
              <a:rPr lang="en"/>
              <a:t> strategy.</a:t>
            </a:r>
            <a:endParaRPr/>
          </a:p>
          <a:p>
            <a:pPr indent="-342900" lvl="1" marL="914400" rtl="0" algn="l">
              <a:spcBef>
                <a:spcPts val="0"/>
              </a:spcBef>
              <a:spcAft>
                <a:spcPts val="0"/>
              </a:spcAft>
              <a:buSzPts val="1800"/>
              <a:buChar char="●"/>
            </a:pPr>
            <a:r>
              <a:rPr lang="en"/>
              <a:t>Questions will involve strings and lists for today.</a:t>
            </a:r>
            <a:endParaRPr/>
          </a:p>
        </p:txBody>
      </p:sp>
      <p:sp>
        <p:nvSpPr>
          <p:cNvPr id="761" name="Google Shape;761;p10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62" name="Google Shape;762;p103"/>
          <p:cNvPicPr preferRelativeResize="0"/>
          <p:nvPr/>
        </p:nvPicPr>
        <p:blipFill>
          <a:blip r:embed="rId3">
            <a:alphaModFix/>
          </a:blip>
          <a:stretch>
            <a:fillRect/>
          </a:stretch>
        </p:blipFill>
        <p:spPr>
          <a:xfrm>
            <a:off x="452400" y="350275"/>
            <a:ext cx="679601" cy="679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04"/>
          <p:cNvSpPr txBox="1"/>
          <p:nvPr>
            <p:ph type="title"/>
          </p:nvPr>
        </p:nvSpPr>
        <p:spPr>
          <a:xfrm>
            <a:off x="884825" y="2317200"/>
            <a:ext cx="51945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Peer Mock Interviews</a:t>
            </a:r>
            <a:endParaRPr/>
          </a:p>
        </p:txBody>
      </p:sp>
      <p:sp>
        <p:nvSpPr>
          <p:cNvPr id="768" name="Google Shape;768;p10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60 minutes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5"/>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Mock Interviews</a:t>
            </a:r>
            <a:endParaRPr/>
          </a:p>
        </p:txBody>
      </p:sp>
      <p:sp>
        <p:nvSpPr>
          <p:cNvPr id="774" name="Google Shape;774;p105"/>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One student will act as the interviewer.</a:t>
            </a:r>
            <a:endParaRPr/>
          </a:p>
          <a:p>
            <a:pPr indent="-342900" lvl="1" marL="914400" rtl="0" algn="l">
              <a:spcBef>
                <a:spcPts val="0"/>
              </a:spcBef>
              <a:spcAft>
                <a:spcPts val="0"/>
              </a:spcAft>
              <a:buSzPts val="1800"/>
              <a:buChar char="●"/>
            </a:pPr>
            <a:r>
              <a:rPr lang="en"/>
              <a:t>Guides the process by asking questions, clarifying requirements, and prompting the interviewee to think about edge cases or optimization.</a:t>
            </a:r>
            <a:endParaRPr/>
          </a:p>
          <a:p>
            <a:pPr indent="-342900" lvl="1" marL="914400" rtl="0" algn="l">
              <a:spcBef>
                <a:spcPts val="0"/>
              </a:spcBef>
              <a:spcAft>
                <a:spcPts val="0"/>
              </a:spcAft>
              <a:buSzPts val="1800"/>
              <a:buChar char="●"/>
            </a:pPr>
            <a:r>
              <a:rPr lang="en"/>
              <a:t>Observes and takes notes for feedback but does not solve the problem.</a:t>
            </a:r>
            <a:endParaRPr/>
          </a:p>
          <a:p>
            <a:pPr indent="-342900" lvl="0" marL="457200" rtl="0" algn="l">
              <a:spcBef>
                <a:spcPts val="0"/>
              </a:spcBef>
              <a:spcAft>
                <a:spcPts val="0"/>
              </a:spcAft>
              <a:buSzPts val="1800"/>
              <a:buChar char="✱"/>
            </a:pPr>
            <a:r>
              <a:rPr lang="en"/>
              <a:t>The other student will act as the interviewee.</a:t>
            </a:r>
            <a:endParaRPr/>
          </a:p>
          <a:p>
            <a:pPr indent="-342900" lvl="1" marL="914400" rtl="0" algn="l">
              <a:spcBef>
                <a:spcPts val="0"/>
              </a:spcBef>
              <a:spcAft>
                <a:spcPts val="0"/>
              </a:spcAft>
              <a:buSzPts val="1800"/>
              <a:buChar char="●"/>
            </a:pPr>
            <a:r>
              <a:rPr lang="en"/>
              <a:t>Solves the problem while thinking aloud and applying the UMPIRE steps.</a:t>
            </a:r>
            <a:endParaRPr/>
          </a:p>
          <a:p>
            <a:pPr indent="-342900" lvl="1" marL="914400" rtl="0" algn="l">
              <a:spcBef>
                <a:spcPts val="0"/>
              </a:spcBef>
              <a:spcAft>
                <a:spcPts val="0"/>
              </a:spcAft>
              <a:buSzPts val="1800"/>
              <a:buChar char="●"/>
            </a:pPr>
            <a:r>
              <a:rPr lang="en"/>
              <a:t>Communicates their thought process clearly to the interviewer.</a:t>
            </a:r>
            <a:endParaRPr/>
          </a:p>
        </p:txBody>
      </p:sp>
      <p:sp>
        <p:nvSpPr>
          <p:cNvPr id="775" name="Google Shape;775;p10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06"/>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Peer Feedback</a:t>
            </a:r>
            <a:endParaRPr/>
          </a:p>
        </p:txBody>
      </p:sp>
      <p:sp>
        <p:nvSpPr>
          <p:cNvPr id="781" name="Google Shape;781;p106"/>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there's ~5 minutes left, the interviewer should provide feedback:</a:t>
            </a:r>
            <a:endParaRPr/>
          </a:p>
          <a:p>
            <a:pPr indent="-342900" lvl="0" marL="457200" rtl="0" algn="l">
              <a:spcBef>
                <a:spcPts val="1000"/>
              </a:spcBef>
              <a:spcAft>
                <a:spcPts val="0"/>
              </a:spcAft>
              <a:buSzPts val="1800"/>
              <a:buChar char="✱"/>
            </a:pPr>
            <a:r>
              <a:rPr lang="en"/>
              <a:t>One strength</a:t>
            </a:r>
            <a:endParaRPr/>
          </a:p>
          <a:p>
            <a:pPr indent="-342900" lvl="0" marL="457200" rtl="0" algn="l">
              <a:spcBef>
                <a:spcPts val="1000"/>
              </a:spcBef>
              <a:spcAft>
                <a:spcPts val="1000"/>
              </a:spcAft>
              <a:buSzPts val="1800"/>
              <a:buChar char="✱"/>
            </a:pPr>
            <a:r>
              <a:rPr lang="en"/>
              <a:t>One area for improvement</a:t>
            </a:r>
            <a:endParaRPr/>
          </a:p>
        </p:txBody>
      </p:sp>
      <p:sp>
        <p:nvSpPr>
          <p:cNvPr id="782" name="Google Shape;782;p10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07"/>
          <p:cNvSpPr txBox="1"/>
          <p:nvPr>
            <p:ph type="title"/>
          </p:nvPr>
        </p:nvSpPr>
        <p:spPr>
          <a:xfrm>
            <a:off x="452400" y="481263"/>
            <a:ext cx="82392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Interviewer Resources</a:t>
            </a:r>
            <a:endParaRPr/>
          </a:p>
        </p:txBody>
      </p:sp>
      <p:sp>
        <p:nvSpPr>
          <p:cNvPr id="788" name="Google Shape;788;p10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u="sng">
                <a:solidFill>
                  <a:schemeClr val="hlink"/>
                </a:solidFill>
                <a:hlinkClick r:id="rId3"/>
              </a:rPr>
              <a:t>TIP101 Peer Mock Interview Packet</a:t>
            </a:r>
            <a:endParaRPr/>
          </a:p>
          <a:p>
            <a:pPr indent="-342900" lvl="1" marL="914400" rtl="0" algn="l">
              <a:spcBef>
                <a:spcPts val="0"/>
              </a:spcBef>
              <a:spcAft>
                <a:spcPts val="0"/>
              </a:spcAft>
              <a:buSzPts val="1800"/>
              <a:buChar char="-"/>
            </a:pPr>
            <a:r>
              <a:rPr lang="en" u="sng">
                <a:solidFill>
                  <a:schemeClr val="hlink"/>
                </a:solidFill>
                <a:hlinkClick r:id="rId4"/>
              </a:rPr>
              <a:t>Showrunner Guide</a:t>
            </a:r>
            <a:r>
              <a:rPr lang="en"/>
              <a:t>: Outlines the general structure of the peer mock interview process</a:t>
            </a:r>
            <a:endParaRPr/>
          </a:p>
          <a:p>
            <a:pPr indent="-342900" lvl="1" marL="914400" rtl="0" algn="l">
              <a:spcBef>
                <a:spcPts val="0"/>
              </a:spcBef>
              <a:spcAft>
                <a:spcPts val="0"/>
              </a:spcAft>
              <a:buSzPts val="1800"/>
              <a:buChar char="-"/>
            </a:pPr>
            <a:r>
              <a:rPr lang="en"/>
              <a:t>Interviewer Guides: UMPIRE walkthroughs to be referenced </a:t>
            </a:r>
            <a:r>
              <a:rPr b="1" lang="en"/>
              <a:t>only by the interviewer</a:t>
            </a:r>
            <a:r>
              <a:rPr lang="en"/>
              <a:t> for that problem</a:t>
            </a:r>
            <a:endParaRPr/>
          </a:p>
          <a:p>
            <a:pPr indent="-342900" lvl="2" marL="1371600" rtl="0" algn="l">
              <a:spcBef>
                <a:spcPts val="0"/>
              </a:spcBef>
              <a:spcAft>
                <a:spcPts val="0"/>
              </a:spcAft>
              <a:buSzPts val="1800"/>
              <a:buChar char="-"/>
            </a:pPr>
            <a:r>
              <a:rPr lang="en" u="sng">
                <a:solidFill>
                  <a:schemeClr val="hlink"/>
                </a:solidFill>
                <a:hlinkClick r:id="rId5"/>
              </a:rPr>
              <a:t>Interviewer Guide #1</a:t>
            </a:r>
            <a:endParaRPr/>
          </a:p>
          <a:p>
            <a:pPr indent="-342900" lvl="2" marL="1371600" rtl="0" algn="l">
              <a:spcBef>
                <a:spcPts val="0"/>
              </a:spcBef>
              <a:spcAft>
                <a:spcPts val="0"/>
              </a:spcAft>
              <a:buSzPts val="1800"/>
              <a:buChar char="-"/>
            </a:pPr>
            <a:r>
              <a:rPr lang="en" u="sng">
                <a:solidFill>
                  <a:schemeClr val="hlink"/>
                </a:solidFill>
                <a:hlinkClick r:id="rId6"/>
              </a:rPr>
              <a:t>Interviewer Guide #2</a:t>
            </a:r>
            <a:endParaRPr/>
          </a:p>
        </p:txBody>
      </p:sp>
      <p:sp>
        <p:nvSpPr>
          <p:cNvPr id="789" name="Google Shape;789;p10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108"/>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30 minutes</a:t>
            </a:r>
            <a:endParaRPr/>
          </a:p>
        </p:txBody>
      </p:sp>
      <p:sp>
        <p:nvSpPr>
          <p:cNvPr id="795" name="Google Shape;795;p108"/>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6" name="Google Shape;796;p108"/>
          <p:cNvSpPr txBox="1"/>
          <p:nvPr/>
        </p:nvSpPr>
        <p:spPr>
          <a:xfrm>
            <a:off x="452400" y="1260500"/>
            <a:ext cx="7685700" cy="238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Poppins"/>
                <a:ea typeface="Poppins"/>
                <a:cs typeface="Poppins"/>
                <a:sym typeface="Poppins"/>
              </a:rPr>
              <a:t>Write a function that, when given two strings, </a:t>
            </a:r>
            <a:r>
              <a:rPr b="1" lang="en" sz="1600">
                <a:solidFill>
                  <a:schemeClr val="dk1"/>
                </a:solidFill>
                <a:latin typeface="Courier New"/>
                <a:ea typeface="Courier New"/>
                <a:cs typeface="Courier New"/>
                <a:sym typeface="Courier New"/>
              </a:rPr>
              <a:t>needle</a:t>
            </a:r>
            <a:r>
              <a:rPr lang="en" sz="1600">
                <a:solidFill>
                  <a:schemeClr val="dk1"/>
                </a:solidFill>
                <a:latin typeface="Poppins"/>
                <a:ea typeface="Poppins"/>
                <a:cs typeface="Poppins"/>
                <a:sym typeface="Poppins"/>
              </a:rPr>
              <a:t> and </a:t>
            </a:r>
            <a:r>
              <a:rPr b="1" lang="en" sz="1600">
                <a:solidFill>
                  <a:schemeClr val="dk1"/>
                </a:solidFill>
                <a:latin typeface="Courier New"/>
                <a:ea typeface="Courier New"/>
                <a:cs typeface="Courier New"/>
                <a:sym typeface="Courier New"/>
              </a:rPr>
              <a:t>haystack</a:t>
            </a:r>
            <a:r>
              <a:rPr lang="en" sz="1600">
                <a:solidFill>
                  <a:schemeClr val="dk1"/>
                </a:solidFill>
                <a:latin typeface="Poppins"/>
                <a:ea typeface="Poppins"/>
                <a:cs typeface="Poppins"/>
                <a:sym typeface="Poppins"/>
              </a:rPr>
              <a:t>, returns the index of the first occurrence of </a:t>
            </a:r>
            <a:r>
              <a:rPr b="1" lang="en" sz="1600">
                <a:solidFill>
                  <a:schemeClr val="dk1"/>
                </a:solidFill>
                <a:latin typeface="Courier New"/>
                <a:ea typeface="Courier New"/>
                <a:cs typeface="Courier New"/>
                <a:sym typeface="Courier New"/>
              </a:rPr>
              <a:t>needle</a:t>
            </a:r>
            <a:r>
              <a:rPr lang="en" sz="1600">
                <a:solidFill>
                  <a:schemeClr val="dk1"/>
                </a:solidFill>
                <a:latin typeface="Poppins"/>
                <a:ea typeface="Poppins"/>
                <a:cs typeface="Poppins"/>
                <a:sym typeface="Poppins"/>
              </a:rPr>
              <a:t> in </a:t>
            </a:r>
            <a:r>
              <a:rPr b="1" lang="en" sz="1600">
                <a:solidFill>
                  <a:schemeClr val="dk1"/>
                </a:solidFill>
                <a:latin typeface="Courier New"/>
                <a:ea typeface="Courier New"/>
                <a:cs typeface="Courier New"/>
                <a:sym typeface="Courier New"/>
              </a:rPr>
              <a:t>haystack</a:t>
            </a:r>
            <a:r>
              <a:rPr lang="en" sz="1600">
                <a:solidFill>
                  <a:schemeClr val="dk1"/>
                </a:solidFill>
                <a:latin typeface="Poppins"/>
                <a:ea typeface="Poppins"/>
                <a:cs typeface="Poppins"/>
                <a:sym typeface="Poppins"/>
              </a:rPr>
              <a:t>, or returns -1 if </a:t>
            </a:r>
            <a:r>
              <a:rPr b="1" lang="en" sz="1600">
                <a:solidFill>
                  <a:schemeClr val="dk1"/>
                </a:solidFill>
                <a:latin typeface="Courier New"/>
                <a:ea typeface="Courier New"/>
                <a:cs typeface="Courier New"/>
                <a:sym typeface="Courier New"/>
              </a:rPr>
              <a:t>needle</a:t>
            </a:r>
            <a:r>
              <a:rPr lang="en" sz="1600">
                <a:solidFill>
                  <a:schemeClr val="dk1"/>
                </a:solidFill>
                <a:latin typeface="Poppins"/>
                <a:ea typeface="Poppins"/>
                <a:cs typeface="Poppins"/>
                <a:sym typeface="Poppins"/>
              </a:rPr>
              <a:t> is </a:t>
            </a:r>
            <a:r>
              <a:rPr i="1" lang="en" sz="1600">
                <a:solidFill>
                  <a:schemeClr val="dk1"/>
                </a:solidFill>
                <a:latin typeface="Poppins"/>
                <a:ea typeface="Poppins"/>
                <a:cs typeface="Poppins"/>
                <a:sym typeface="Poppins"/>
              </a:rPr>
              <a:t>not</a:t>
            </a:r>
            <a:r>
              <a:rPr lang="en" sz="1600">
                <a:solidFill>
                  <a:schemeClr val="dk1"/>
                </a:solidFill>
                <a:latin typeface="Poppins"/>
                <a:ea typeface="Poppins"/>
                <a:cs typeface="Poppins"/>
                <a:sym typeface="Poppins"/>
              </a:rPr>
              <a:t> part of </a:t>
            </a:r>
            <a:r>
              <a:rPr b="1" lang="en" sz="1600">
                <a:solidFill>
                  <a:schemeClr val="dk1"/>
                </a:solidFill>
                <a:latin typeface="Courier New"/>
                <a:ea typeface="Courier New"/>
                <a:cs typeface="Courier New"/>
                <a:sym typeface="Courier New"/>
              </a:rPr>
              <a:t>haystack</a:t>
            </a:r>
            <a:r>
              <a:rPr lang="en" sz="1600">
                <a:solidFill>
                  <a:schemeClr val="dk1"/>
                </a:solidFill>
                <a:latin typeface="Poppins"/>
                <a:ea typeface="Poppins"/>
                <a:cs typeface="Poppins"/>
                <a:sym typeface="Poppins"/>
              </a:rPr>
              <a:t>.</a:t>
            </a:r>
            <a:endParaRPr sz="1600">
              <a:solidFill>
                <a:schemeClr val="dk1"/>
              </a:solidFill>
              <a:latin typeface="Poppins"/>
              <a:ea typeface="Poppins"/>
              <a:cs typeface="Poppins"/>
              <a:sym typeface="Poppins"/>
            </a:endParaRPr>
          </a:p>
          <a:p>
            <a:pPr indent="-330200" lvl="0" marL="457200" rtl="0" algn="l">
              <a:lnSpc>
                <a:spcPct val="115000"/>
              </a:lnSpc>
              <a:spcBef>
                <a:spcPts val="1000"/>
              </a:spcBef>
              <a:spcAft>
                <a:spcPts val="0"/>
              </a:spcAft>
              <a:buClr>
                <a:srgbClr val="6EC396"/>
              </a:buClr>
              <a:buSzPts val="1600"/>
              <a:buFont typeface="Poppins"/>
              <a:buChar char="✱"/>
            </a:pPr>
            <a:r>
              <a:rPr b="1" lang="en" sz="1600">
                <a:solidFill>
                  <a:schemeClr val="dk1"/>
                </a:solidFill>
                <a:latin typeface="Poppins"/>
                <a:ea typeface="Poppins"/>
                <a:cs typeface="Poppins"/>
                <a:sym typeface="Poppins"/>
              </a:rPr>
              <a:t>Input:</a:t>
            </a:r>
            <a:r>
              <a:rPr lang="en" sz="1600">
                <a:solidFill>
                  <a:schemeClr val="dk1"/>
                </a:solidFill>
                <a:latin typeface="Poppins"/>
                <a:ea typeface="Poppins"/>
                <a:cs typeface="Poppins"/>
                <a:sym typeface="Poppins"/>
              </a:rPr>
              <a:t> </a:t>
            </a:r>
            <a:r>
              <a:rPr lang="en" sz="1600">
                <a:solidFill>
                  <a:schemeClr val="dk1"/>
                </a:solidFill>
                <a:latin typeface="Consolas"/>
                <a:ea typeface="Consolas"/>
                <a:cs typeface="Consolas"/>
                <a:sym typeface="Consolas"/>
              </a:rPr>
              <a:t>haystack = "sadbutsad", needle = "sad"</a:t>
            </a:r>
            <a:br>
              <a:rPr lang="en" sz="1600">
                <a:solidFill>
                  <a:schemeClr val="dk1"/>
                </a:solidFill>
                <a:latin typeface="Poppins"/>
                <a:ea typeface="Poppins"/>
                <a:cs typeface="Poppins"/>
                <a:sym typeface="Poppins"/>
              </a:rPr>
            </a:br>
            <a:r>
              <a:rPr b="1" lang="en" sz="1600">
                <a:solidFill>
                  <a:schemeClr val="dk1"/>
                </a:solidFill>
                <a:latin typeface="Poppins"/>
                <a:ea typeface="Poppins"/>
                <a:cs typeface="Poppins"/>
                <a:sym typeface="Poppins"/>
              </a:rPr>
              <a:t>Output:</a:t>
            </a:r>
            <a:r>
              <a:rPr lang="en" sz="1600">
                <a:solidFill>
                  <a:schemeClr val="dk1"/>
                </a:solidFill>
                <a:latin typeface="Poppins"/>
                <a:ea typeface="Poppins"/>
                <a:cs typeface="Poppins"/>
                <a:sym typeface="Poppins"/>
              </a:rPr>
              <a:t> </a:t>
            </a:r>
            <a:r>
              <a:rPr lang="en" sz="1600">
                <a:solidFill>
                  <a:schemeClr val="dk1"/>
                </a:solidFill>
                <a:latin typeface="Consolas"/>
                <a:ea typeface="Consolas"/>
                <a:cs typeface="Consolas"/>
                <a:sym typeface="Consolas"/>
              </a:rPr>
              <a:t>0</a:t>
            </a:r>
            <a:endParaRPr sz="1600">
              <a:solidFill>
                <a:schemeClr val="dk1"/>
              </a:solidFill>
              <a:latin typeface="Consolas"/>
              <a:ea typeface="Consolas"/>
              <a:cs typeface="Consolas"/>
              <a:sym typeface="Consolas"/>
            </a:endParaRPr>
          </a:p>
          <a:p>
            <a:pPr indent="-330200" lvl="0" marL="457200" rtl="0" algn="l">
              <a:lnSpc>
                <a:spcPct val="115000"/>
              </a:lnSpc>
              <a:spcBef>
                <a:spcPts val="1000"/>
              </a:spcBef>
              <a:spcAft>
                <a:spcPts val="1000"/>
              </a:spcAft>
              <a:buClr>
                <a:srgbClr val="6EC396"/>
              </a:buClr>
              <a:buSzPts val="1600"/>
              <a:buFont typeface="Poppins"/>
              <a:buChar char="✱"/>
            </a:pPr>
            <a:r>
              <a:rPr b="1" lang="en" sz="1600">
                <a:solidFill>
                  <a:schemeClr val="dk1"/>
                </a:solidFill>
                <a:latin typeface="Poppins"/>
                <a:ea typeface="Poppins"/>
                <a:cs typeface="Poppins"/>
                <a:sym typeface="Poppins"/>
              </a:rPr>
              <a:t>Input:</a:t>
            </a:r>
            <a:r>
              <a:rPr lang="en" sz="1600">
                <a:solidFill>
                  <a:schemeClr val="dk1"/>
                </a:solidFill>
                <a:latin typeface="Poppins"/>
                <a:ea typeface="Poppins"/>
                <a:cs typeface="Poppins"/>
                <a:sym typeface="Poppins"/>
              </a:rPr>
              <a:t> </a:t>
            </a:r>
            <a:r>
              <a:rPr lang="en" sz="1600">
                <a:solidFill>
                  <a:schemeClr val="dk1"/>
                </a:solidFill>
                <a:latin typeface="Consolas"/>
                <a:ea typeface="Consolas"/>
                <a:cs typeface="Consolas"/>
                <a:sym typeface="Consolas"/>
              </a:rPr>
              <a:t>haystack = "leetcode", needle = "leeto"</a:t>
            </a:r>
            <a:br>
              <a:rPr lang="en" sz="1600">
                <a:solidFill>
                  <a:schemeClr val="dk1"/>
                </a:solidFill>
                <a:latin typeface="Poppins"/>
                <a:ea typeface="Poppins"/>
                <a:cs typeface="Poppins"/>
                <a:sym typeface="Poppins"/>
              </a:rPr>
            </a:br>
            <a:r>
              <a:rPr b="1" lang="en" sz="1600">
                <a:solidFill>
                  <a:schemeClr val="dk1"/>
                </a:solidFill>
                <a:latin typeface="Poppins"/>
                <a:ea typeface="Poppins"/>
                <a:cs typeface="Poppins"/>
                <a:sym typeface="Poppins"/>
              </a:rPr>
              <a:t>Output:</a:t>
            </a:r>
            <a:r>
              <a:rPr lang="en" sz="1600">
                <a:solidFill>
                  <a:schemeClr val="dk1"/>
                </a:solidFill>
                <a:latin typeface="Poppins"/>
                <a:ea typeface="Poppins"/>
                <a:cs typeface="Poppins"/>
                <a:sym typeface="Poppins"/>
              </a:rPr>
              <a:t> </a:t>
            </a:r>
            <a:r>
              <a:rPr lang="en" sz="1600">
                <a:solidFill>
                  <a:schemeClr val="dk1"/>
                </a:solidFill>
                <a:latin typeface="Consolas"/>
                <a:ea typeface="Consolas"/>
                <a:cs typeface="Consolas"/>
                <a:sym typeface="Consolas"/>
              </a:rPr>
              <a:t>-1</a:t>
            </a:r>
            <a:endParaRPr sz="1600">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109"/>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30 minutes</a:t>
            </a:r>
            <a:endParaRPr/>
          </a:p>
        </p:txBody>
      </p:sp>
      <p:sp>
        <p:nvSpPr>
          <p:cNvPr id="802" name="Google Shape;802;p109"/>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03" name="Google Shape;803;p109"/>
          <p:cNvSpPr txBox="1"/>
          <p:nvPr/>
        </p:nvSpPr>
        <p:spPr>
          <a:xfrm>
            <a:off x="452400" y="1260500"/>
            <a:ext cx="7685700" cy="3183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solidFill>
                  <a:schemeClr val="dk1"/>
                </a:solidFill>
                <a:latin typeface="Poppins"/>
                <a:ea typeface="Poppins"/>
                <a:cs typeface="Poppins"/>
                <a:sym typeface="Poppins"/>
              </a:rPr>
              <a:t>Write a function that returns the </a:t>
            </a:r>
            <a:r>
              <a:rPr b="1" lang="en" sz="1600">
                <a:solidFill>
                  <a:schemeClr val="dk1"/>
                </a:solidFill>
                <a:latin typeface="Poppins"/>
                <a:ea typeface="Poppins"/>
                <a:cs typeface="Poppins"/>
                <a:sym typeface="Poppins"/>
              </a:rPr>
              <a:t>longest</a:t>
            </a:r>
            <a:r>
              <a:rPr lang="en" sz="1600">
                <a:solidFill>
                  <a:schemeClr val="dk1"/>
                </a:solidFill>
                <a:latin typeface="Poppins"/>
                <a:ea typeface="Poppins"/>
                <a:cs typeface="Poppins"/>
                <a:sym typeface="Poppins"/>
              </a:rPr>
              <a:t> common </a:t>
            </a:r>
            <a:r>
              <a:rPr b="1" lang="en" sz="1600">
                <a:solidFill>
                  <a:schemeClr val="dk1"/>
                </a:solidFill>
                <a:latin typeface="Poppins"/>
                <a:ea typeface="Poppins"/>
                <a:cs typeface="Poppins"/>
                <a:sym typeface="Poppins"/>
              </a:rPr>
              <a:t>prefix</a:t>
            </a:r>
            <a:r>
              <a:rPr lang="en" sz="1600">
                <a:solidFill>
                  <a:schemeClr val="dk1"/>
                </a:solidFill>
                <a:latin typeface="Poppins"/>
                <a:ea typeface="Poppins"/>
                <a:cs typeface="Poppins"/>
                <a:sym typeface="Poppins"/>
              </a:rPr>
              <a:t> string amongst an array of strings </a:t>
            </a:r>
            <a:r>
              <a:rPr lang="en" sz="1600">
                <a:solidFill>
                  <a:schemeClr val="dk1"/>
                </a:solidFill>
                <a:latin typeface="Courier New"/>
                <a:ea typeface="Courier New"/>
                <a:cs typeface="Courier New"/>
                <a:sym typeface="Courier New"/>
              </a:rPr>
              <a:t>strs</a:t>
            </a:r>
            <a:r>
              <a:rPr lang="en" sz="1600">
                <a:solidFill>
                  <a:schemeClr val="dk1"/>
                </a:solidFill>
                <a:latin typeface="Poppins"/>
                <a:ea typeface="Poppins"/>
                <a:cs typeface="Poppins"/>
                <a:sym typeface="Poppins"/>
              </a:rPr>
              <a:t>.</a:t>
            </a:r>
            <a:endParaRPr sz="1600">
              <a:solidFill>
                <a:schemeClr val="dk1"/>
              </a:solidFill>
              <a:latin typeface="Poppins"/>
              <a:ea typeface="Poppins"/>
              <a:cs typeface="Poppins"/>
              <a:sym typeface="Poppins"/>
            </a:endParaRPr>
          </a:p>
          <a:p>
            <a:pPr indent="0" lvl="0" marL="0" rtl="0" algn="l">
              <a:lnSpc>
                <a:spcPct val="115000"/>
              </a:lnSpc>
              <a:spcBef>
                <a:spcPts val="1000"/>
              </a:spcBef>
              <a:spcAft>
                <a:spcPts val="0"/>
              </a:spcAft>
              <a:buNone/>
            </a:pPr>
            <a:r>
              <a:rPr lang="en" sz="1600">
                <a:solidFill>
                  <a:schemeClr val="dk1"/>
                </a:solidFill>
                <a:latin typeface="Poppins"/>
                <a:ea typeface="Poppins"/>
                <a:cs typeface="Poppins"/>
                <a:sym typeface="Poppins"/>
              </a:rPr>
              <a:t>If there is no common prefix, return an empty string </a:t>
            </a:r>
            <a:r>
              <a:rPr lang="en" sz="1600">
                <a:solidFill>
                  <a:schemeClr val="dk1"/>
                </a:solidFill>
                <a:latin typeface="Courier New"/>
                <a:ea typeface="Courier New"/>
                <a:cs typeface="Courier New"/>
                <a:sym typeface="Courier New"/>
              </a:rPr>
              <a:t>""</a:t>
            </a:r>
            <a:r>
              <a:rPr lang="en" sz="1600">
                <a:solidFill>
                  <a:schemeClr val="dk1"/>
                </a:solidFill>
                <a:latin typeface="Poppins"/>
                <a:ea typeface="Poppins"/>
                <a:cs typeface="Poppins"/>
                <a:sym typeface="Poppins"/>
              </a:rPr>
              <a:t>.</a:t>
            </a:r>
            <a:endParaRPr sz="1600">
              <a:solidFill>
                <a:schemeClr val="dk1"/>
              </a:solidFill>
              <a:latin typeface="Poppins"/>
              <a:ea typeface="Poppins"/>
              <a:cs typeface="Poppins"/>
              <a:sym typeface="Poppins"/>
            </a:endParaRPr>
          </a:p>
          <a:p>
            <a:pPr indent="-330200" lvl="0" marL="457200" rtl="0" algn="l">
              <a:lnSpc>
                <a:spcPct val="115000"/>
              </a:lnSpc>
              <a:spcBef>
                <a:spcPts val="1000"/>
              </a:spcBef>
              <a:spcAft>
                <a:spcPts val="0"/>
              </a:spcAft>
              <a:buClr>
                <a:srgbClr val="6EC396"/>
              </a:buClr>
              <a:buSzPts val="1600"/>
              <a:buFont typeface="Poppins"/>
              <a:buChar char="✱"/>
            </a:pPr>
            <a:r>
              <a:rPr b="1" lang="en" sz="1600">
                <a:solidFill>
                  <a:schemeClr val="dk1"/>
                </a:solidFill>
                <a:latin typeface="Poppins"/>
                <a:ea typeface="Poppins"/>
                <a:cs typeface="Poppins"/>
                <a:sym typeface="Poppins"/>
              </a:rPr>
              <a:t>Input: </a:t>
            </a:r>
            <a:r>
              <a:rPr lang="en" sz="1600">
                <a:solidFill>
                  <a:schemeClr val="dk1"/>
                </a:solidFill>
                <a:latin typeface="Consolas"/>
                <a:ea typeface="Consolas"/>
                <a:cs typeface="Consolas"/>
                <a:sym typeface="Consolas"/>
              </a:rPr>
              <a:t>strs = ["flower","flow","flight"]</a:t>
            </a:r>
            <a:endParaRPr sz="1600">
              <a:solidFill>
                <a:schemeClr val="dk1"/>
              </a:solidFill>
              <a:latin typeface="Consolas"/>
              <a:ea typeface="Consolas"/>
              <a:cs typeface="Consolas"/>
              <a:sym typeface="Consolas"/>
            </a:endParaRPr>
          </a:p>
          <a:p>
            <a:pPr indent="0" lvl="0" marL="457200" rtl="0" algn="l">
              <a:lnSpc>
                <a:spcPct val="115000"/>
              </a:lnSpc>
              <a:spcBef>
                <a:spcPts val="1000"/>
              </a:spcBef>
              <a:spcAft>
                <a:spcPts val="0"/>
              </a:spcAft>
              <a:buNone/>
            </a:pPr>
            <a:r>
              <a:rPr b="1" lang="en" sz="1600">
                <a:solidFill>
                  <a:schemeClr val="dk1"/>
                </a:solidFill>
                <a:latin typeface="Poppins"/>
                <a:ea typeface="Poppins"/>
                <a:cs typeface="Poppins"/>
                <a:sym typeface="Poppins"/>
              </a:rPr>
              <a:t>Output: </a:t>
            </a:r>
            <a:r>
              <a:rPr lang="en" sz="1600">
                <a:solidFill>
                  <a:schemeClr val="dk1"/>
                </a:solidFill>
                <a:latin typeface="Consolas"/>
                <a:ea typeface="Consolas"/>
                <a:cs typeface="Consolas"/>
                <a:sym typeface="Consolas"/>
              </a:rPr>
              <a:t>"fl"</a:t>
            </a:r>
            <a:endParaRPr sz="1600">
              <a:solidFill>
                <a:schemeClr val="dk1"/>
              </a:solidFill>
              <a:latin typeface="Consolas"/>
              <a:ea typeface="Consolas"/>
              <a:cs typeface="Consolas"/>
              <a:sym typeface="Consolas"/>
            </a:endParaRPr>
          </a:p>
          <a:p>
            <a:pPr indent="-330200" lvl="0" marL="457200" rtl="0" algn="l">
              <a:lnSpc>
                <a:spcPct val="115000"/>
              </a:lnSpc>
              <a:spcBef>
                <a:spcPts val="1000"/>
              </a:spcBef>
              <a:spcAft>
                <a:spcPts val="0"/>
              </a:spcAft>
              <a:buClr>
                <a:srgbClr val="6EC396"/>
              </a:buClr>
              <a:buSzPts val="1600"/>
              <a:buFont typeface="Poppins"/>
              <a:buChar char="✱"/>
            </a:pPr>
            <a:r>
              <a:rPr b="1" lang="en" sz="1600">
                <a:solidFill>
                  <a:schemeClr val="dk1"/>
                </a:solidFill>
                <a:latin typeface="Poppins"/>
                <a:ea typeface="Poppins"/>
                <a:cs typeface="Poppins"/>
                <a:sym typeface="Poppins"/>
              </a:rPr>
              <a:t>Input: </a:t>
            </a:r>
            <a:r>
              <a:rPr lang="en" sz="1600">
                <a:solidFill>
                  <a:schemeClr val="dk1"/>
                </a:solidFill>
                <a:latin typeface="Consolas"/>
                <a:ea typeface="Consolas"/>
                <a:cs typeface="Consolas"/>
                <a:sym typeface="Consolas"/>
              </a:rPr>
              <a:t>strs = ["dog","racecar","car"]</a:t>
            </a:r>
            <a:endParaRPr sz="1600">
              <a:solidFill>
                <a:schemeClr val="dk1"/>
              </a:solidFill>
              <a:latin typeface="Consolas"/>
              <a:ea typeface="Consolas"/>
              <a:cs typeface="Consolas"/>
              <a:sym typeface="Consolas"/>
            </a:endParaRPr>
          </a:p>
          <a:p>
            <a:pPr indent="0" lvl="0" marL="457200" rtl="0" algn="l">
              <a:lnSpc>
                <a:spcPct val="115000"/>
              </a:lnSpc>
              <a:spcBef>
                <a:spcPts val="1000"/>
              </a:spcBef>
              <a:spcAft>
                <a:spcPts val="0"/>
              </a:spcAft>
              <a:buNone/>
            </a:pPr>
            <a:r>
              <a:rPr b="1" lang="en" sz="1600">
                <a:solidFill>
                  <a:schemeClr val="dk1"/>
                </a:solidFill>
                <a:latin typeface="Poppins"/>
                <a:ea typeface="Poppins"/>
                <a:cs typeface="Poppins"/>
                <a:sym typeface="Poppins"/>
              </a:rPr>
              <a:t>Output: </a:t>
            </a:r>
            <a:r>
              <a:rPr lang="en" sz="1600">
                <a:solidFill>
                  <a:schemeClr val="dk1"/>
                </a:solidFill>
                <a:latin typeface="Consolas"/>
                <a:ea typeface="Consolas"/>
                <a:cs typeface="Consolas"/>
                <a:sym typeface="Consolas"/>
              </a:rPr>
              <a:t>""</a:t>
            </a:r>
            <a:endParaRPr sz="1600">
              <a:solidFill>
                <a:schemeClr val="dk1"/>
              </a:solidFill>
              <a:latin typeface="Consolas"/>
              <a:ea typeface="Consolas"/>
              <a:cs typeface="Consolas"/>
              <a:sym typeface="Consolas"/>
            </a:endParaRPr>
          </a:p>
          <a:p>
            <a:pPr indent="0" lvl="0" marL="0" rtl="0" algn="l">
              <a:lnSpc>
                <a:spcPct val="115000"/>
              </a:lnSpc>
              <a:spcBef>
                <a:spcPts val="1000"/>
              </a:spcBef>
              <a:spcAft>
                <a:spcPts val="1000"/>
              </a:spcAft>
              <a:buNone/>
            </a:pPr>
            <a:r>
              <a:t/>
            </a:r>
            <a:endParaRPr sz="16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110"/>
          <p:cNvSpPr txBox="1"/>
          <p:nvPr>
            <p:ph idx="2" type="body"/>
          </p:nvPr>
        </p:nvSpPr>
        <p:spPr>
          <a:xfrm>
            <a:off x="604800" y="1412888"/>
            <a:ext cx="8239200" cy="336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 the chat . . .</a:t>
            </a:r>
            <a:endParaRPr/>
          </a:p>
          <a:p>
            <a:pPr indent="0" lvl="0" marL="0" rtl="0" algn="l">
              <a:spcBef>
                <a:spcPts val="1000"/>
              </a:spcBef>
              <a:spcAft>
                <a:spcPts val="1000"/>
              </a:spcAft>
              <a:buNone/>
            </a:pPr>
            <a:r>
              <a:rPr lang="en"/>
              <a:t>How did we do? What did we do well? What are things we need to work on to improve?</a:t>
            </a:r>
            <a:endParaRPr/>
          </a:p>
        </p:txBody>
      </p:sp>
      <p:sp>
        <p:nvSpPr>
          <p:cNvPr id="809" name="Google Shape;809;p110"/>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0" name="Google Shape;810;p110"/>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 minutes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11"/>
          <p:cNvSpPr txBox="1"/>
          <p:nvPr>
            <p:ph type="title"/>
          </p:nvPr>
        </p:nvSpPr>
        <p:spPr>
          <a:xfrm>
            <a:off x="1071950" y="892850"/>
            <a:ext cx="5283900" cy="2820300"/>
          </a:xfrm>
          <a:prstGeom prst="rect">
            <a:avLst/>
          </a:prstGeom>
        </p:spPr>
        <p:txBody>
          <a:bodyPr anchorCtr="0" anchor="ctr" bIns="91425" lIns="274300" spcFirstLastPara="1" rIns="274300" wrap="square" tIns="91425">
            <a:noAutofit/>
          </a:bodyPr>
          <a:lstStyle/>
          <a:p>
            <a:pPr indent="0" lvl="0" marL="0" rtl="0" algn="ctr">
              <a:spcBef>
                <a:spcPts val="0"/>
              </a:spcBef>
              <a:spcAft>
                <a:spcPts val="0"/>
              </a:spcAft>
              <a:buClr>
                <a:schemeClr val="dk1"/>
              </a:buClr>
              <a:buSzPts val="1100"/>
              <a:buFont typeface="Arial"/>
              <a:buNone/>
            </a:pPr>
            <a:r>
              <a:rPr b="1" lang="en" sz="2300"/>
              <a:t>Break Time!</a:t>
            </a:r>
            <a:endParaRPr b="1" sz="2300"/>
          </a:p>
          <a:p>
            <a:pPr indent="0" lvl="0" marL="0" rtl="0" algn="ctr">
              <a:spcBef>
                <a:spcPts val="1000"/>
              </a:spcBef>
              <a:spcAft>
                <a:spcPts val="0"/>
              </a:spcAft>
              <a:buClr>
                <a:schemeClr val="dk1"/>
              </a:buClr>
              <a:buSzPts val="1100"/>
              <a:buFont typeface="Arial"/>
              <a:buNone/>
            </a:pPr>
            <a:r>
              <a:rPr lang="en" sz="1900"/>
              <a:t>Take 5 mins to step away from the computer. Feel free to turn off your camera and return promptly after 5 mins.</a:t>
            </a:r>
            <a:endParaRPr/>
          </a:p>
        </p:txBody>
      </p:sp>
      <p:pic>
        <p:nvPicPr>
          <p:cNvPr descr="5 minutes timer with relaxing music#5minutetimer #timer #relaxingmusic #relaxation" id="816" name="Google Shape;816;p111" title="5 Minutes Timer With Relaxing Music">
            <a:hlinkClick r:id="rId3"/>
          </p:cNvPr>
          <p:cNvPicPr preferRelativeResize="0"/>
          <p:nvPr/>
        </p:nvPicPr>
        <p:blipFill>
          <a:blip r:embed="rId4">
            <a:alphaModFix/>
          </a:blip>
          <a:stretch>
            <a:fillRect/>
          </a:stretch>
        </p:blipFill>
        <p:spPr>
          <a:xfrm>
            <a:off x="6355850" y="1739175"/>
            <a:ext cx="2198300" cy="1236550"/>
          </a:xfrm>
          <a:prstGeom prst="rect">
            <a:avLst/>
          </a:prstGeom>
          <a:noFill/>
          <a:ln cap="flat" cmpd="sng" w="76200">
            <a:solidFill>
              <a:srgbClr val="1B1C57"/>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12"/>
          <p:cNvSpPr txBox="1"/>
          <p:nvPr>
            <p:ph type="title"/>
          </p:nvPr>
        </p:nvSpPr>
        <p:spPr>
          <a:xfrm>
            <a:off x="884825" y="2317200"/>
            <a:ext cx="74328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Collaborative Problem Solving</a:t>
            </a:r>
            <a:endParaRPr/>
          </a:p>
        </p:txBody>
      </p:sp>
      <p:sp>
        <p:nvSpPr>
          <p:cNvPr id="822" name="Google Shape;822;p112"/>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 minutes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13"/>
          <p:cNvSpPr txBox="1"/>
          <p:nvPr>
            <p:ph idx="1" type="subTitle"/>
          </p:nvPr>
        </p:nvSpPr>
        <p:spPr>
          <a:xfrm>
            <a:off x="7103500" y="551600"/>
            <a:ext cx="1617300" cy="43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60 minutes</a:t>
            </a:r>
            <a:endParaRPr/>
          </a:p>
        </p:txBody>
      </p:sp>
      <p:sp>
        <p:nvSpPr>
          <p:cNvPr id="828" name="Google Shape;828;p113"/>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29" name="Google Shape;829;p113"/>
          <p:cNvSpPr txBox="1"/>
          <p:nvPr/>
        </p:nvSpPr>
        <p:spPr>
          <a:xfrm>
            <a:off x="452400" y="1260500"/>
            <a:ext cx="7685700" cy="1558800"/>
          </a:xfrm>
          <a:prstGeom prst="rect">
            <a:avLst/>
          </a:prstGeom>
          <a:noFill/>
          <a:ln>
            <a:noFill/>
          </a:ln>
        </p:spPr>
        <p:txBody>
          <a:bodyPr anchorCtr="0" anchor="t" bIns="91425" lIns="91425" spcFirstLastPara="1" rIns="91425" wrap="square" tIns="91425">
            <a:spAutoFit/>
          </a:bodyPr>
          <a:lstStyle/>
          <a:p>
            <a:pPr indent="-368300" lvl="0" marL="457200" rtl="0" algn="l">
              <a:lnSpc>
                <a:spcPct val="115000"/>
              </a:lnSpc>
              <a:spcBef>
                <a:spcPts val="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Navigate to your breakout room.</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0"/>
              </a:spcAft>
              <a:buClr>
                <a:srgbClr val="6EC396"/>
              </a:buClr>
              <a:buSzPts val="2200"/>
              <a:buFont typeface="Poppins"/>
              <a:buAutoNum type="arabicPeriod"/>
            </a:pPr>
            <a:r>
              <a:rPr lang="en" sz="2200">
                <a:solidFill>
                  <a:srgbClr val="000000"/>
                </a:solidFill>
                <a:latin typeface="Poppins"/>
                <a:ea typeface="Poppins"/>
                <a:cs typeface="Poppins"/>
                <a:sym typeface="Poppins"/>
              </a:rPr>
              <a:t>👋🏽 Introduce yourselves!</a:t>
            </a:r>
            <a:endParaRPr sz="2200">
              <a:solidFill>
                <a:srgbClr val="000000"/>
              </a:solidFill>
              <a:latin typeface="Poppins"/>
              <a:ea typeface="Poppins"/>
              <a:cs typeface="Poppins"/>
              <a:sym typeface="Poppins"/>
            </a:endParaRPr>
          </a:p>
          <a:p>
            <a:pPr indent="-368300" lvl="0" marL="457200" rtl="0" algn="l">
              <a:lnSpc>
                <a:spcPct val="115000"/>
              </a:lnSpc>
              <a:spcBef>
                <a:spcPts val="1000"/>
              </a:spcBef>
              <a:spcAft>
                <a:spcPts val="1000"/>
              </a:spcAft>
              <a:buClr>
                <a:srgbClr val="6EC396"/>
              </a:buClr>
              <a:buSzPts val="2200"/>
              <a:buFont typeface="Poppins"/>
              <a:buAutoNum type="arabicPeriod"/>
            </a:pPr>
            <a:r>
              <a:rPr lang="en" sz="2200">
                <a:solidFill>
                  <a:srgbClr val="000000"/>
                </a:solidFill>
                <a:latin typeface="Poppins"/>
                <a:ea typeface="Poppins"/>
                <a:cs typeface="Poppins"/>
                <a:sym typeface="Poppins"/>
              </a:rPr>
              <a:t>🧑🏽‍💻 Work on the problems for your </a:t>
            </a:r>
            <a:r>
              <a:rPr lang="en" sz="2200">
                <a:latin typeface="Poppins"/>
                <a:ea typeface="Poppins"/>
                <a:cs typeface="Poppins"/>
                <a:sym typeface="Poppins"/>
              </a:rPr>
              <a:t>selected unit</a:t>
            </a:r>
            <a:r>
              <a:rPr lang="en" sz="2200">
                <a:solidFill>
                  <a:srgbClr val="000000"/>
                </a:solidFill>
                <a:latin typeface="Poppins"/>
                <a:ea typeface="Poppins"/>
                <a:cs typeface="Poppins"/>
                <a:sym typeface="Poppins"/>
              </a:rPr>
              <a:t>.</a:t>
            </a:r>
            <a:endParaRPr sz="2200">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14"/>
          <p:cNvSpPr txBox="1"/>
          <p:nvPr>
            <p:ph type="title"/>
          </p:nvPr>
        </p:nvSpPr>
        <p:spPr>
          <a:xfrm>
            <a:off x="884825" y="2317200"/>
            <a:ext cx="1982700" cy="509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Wrap Up</a:t>
            </a:r>
            <a:endParaRPr/>
          </a:p>
        </p:txBody>
      </p:sp>
      <p:sp>
        <p:nvSpPr>
          <p:cNvPr id="835" name="Google Shape;835;p114"/>
          <p:cNvSpPr txBox="1"/>
          <p:nvPr>
            <p:ph idx="1" type="subTitle"/>
          </p:nvPr>
        </p:nvSpPr>
        <p:spPr>
          <a:xfrm>
            <a:off x="785650" y="1770100"/>
            <a:ext cx="41271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minutes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15"/>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4" name="Shape 844"/>
        <p:cNvGrpSpPr/>
        <p:nvPr/>
      </p:nvGrpSpPr>
      <p:grpSpPr>
        <a:xfrm>
          <a:off x="0" y="0"/>
          <a:ext cx="0" cy="0"/>
          <a:chOff x="0" y="0"/>
          <a:chExt cx="0" cy="0"/>
        </a:xfrm>
      </p:grpSpPr>
      <p:sp>
        <p:nvSpPr>
          <p:cNvPr id="845" name="Google Shape;845;p116"/>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46" name="Google Shape;846;p116"/>
          <p:cNvSpPr txBox="1"/>
          <p:nvPr/>
        </p:nvSpPr>
        <p:spPr>
          <a:xfrm>
            <a:off x="1048400" y="1031050"/>
            <a:ext cx="4693200" cy="1662300"/>
          </a:xfrm>
          <a:prstGeom prst="rect">
            <a:avLst/>
          </a:prstGeom>
          <a:noFill/>
          <a:ln>
            <a:noFill/>
          </a:ln>
        </p:spPr>
        <p:txBody>
          <a:bodyPr anchorCtr="0" anchor="ctr" bIns="91425" lIns="91425" spcFirstLastPara="1" rIns="91425" wrap="square" tIns="91425">
            <a:spAutoFit/>
          </a:bodyPr>
          <a:lstStyle/>
          <a:p>
            <a:pPr indent="0" lvl="0" marL="0" rtl="0" algn="ctr">
              <a:spcBef>
                <a:spcPts val="0"/>
              </a:spcBef>
              <a:spcAft>
                <a:spcPts val="0"/>
              </a:spcAft>
              <a:buNone/>
            </a:pPr>
            <a:r>
              <a:rPr b="1" lang="en" sz="4800">
                <a:solidFill>
                  <a:schemeClr val="dk1"/>
                </a:solidFill>
                <a:latin typeface="Poppins"/>
                <a:ea typeface="Poppins"/>
                <a:cs typeface="Poppins"/>
                <a:sym typeface="Poppins"/>
              </a:rPr>
              <a:t>Session Survey Time!</a:t>
            </a:r>
            <a:endParaRPr b="1" sz="4800">
              <a:solidFill>
                <a:schemeClr val="dk1"/>
              </a:solidFill>
              <a:latin typeface="Poppins"/>
              <a:ea typeface="Poppins"/>
              <a:cs typeface="Poppins"/>
              <a:sym typeface="Poppins"/>
            </a:endParaRPr>
          </a:p>
        </p:txBody>
      </p:sp>
      <p:pic>
        <p:nvPicPr>
          <p:cNvPr id="847" name="Google Shape;847;p116"/>
          <p:cNvPicPr preferRelativeResize="0"/>
          <p:nvPr/>
        </p:nvPicPr>
        <p:blipFill>
          <a:blip r:embed="rId3">
            <a:alphaModFix/>
          </a:blip>
          <a:stretch>
            <a:fillRect/>
          </a:stretch>
        </p:blipFill>
        <p:spPr>
          <a:xfrm>
            <a:off x="5983375" y="758775"/>
            <a:ext cx="2206851" cy="2206851"/>
          </a:xfrm>
          <a:prstGeom prst="rect">
            <a:avLst/>
          </a:prstGeom>
          <a:noFill/>
          <a:ln>
            <a:noFill/>
          </a:ln>
        </p:spPr>
      </p:pic>
      <p:pic>
        <p:nvPicPr>
          <p:cNvPr descr="3 Minute Timer Relaxing Music Lofi Sky Background&#10;&#10;&#10;&#10;&#10;&#10;&#10;&#10;&#10;Tags&#10;1 minute&#10;1 minute countdown&#10;1 minute lo-fi hiphop timer&#10;1 minute timer&#10;countdown&#10;lo-fi music&#10;lofi study song&#10;study music&#10;study timer&#10;time&#10;timer&#10;working music&#10;1 minute timer with music&#10;1 minute clock&#10;lofi hiphop&#10;relaxing timers&#10;relaxing music&#10;relaxing lofi timer&#10;nature timer&#10;meditation&#10;meditation music&#10;relaxing sleep music&#10;school timer&#10;sleep timer&#10;chill timer&#10;chill music&#10;lofi timer&#10;lofi hiphop timer&#10;lofi hip hop" id="848" name="Google Shape;848;p116" title="3 Minute Timer Relaxing Music Lofi Sky Background">
            <a:hlinkClick r:id="rId4"/>
          </p:cNvPr>
          <p:cNvPicPr preferRelativeResize="0"/>
          <p:nvPr/>
        </p:nvPicPr>
        <p:blipFill>
          <a:blip r:embed="rId5">
            <a:alphaModFix/>
          </a:blip>
          <a:stretch>
            <a:fillRect/>
          </a:stretch>
        </p:blipFill>
        <p:spPr>
          <a:xfrm>
            <a:off x="3437925" y="3125450"/>
            <a:ext cx="2268150" cy="1275840"/>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17"/>
          <p:cNvSpPr txBox="1"/>
          <p:nvPr>
            <p:ph type="title"/>
          </p:nvPr>
        </p:nvSpPr>
        <p:spPr>
          <a:xfrm>
            <a:off x="1123700" y="481275"/>
            <a:ext cx="7568100" cy="57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Reminders</a:t>
            </a:r>
            <a:endParaRPr/>
          </a:p>
        </p:txBody>
      </p:sp>
      <p:sp>
        <p:nvSpPr>
          <p:cNvPr id="854" name="Google Shape;854;p117"/>
          <p:cNvSpPr txBox="1"/>
          <p:nvPr>
            <p:ph idx="12" type="sldNum"/>
          </p:nvPr>
        </p:nvSpPr>
        <p:spPr>
          <a:xfrm>
            <a:off x="8543625" y="4795150"/>
            <a:ext cx="548700" cy="303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55" name="Google Shape;855;p117"/>
          <p:cNvSpPr txBox="1"/>
          <p:nvPr>
            <p:ph idx="1" type="body"/>
          </p:nvPr>
        </p:nvSpPr>
        <p:spPr>
          <a:xfrm>
            <a:off x="452400" y="1132825"/>
            <a:ext cx="8239200" cy="3488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Finish the problem sets for additional practice</a:t>
            </a:r>
            <a:endParaRPr/>
          </a:p>
          <a:p>
            <a:pPr indent="-342900" lvl="0" marL="457200" rtl="0" algn="l">
              <a:spcBef>
                <a:spcPts val="0"/>
              </a:spcBef>
              <a:spcAft>
                <a:spcPts val="0"/>
              </a:spcAft>
              <a:buSzPts val="1800"/>
              <a:buChar char="❒"/>
            </a:pPr>
            <a:r>
              <a:rPr lang="en"/>
              <a:t>Take the weekly HackerRank assessment by Sunday @ midnight</a:t>
            </a:r>
            <a:endParaRPr/>
          </a:p>
          <a:p>
            <a:pPr indent="-342900" lvl="0" marL="457200" rtl="0" algn="l">
              <a:spcBef>
                <a:spcPts val="0"/>
              </a:spcBef>
              <a:spcAft>
                <a:spcPts val="0"/>
              </a:spcAft>
              <a:buSzPts val="1800"/>
              <a:buChar char="❒"/>
            </a:pPr>
            <a:r>
              <a:rPr lang="en"/>
              <a:t>Visit a </a:t>
            </a:r>
            <a:r>
              <a:rPr b="1" lang="en"/>
              <a:t>Study Hall Session</a:t>
            </a:r>
            <a:r>
              <a:rPr lang="en"/>
              <a:t> to deepen your understanding, work through challenges, and connect with course material alongside your peers!</a:t>
            </a:r>
            <a:endParaRPr/>
          </a:p>
        </p:txBody>
      </p:sp>
      <p:pic>
        <p:nvPicPr>
          <p:cNvPr id="856" name="Google Shape;856;p117"/>
          <p:cNvPicPr preferRelativeResize="0"/>
          <p:nvPr/>
        </p:nvPicPr>
        <p:blipFill>
          <a:blip r:embed="rId3">
            <a:alphaModFix/>
          </a:blip>
          <a:stretch>
            <a:fillRect/>
          </a:stretch>
        </p:blipFill>
        <p:spPr>
          <a:xfrm>
            <a:off x="452400" y="438175"/>
            <a:ext cx="608050" cy="608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