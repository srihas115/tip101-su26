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807" r:id="rId5"/>
    <p:sldMasterId id="2147483808" r:id="rId6"/>
    <p:sldMasterId id="2147483809" r:id="rId7"/>
    <p:sldMasterId id="2147483810" r:id="rId8"/>
    <p:sldMasterId id="2147483811" r:id="rId9"/>
    <p:sldMasterId id="2147483812"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Lst>
  <p:sldSz cy="5143500" cx="9144000"/>
  <p:notesSz cx="6858000" cy="9144000"/>
  <p:embeddedFontLst>
    <p:embeddedFont>
      <p:font typeface="Space Mono"/>
      <p:regular r:id="rId40"/>
      <p:bold r:id="rId41"/>
      <p:italic r:id="rId42"/>
      <p:boldItalic r:id="rId43"/>
    </p:embeddedFont>
    <p:embeddedFont>
      <p:font typeface="Proxima Nova"/>
      <p:regular r:id="rId44"/>
      <p:bold r:id="rId45"/>
      <p:italic r:id="rId46"/>
      <p:boldItalic r:id="rId47"/>
    </p:embeddedFont>
    <p:embeddedFont>
      <p:font typeface="Poppins"/>
      <p:regular r:id="rId48"/>
      <p:bold r:id="rId49"/>
      <p:italic r:id="rId50"/>
      <p:boldItalic r:id="rId51"/>
    </p:embeddedFont>
    <p:embeddedFont>
      <p:font typeface="Montserrat"/>
      <p:regular r:id="rId52"/>
      <p:bold r:id="rId53"/>
      <p:italic r:id="rId54"/>
      <p:boldItalic r:id="rId55"/>
    </p:embeddedFont>
    <p:embeddedFont>
      <p:font typeface="Poppins Light"/>
      <p:regular r:id="rId56"/>
      <p:bold r:id="rId57"/>
      <p:italic r:id="rId58"/>
      <p:boldItalic r:id="rId59"/>
    </p:embeddedFont>
    <p:embeddedFont>
      <p:font typeface="Poppins Medium"/>
      <p:regular r:id="rId60"/>
      <p:bold r:id="rId61"/>
      <p:italic r:id="rId62"/>
      <p:boldItalic r:id="rId63"/>
    </p:embeddedFont>
    <p:embeddedFont>
      <p:font typeface="Helvetica Neue"/>
      <p:regular r:id="rId64"/>
      <p:bold r:id="rId65"/>
      <p:italic r:id="rId66"/>
      <p:boldItalic r:id="rId67"/>
    </p:embeddedFont>
    <p:embeddedFont>
      <p:font typeface="Roboto Mono"/>
      <p:regular r:id="rId68"/>
      <p:bold r:id="rId69"/>
      <p:italic r:id="rId70"/>
      <p:boldItalic r:id="rId71"/>
    </p:embeddedFont>
    <p:embeddedFont>
      <p:font typeface="Helvetica Neue Light"/>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7F5714-2589-4110-8EA2-E2406559112D}">
  <a:tblStyle styleId="{027F5714-2589-4110-8EA2-E2406559112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paceMono-regular.fntdata"/><Relationship Id="rId42" Type="http://schemas.openxmlformats.org/officeDocument/2006/relationships/font" Target="fonts/SpaceMono-italic.fntdata"/><Relationship Id="rId41" Type="http://schemas.openxmlformats.org/officeDocument/2006/relationships/font" Target="fonts/SpaceMono-bold.fntdata"/><Relationship Id="rId44" Type="http://schemas.openxmlformats.org/officeDocument/2006/relationships/font" Target="fonts/ProximaNova-regular.fntdata"/><Relationship Id="rId43" Type="http://schemas.openxmlformats.org/officeDocument/2006/relationships/font" Target="fonts/SpaceMono-boldItalic.fntdata"/><Relationship Id="rId46" Type="http://schemas.openxmlformats.org/officeDocument/2006/relationships/font" Target="fonts/ProximaNova-italic.fntdata"/><Relationship Id="rId45" Type="http://schemas.openxmlformats.org/officeDocument/2006/relationships/font" Target="fonts/ProximaNova-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font" Target="fonts/Poppins-regular.fntdata"/><Relationship Id="rId47" Type="http://schemas.openxmlformats.org/officeDocument/2006/relationships/font" Target="fonts/ProximaNova-boldItalic.fntdata"/><Relationship Id="rId49" Type="http://schemas.openxmlformats.org/officeDocument/2006/relationships/font" Target="fonts/Poppins-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HelveticaNeueLight-bold.fntdata"/><Relationship Id="rId72" Type="http://schemas.openxmlformats.org/officeDocument/2006/relationships/font" Target="fonts/HelveticaNeueLight-regular.fntdata"/><Relationship Id="rId31" Type="http://schemas.openxmlformats.org/officeDocument/2006/relationships/slide" Target="slides/slide20.xml"/><Relationship Id="rId75" Type="http://schemas.openxmlformats.org/officeDocument/2006/relationships/font" Target="fonts/HelveticaNeueLight-boldItalic.fntdata"/><Relationship Id="rId30" Type="http://schemas.openxmlformats.org/officeDocument/2006/relationships/slide" Target="slides/slide19.xml"/><Relationship Id="rId74" Type="http://schemas.openxmlformats.org/officeDocument/2006/relationships/font" Target="fonts/HelveticaNeueLight-italic.fntdata"/><Relationship Id="rId33" Type="http://schemas.openxmlformats.org/officeDocument/2006/relationships/slide" Target="slides/slide22.xml"/><Relationship Id="rId32" Type="http://schemas.openxmlformats.org/officeDocument/2006/relationships/slide" Target="slides/slide21.xml"/><Relationship Id="rId35" Type="http://schemas.openxmlformats.org/officeDocument/2006/relationships/slide" Target="slides/slide24.xml"/><Relationship Id="rId34" Type="http://schemas.openxmlformats.org/officeDocument/2006/relationships/slide" Target="slides/slide23.xml"/><Relationship Id="rId71" Type="http://schemas.openxmlformats.org/officeDocument/2006/relationships/font" Target="fonts/RobotoMono-boldItalic.fntdata"/><Relationship Id="rId70" Type="http://schemas.openxmlformats.org/officeDocument/2006/relationships/font" Target="fonts/RobotoMono-italic.fntdata"/><Relationship Id="rId37" Type="http://schemas.openxmlformats.org/officeDocument/2006/relationships/slide" Target="slides/slide26.xml"/><Relationship Id="rId36" Type="http://schemas.openxmlformats.org/officeDocument/2006/relationships/slide" Target="slides/slide25.xml"/><Relationship Id="rId39" Type="http://schemas.openxmlformats.org/officeDocument/2006/relationships/slide" Target="slides/slide28.xml"/><Relationship Id="rId38" Type="http://schemas.openxmlformats.org/officeDocument/2006/relationships/slide" Target="slides/slide27.xml"/><Relationship Id="rId62" Type="http://schemas.openxmlformats.org/officeDocument/2006/relationships/font" Target="fonts/PoppinsMedium-italic.fntdata"/><Relationship Id="rId61" Type="http://schemas.openxmlformats.org/officeDocument/2006/relationships/font" Target="fonts/PoppinsMedium-bold.fntdata"/><Relationship Id="rId20" Type="http://schemas.openxmlformats.org/officeDocument/2006/relationships/slide" Target="slides/slide9.xml"/><Relationship Id="rId64" Type="http://schemas.openxmlformats.org/officeDocument/2006/relationships/font" Target="fonts/HelveticaNeue-regular.fntdata"/><Relationship Id="rId63" Type="http://schemas.openxmlformats.org/officeDocument/2006/relationships/font" Target="fonts/PoppinsMedium-boldItalic.fntdata"/><Relationship Id="rId22" Type="http://schemas.openxmlformats.org/officeDocument/2006/relationships/slide" Target="slides/slide11.xml"/><Relationship Id="rId66" Type="http://schemas.openxmlformats.org/officeDocument/2006/relationships/font" Target="fonts/HelveticaNeue-italic.fntdata"/><Relationship Id="rId21" Type="http://schemas.openxmlformats.org/officeDocument/2006/relationships/slide" Target="slides/slide10.xml"/><Relationship Id="rId65" Type="http://schemas.openxmlformats.org/officeDocument/2006/relationships/font" Target="fonts/HelveticaNeue-bold.fntdata"/><Relationship Id="rId24" Type="http://schemas.openxmlformats.org/officeDocument/2006/relationships/slide" Target="slides/slide13.xml"/><Relationship Id="rId68" Type="http://schemas.openxmlformats.org/officeDocument/2006/relationships/font" Target="fonts/RobotoMono-regular.fntdata"/><Relationship Id="rId23" Type="http://schemas.openxmlformats.org/officeDocument/2006/relationships/slide" Target="slides/slide12.xml"/><Relationship Id="rId67" Type="http://schemas.openxmlformats.org/officeDocument/2006/relationships/font" Target="fonts/HelveticaNeue-boldItalic.fntdata"/><Relationship Id="rId60" Type="http://schemas.openxmlformats.org/officeDocument/2006/relationships/font" Target="fonts/PoppinsMedium-regular.fntdata"/><Relationship Id="rId26" Type="http://schemas.openxmlformats.org/officeDocument/2006/relationships/slide" Target="slides/slide15.xml"/><Relationship Id="rId25" Type="http://schemas.openxmlformats.org/officeDocument/2006/relationships/slide" Target="slides/slide14.xml"/><Relationship Id="rId69" Type="http://schemas.openxmlformats.org/officeDocument/2006/relationships/font" Target="fonts/RobotoMono-bold.fntdata"/><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51" Type="http://schemas.openxmlformats.org/officeDocument/2006/relationships/font" Target="fonts/Poppins-boldItalic.fntdata"/><Relationship Id="rId50" Type="http://schemas.openxmlformats.org/officeDocument/2006/relationships/font" Target="fonts/Poppins-italic.fntdata"/><Relationship Id="rId53" Type="http://schemas.openxmlformats.org/officeDocument/2006/relationships/font" Target="fonts/Montserrat-bold.fntdata"/><Relationship Id="rId52" Type="http://schemas.openxmlformats.org/officeDocument/2006/relationships/font" Target="fonts/Montserrat-regular.fntdata"/><Relationship Id="rId11" Type="http://schemas.openxmlformats.org/officeDocument/2006/relationships/notesMaster" Target="notesMasters/notesMaster1.xml"/><Relationship Id="rId55" Type="http://schemas.openxmlformats.org/officeDocument/2006/relationships/font" Target="fonts/Montserrat-boldItalic.fntdata"/><Relationship Id="rId10" Type="http://schemas.openxmlformats.org/officeDocument/2006/relationships/slideMaster" Target="slideMasters/slideMaster6.xml"/><Relationship Id="rId54" Type="http://schemas.openxmlformats.org/officeDocument/2006/relationships/font" Target="fonts/Montserrat-italic.fntdata"/><Relationship Id="rId13" Type="http://schemas.openxmlformats.org/officeDocument/2006/relationships/slide" Target="slides/slide2.xml"/><Relationship Id="rId57" Type="http://schemas.openxmlformats.org/officeDocument/2006/relationships/font" Target="fonts/PoppinsLight-bold.fntdata"/><Relationship Id="rId12" Type="http://schemas.openxmlformats.org/officeDocument/2006/relationships/slide" Target="slides/slide1.xml"/><Relationship Id="rId56" Type="http://schemas.openxmlformats.org/officeDocument/2006/relationships/font" Target="fonts/PoppinsLight-regular.fntdata"/><Relationship Id="rId15" Type="http://schemas.openxmlformats.org/officeDocument/2006/relationships/slide" Target="slides/slide4.xml"/><Relationship Id="rId59" Type="http://schemas.openxmlformats.org/officeDocument/2006/relationships/font" Target="fonts/PoppinsLight-boldItalic.fntdata"/><Relationship Id="rId14" Type="http://schemas.openxmlformats.org/officeDocument/2006/relationships/slide" Target="slides/slide3.xml"/><Relationship Id="rId58" Type="http://schemas.openxmlformats.org/officeDocument/2006/relationships/font" Target="fonts/PoppinsLight-italic.fntdata"/><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2205e0f4b2_0_1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4" name="Google Shape;1244;g32205e0f4b2_0_1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Welcome students and introduce the session's focus on recursion.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Greet students warmly and set a positive tone for the session.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Welcome to Week 7 of TIP101! Today, we’re diving into recursion, one of the most powerful tools in programming.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humor or compliments: "Let’s see those bright smiles! Who’s ready for recursion today?"</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g32205e0f4b2_0_1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0" name="Google Shape;1250;g32205e0f4b2_0_1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Provide an overview of the session structure and timing.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through the agenda to set expectations for the session.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Here’s what we’ll be covering today. We’ll start with an introduction to recursion and work through some examples. After a short break, we’ll dive into collaborative problem solving before wrapping up with reflections and reminders.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goal is to ensure that by the end of today, you’ll have a solid understanding of how recursion works and where it can be applied.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"Does anyone have any questions about today’s agenda or what we’ll be focusing 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"If there’s anything specific you’d like to cover, let me know, and we’ll make sure to address it."</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2205e0f4b2_0_1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32205e0f4b2_0_1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SLIDES_API153144727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2" name="Google Shape;1262;SLIDES_API153144727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3f508b178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g3f508b178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3f527236ae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8" name="Google Shape;1278;g3f527236ae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3f508b17852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3f508b17852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3f525936f5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3" name="Google Shape;1293;g3f525936f5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224e2f1a16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1" name="Google Shape;1301;g3224e2f1a16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3224e2f1a16_0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7" name="Google Shape;1307;g3224e2f1a16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Introduce recursion as a concept and explain its key components.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Define recursion and explain the difference between the base case and the recursive case.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Recursion is when a method calls itself to solve smaller instances of the same problem. It’s like breaking a big problem into smaller, manageable chunks.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There are two key parts to any recursive function: the base case, which stops the recursion, and the recursive case, where the function calls itself.</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anyone share an example of where they’ve seen recursion used before, even if it’s just conceptually?"</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3f508b17852_0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7" name="Google Shape;1317;g3f508b17852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the base case and its importance in recursion.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Highlight the base case in the example provided and explain its role.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base case is the condition that ends the recursion. Without a base case, the function would call itself indefinitely, leading to a stack overflow error.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our example, the base case is when </a:t>
            </a:r>
            <a:r>
              <a:rPr lang="en">
                <a:solidFill>
                  <a:srgbClr val="188038"/>
                </a:solidFill>
                <a:latin typeface="Roboto Mono"/>
                <a:ea typeface="Roboto Mono"/>
                <a:cs typeface="Roboto Mono"/>
                <a:sym typeface="Roboto Mono"/>
              </a:rPr>
              <a:t>num &lt;= 1</a:t>
            </a:r>
            <a:r>
              <a:rPr lang="en">
                <a:solidFill>
                  <a:schemeClr val="dk1"/>
                </a:solidFill>
              </a:rPr>
              <a:t>. At this point, the function simply returns the value without making another recursive call.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you think it’s critical to have a base case? What might happen if we forget to include one?"</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3224e2f1a16_0_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6" name="Google Shape;1326;g3224e2f1a16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the recursive case and how it enables the function to solve the problem.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through the recursive case in the example provided.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recursive case is where the function calls itself to solve a smaller part of the problem. In our example, </a:t>
            </a:r>
            <a:r>
              <a:rPr lang="en">
                <a:solidFill>
                  <a:srgbClr val="188038"/>
                </a:solidFill>
                <a:latin typeface="Roboto Mono"/>
                <a:ea typeface="Roboto Mono"/>
                <a:cs typeface="Roboto Mono"/>
                <a:sym typeface="Roboto Mono"/>
              </a:rPr>
              <a:t>num + recursive_sum(num - 1)</a:t>
            </a:r>
            <a:r>
              <a:rPr lang="en">
                <a:solidFill>
                  <a:schemeClr val="dk1"/>
                </a:solidFill>
              </a:rPr>
              <a:t> keeps reducing </a:t>
            </a:r>
            <a:r>
              <a:rPr lang="en">
                <a:solidFill>
                  <a:srgbClr val="188038"/>
                </a:solidFill>
                <a:latin typeface="Roboto Mono"/>
                <a:ea typeface="Roboto Mono"/>
                <a:cs typeface="Roboto Mono"/>
                <a:sym typeface="Roboto Mono"/>
              </a:rPr>
              <a:t>num</a:t>
            </a:r>
            <a:r>
              <a:rPr lang="en">
                <a:solidFill>
                  <a:schemeClr val="dk1"/>
                </a:solidFill>
              </a:rPr>
              <a:t> until it reaches the base case.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repeated calling and combining of results is what makes recursion so powerful.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 do you think happens to the function’s state as it keeps calling itself? How does it ‘remember’ what to return?"</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3224e2f1a16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5" name="Google Shape;1335;g3224e2f1a16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how recursion progresses by using local variables and formal parameters to keep track of the state of each recursive call.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through the example code, emphasizing how each recursive call creates its own copy of local variables.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the significance of the parameter </a:t>
            </a:r>
            <a:r>
              <a:rPr lang="en">
                <a:solidFill>
                  <a:srgbClr val="188038"/>
                </a:solidFill>
                <a:latin typeface="Roboto Mono"/>
                <a:ea typeface="Roboto Mono"/>
                <a:cs typeface="Roboto Mono"/>
                <a:sym typeface="Roboto Mono"/>
              </a:rPr>
              <a:t>num</a:t>
            </a:r>
            <a:r>
              <a:rPr lang="en">
                <a:solidFill>
                  <a:schemeClr val="dk1"/>
                </a:solidFill>
              </a:rPr>
              <a:t> in tracking the progress of the recursion.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 recursion, each call to the function creates its own set of local variables, including the formal parameters. These variables are unique to each function call and help the recursion progress.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Here’s an example function, </a:t>
            </a:r>
            <a:r>
              <a:rPr lang="en">
                <a:solidFill>
                  <a:srgbClr val="188038"/>
                </a:solidFill>
                <a:latin typeface="Roboto Mono"/>
                <a:ea typeface="Roboto Mono"/>
                <a:cs typeface="Roboto Mono"/>
                <a:sym typeface="Roboto Mono"/>
              </a:rPr>
              <a:t>recursive_sum</a:t>
            </a:r>
            <a:r>
              <a:rPr lang="en">
                <a:solidFill>
                  <a:schemeClr val="dk1"/>
                </a:solidFill>
              </a:rPr>
              <a:t>, which calculates the sum of numbers from </a:t>
            </a:r>
            <a:r>
              <a:rPr lang="en">
                <a:solidFill>
                  <a:srgbClr val="188038"/>
                </a:solidFill>
                <a:latin typeface="Roboto Mono"/>
                <a:ea typeface="Roboto Mono"/>
                <a:cs typeface="Roboto Mono"/>
                <a:sym typeface="Roboto Mono"/>
              </a:rPr>
              <a:t>num</a:t>
            </a:r>
            <a:r>
              <a:rPr lang="en">
                <a:solidFill>
                  <a:schemeClr val="dk1"/>
                </a:solidFill>
              </a:rPr>
              <a:t> down to 1. The base case is </a:t>
            </a:r>
            <a:r>
              <a:rPr lang="en">
                <a:solidFill>
                  <a:srgbClr val="188038"/>
                </a:solidFill>
                <a:latin typeface="Roboto Mono"/>
                <a:ea typeface="Roboto Mono"/>
                <a:cs typeface="Roboto Mono"/>
                <a:sym typeface="Roboto Mono"/>
              </a:rPr>
              <a:t>if num &lt;= 1</a:t>
            </a:r>
            <a:r>
              <a:rPr lang="en">
                <a:solidFill>
                  <a:schemeClr val="dk1"/>
                </a:solidFill>
              </a:rPr>
              <a:t>, where the function stops and returns the value of </a:t>
            </a:r>
            <a:r>
              <a:rPr lang="en">
                <a:solidFill>
                  <a:srgbClr val="188038"/>
                </a:solidFill>
                <a:latin typeface="Roboto Mono"/>
                <a:ea typeface="Roboto Mono"/>
                <a:cs typeface="Roboto Mono"/>
                <a:sym typeface="Roboto Mono"/>
              </a:rPr>
              <a:t>num</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the recursive case, the function returns </a:t>
            </a:r>
            <a:r>
              <a:rPr lang="en">
                <a:solidFill>
                  <a:srgbClr val="188038"/>
                </a:solidFill>
                <a:latin typeface="Roboto Mono"/>
                <a:ea typeface="Roboto Mono"/>
                <a:cs typeface="Roboto Mono"/>
                <a:sym typeface="Roboto Mono"/>
              </a:rPr>
              <a:t>num + recursive_sum(num - 1)</a:t>
            </a:r>
            <a:r>
              <a:rPr lang="en">
                <a:solidFill>
                  <a:schemeClr val="dk1"/>
                </a:solidFill>
              </a:rPr>
              <a:t>. Each call decreases the value of </a:t>
            </a:r>
            <a:r>
              <a:rPr lang="en">
                <a:solidFill>
                  <a:srgbClr val="188038"/>
                </a:solidFill>
                <a:latin typeface="Roboto Mono"/>
                <a:ea typeface="Roboto Mono"/>
                <a:cs typeface="Roboto Mono"/>
                <a:sym typeface="Roboto Mono"/>
              </a:rPr>
              <a:t>num</a:t>
            </a:r>
            <a:r>
              <a:rPr lang="en">
                <a:solidFill>
                  <a:schemeClr val="dk1"/>
                </a:solidFill>
              </a:rPr>
              <a:t> by 1, capturing the progress of the recursion, just like how loop control variables track the progress in an iterative approach.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if we call </a:t>
            </a:r>
            <a:r>
              <a:rPr lang="en">
                <a:solidFill>
                  <a:srgbClr val="188038"/>
                </a:solidFill>
                <a:latin typeface="Roboto Mono"/>
                <a:ea typeface="Roboto Mono"/>
                <a:cs typeface="Roboto Mono"/>
                <a:sym typeface="Roboto Mono"/>
              </a:rPr>
              <a:t>recursive_sum(5)</a:t>
            </a:r>
            <a:r>
              <a:rPr lang="en">
                <a:solidFill>
                  <a:schemeClr val="dk1"/>
                </a:solidFill>
              </a:rPr>
              <a:t>, the first call will handle </a:t>
            </a:r>
            <a:r>
              <a:rPr lang="en">
                <a:solidFill>
                  <a:srgbClr val="188038"/>
                </a:solidFill>
                <a:latin typeface="Roboto Mono"/>
                <a:ea typeface="Roboto Mono"/>
                <a:cs typeface="Roboto Mono"/>
                <a:sym typeface="Roboto Mono"/>
              </a:rPr>
              <a:t>num = 5</a:t>
            </a:r>
            <a:r>
              <a:rPr lang="en">
                <a:solidFill>
                  <a:schemeClr val="dk1"/>
                </a:solidFill>
              </a:rPr>
              <a:t>, the second call will handle </a:t>
            </a:r>
            <a:r>
              <a:rPr lang="en">
                <a:solidFill>
                  <a:srgbClr val="188038"/>
                </a:solidFill>
                <a:latin typeface="Roboto Mono"/>
                <a:ea typeface="Roboto Mono"/>
                <a:cs typeface="Roboto Mono"/>
                <a:sym typeface="Roboto Mono"/>
              </a:rPr>
              <a:t>num = 4</a:t>
            </a:r>
            <a:r>
              <a:rPr lang="en">
                <a:solidFill>
                  <a:schemeClr val="dk1"/>
                </a:solidFill>
              </a:rPr>
              <a:t>, and so on until </a:t>
            </a:r>
            <a:r>
              <a:rPr lang="en">
                <a:solidFill>
                  <a:srgbClr val="188038"/>
                </a:solidFill>
                <a:latin typeface="Roboto Mono"/>
                <a:ea typeface="Roboto Mono"/>
                <a:cs typeface="Roboto Mono"/>
                <a:sym typeface="Roboto Mono"/>
              </a:rPr>
              <a:t>num = 1</a:t>
            </a:r>
            <a:r>
              <a:rPr lang="en">
                <a:solidFill>
                  <a:schemeClr val="dk1"/>
                </a:solidFill>
              </a:rPr>
              <a:t>, where the recursion ends.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output of </a:t>
            </a:r>
            <a:r>
              <a:rPr lang="en">
                <a:solidFill>
                  <a:srgbClr val="188038"/>
                </a:solidFill>
                <a:latin typeface="Roboto Mono"/>
                <a:ea typeface="Roboto Mono"/>
                <a:cs typeface="Roboto Mono"/>
                <a:sym typeface="Roboto Mono"/>
              </a:rPr>
              <a:t>recursive_sum(5)</a:t>
            </a:r>
            <a:r>
              <a:rPr lang="en">
                <a:solidFill>
                  <a:schemeClr val="dk1"/>
                </a:solidFill>
              </a:rPr>
              <a:t> is </a:t>
            </a:r>
            <a:r>
              <a:rPr lang="en">
                <a:solidFill>
                  <a:srgbClr val="188038"/>
                </a:solidFill>
                <a:latin typeface="Roboto Mono"/>
                <a:ea typeface="Roboto Mono"/>
                <a:cs typeface="Roboto Mono"/>
                <a:sym typeface="Roboto Mono"/>
              </a:rPr>
              <a:t>5 + 4 + 3 + 2 + 1</a:t>
            </a:r>
            <a:r>
              <a:rPr lang="en">
                <a:solidFill>
                  <a:schemeClr val="dk1"/>
                </a:solidFill>
              </a:rPr>
              <a:t>, which equals 15.</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you see the connection between recursion and a loop? How does the parameter </a:t>
            </a:r>
            <a:r>
              <a:rPr lang="en">
                <a:solidFill>
                  <a:srgbClr val="188038"/>
                </a:solidFill>
                <a:latin typeface="Roboto Mono"/>
                <a:ea typeface="Roboto Mono"/>
                <a:cs typeface="Roboto Mono"/>
                <a:sym typeface="Roboto Mono"/>
              </a:rPr>
              <a:t>num</a:t>
            </a:r>
            <a:r>
              <a:rPr lang="en">
                <a:solidFill>
                  <a:schemeClr val="dk1"/>
                </a:solidFill>
              </a:rPr>
              <a:t> function like a loop counter?"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"Let’s trace this example on the board or in Python Tutor. What do you think happens after the base case is reached? How do the recursive calls resolve?"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"What would happen if we forgot to include the base case? Why is it so critical to avoid infinite recursion?"</a:t>
            </a:r>
            <a:endParaRPr>
              <a:solidFill>
                <a:schemeClr val="dk1"/>
              </a:solidFill>
            </a:endParaRPr>
          </a:p>
          <a:p>
            <a:pPr indent="0" lvl="0" marL="0" rtl="0" algn="l">
              <a:lnSpc>
                <a:spcPct val="115000"/>
              </a:lnSpc>
              <a:spcBef>
                <a:spcPts val="1200"/>
              </a:spcBef>
              <a:spcAft>
                <a:spcPts val="1200"/>
              </a:spcAft>
              <a:buNone/>
            </a:pPr>
            <a:r>
              <a:t/>
            </a:r>
            <a:endParaRPr b="1">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3f508b17852_0_9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3f508b17852_0_9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Highlight scenarios where recursion is a useful tool.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Explain when recursion is simpler or more efficient than iteration.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Recursion is especially useful for problems like divide-and-conquer, tree traversal, or generating permutations and combinations. These problems are naturally recursive and often simpler to solve with recursion than with loops.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binary search is a divide-and-conquer algorithm that benefits greatly from recursion.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you think of a problem where recursion might make the solution simpler or more elegant?"</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g3224e2f1a16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0" name="Google Shape;1350;g3224e2f1a16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Provide a preview of the next week's topic on binary trees, sparking curiosity and preparing students for the upcoming lesson.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Briefly introduce binary trees and their importance in computer science.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Set the stage for next week’s session by explaining what students can expect to learn.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Next week, we’ll dive into binary trees, an essential data structure in computer science. Binary trees are used in various applications, such as searching, sorting, and organizing hierarchical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Each node in a binary tree has at most two children: a left child and a right child. This structure allows us to efficiently traverse and manipulate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the tree shown here starts with the root node, 2, and branches into left and right subtrees. We’ll learn how to traverse trees, search for elements, and more.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a foundational topic that builds on our understanding of recursion and sets the stage for more advanced algorithms.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"Looking at this tree, what do you notice about the structure? Why do you think binary trees might be useful in solving real-world problems?"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"If you’re curious, think about how recursion might be applied to traverse this structure. Can you imagine calling a function recursively on the left and right children of a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Build excitement: "Next week, we’ll also see how binary trees relate to practical applications like searching data faster than with a simple list."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3224e2f1a16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6" name="Google Shape;1356;g3224e2f1a16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Introduce a recursive method for traversing and printing a binary tree.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students through the recursive function </a:t>
            </a:r>
            <a:r>
              <a:rPr lang="en">
                <a:solidFill>
                  <a:srgbClr val="188038"/>
                </a:solidFill>
                <a:latin typeface="Roboto Mono"/>
                <a:ea typeface="Roboto Mono"/>
                <a:cs typeface="Roboto Mono"/>
                <a:sym typeface="Roboto Mono"/>
              </a:rPr>
              <a:t>print_tree</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Explain how the function uses recursion to traverse the tree in a pre-order traversal (root, left, right).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example shows a recursive function to print the nodes of a binary tree. The method performs a pre-order traversal, where we visit the root node first, then recursively traverse the left subtree, followed by the right subtree.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function takes a node as input. If the node exists, we first print its value. Then, we recursively call </a:t>
            </a:r>
            <a:r>
              <a:rPr lang="en">
                <a:solidFill>
                  <a:srgbClr val="188038"/>
                </a:solidFill>
                <a:latin typeface="Roboto Mono"/>
                <a:ea typeface="Roboto Mono"/>
                <a:cs typeface="Roboto Mono"/>
                <a:sym typeface="Roboto Mono"/>
              </a:rPr>
              <a:t>print_tree</a:t>
            </a:r>
            <a:r>
              <a:rPr lang="en">
                <a:solidFill>
                  <a:schemeClr val="dk1"/>
                </a:solidFill>
              </a:rPr>
              <a:t> on the left child, and after that, on the right child.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this tree, the traversal order would be 2, 7, 2, 6, 5, 11, 5, 9, 4.</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Notice how the function calls itself for each child node. This demonstrates the power of recursion in working with hierarchical data structures like trees.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"Looking at the function, can you identify the base case and the recursive case? Why are both essential for recursion to work?"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"What do you think will happen if the tree is empty or if there’s only one node? Try visualizing this process."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"Can you think of scenarios where recursion might not be the best choice for tree traversal?"</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3224e2f1a16_0_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3" name="Google Shape;1363;g3224e2f1a16_0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Introduce an iterative method for traversing and printing a binary tree.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Explain how the iterative approach uses a stack to simulate the recursion process.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Compare this approach to the recursive method from the previous slide.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example shows an iterative way to traverse and print a binary tree. It uses a stack to simulate the recursion process.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start by initializing an empty stack and setting the </a:t>
            </a:r>
            <a:r>
              <a:rPr lang="en">
                <a:solidFill>
                  <a:srgbClr val="188038"/>
                </a:solidFill>
                <a:latin typeface="Roboto Mono"/>
                <a:ea typeface="Roboto Mono"/>
                <a:cs typeface="Roboto Mono"/>
                <a:sym typeface="Roboto Mono"/>
              </a:rPr>
              <a:t>current</a:t>
            </a:r>
            <a:r>
              <a:rPr lang="en">
                <a:solidFill>
                  <a:schemeClr val="dk1"/>
                </a:solidFill>
              </a:rPr>
              <a:t> node to the root. While there are still nodes to process in the stack or the </a:t>
            </a:r>
            <a:r>
              <a:rPr lang="en">
                <a:solidFill>
                  <a:srgbClr val="188038"/>
                </a:solidFill>
                <a:latin typeface="Roboto Mono"/>
                <a:ea typeface="Roboto Mono"/>
                <a:cs typeface="Roboto Mono"/>
                <a:sym typeface="Roboto Mono"/>
              </a:rPr>
              <a:t>current</a:t>
            </a:r>
            <a:r>
              <a:rPr lang="en">
                <a:solidFill>
                  <a:schemeClr val="dk1"/>
                </a:solidFill>
              </a:rPr>
              <a:t> node isn’t null, we follow these steps: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First, we traverse to the leftmost node, pushing each visited node onto the stack.</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When we can’t go left anymore, we pop a node from the stack, print its value, and then move to its right child.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iterative approach achieves the same pre-order traversal as the recursive method, but without the risk of running out of stack space for deep trees.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we use a stack in this method? How does it simulate the recursive call stack?"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Compare: "What are the advantages of using an iterative method over recursion for tree traversal? Can you think of any trade-offs?"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"If you were to write a similar iterative function for post-order traversal, what changes would you need to make?"</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3f508b17852_0_1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0" name="Google Shape;1370;g3f508b17852_0_1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Discuss the limitations and challenges of recursion.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Explain why recursion can be confusing or less practical in some cases.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While recursion is powerful, it can also be confusing. Tracing recursive calls and debugging recursive functions is often harder than working with iterative solutions.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practice, recursion is more commonly used to test conceptual understanding in interviews rather than in production code, where iterative solutions are usually preferred for clarity.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 challenges have you faced when working with recursion? How did you overcome them?"</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3f508b17852_0_1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6" name="Google Shape;1376;g3f508b17852_0_1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Introduce the factorial function as a simple example of recursion.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Explain the factorial concept and why it’s a natural fit for recursion.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Walk students through how a recursive method can calculate the factorial.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look at an example of recursion: calculating the factorial of a number. The factorial of a number </a:t>
            </a:r>
            <a:r>
              <a:rPr lang="en">
                <a:solidFill>
                  <a:srgbClr val="188038"/>
                </a:solidFill>
                <a:latin typeface="Roboto Mono"/>
                <a:ea typeface="Roboto Mono"/>
                <a:cs typeface="Roboto Mono"/>
                <a:sym typeface="Roboto Mono"/>
              </a:rPr>
              <a:t>n</a:t>
            </a:r>
            <a:r>
              <a:rPr lang="en">
                <a:solidFill>
                  <a:schemeClr val="dk1"/>
                </a:solidFill>
              </a:rPr>
              <a:t>, written as </a:t>
            </a:r>
            <a:r>
              <a:rPr lang="en">
                <a:solidFill>
                  <a:srgbClr val="188038"/>
                </a:solidFill>
                <a:latin typeface="Roboto Mono"/>
                <a:ea typeface="Roboto Mono"/>
                <a:cs typeface="Roboto Mono"/>
                <a:sym typeface="Roboto Mono"/>
              </a:rPr>
              <a:t>n!</a:t>
            </a:r>
            <a:r>
              <a:rPr lang="en">
                <a:solidFill>
                  <a:schemeClr val="dk1"/>
                </a:solidFill>
              </a:rPr>
              <a:t>, is the product of all integers from 1 up to </a:t>
            </a:r>
            <a:r>
              <a:rPr lang="en">
                <a:solidFill>
                  <a:srgbClr val="188038"/>
                </a:solidFill>
                <a:latin typeface="Roboto Mono"/>
                <a:ea typeface="Roboto Mono"/>
                <a:cs typeface="Roboto Mono"/>
                <a:sym typeface="Roboto Mono"/>
              </a:rPr>
              <a:t>n</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a:t>
            </a:r>
            <a:r>
              <a:rPr lang="en">
                <a:solidFill>
                  <a:srgbClr val="188038"/>
                </a:solidFill>
                <a:latin typeface="Roboto Mono"/>
                <a:ea typeface="Roboto Mono"/>
                <a:cs typeface="Roboto Mono"/>
                <a:sym typeface="Roboto Mono"/>
              </a:rPr>
              <a:t>5! = 5 * 4 * 3 * 2 * 1</a:t>
            </a:r>
            <a:r>
              <a:rPr lang="en">
                <a:solidFill>
                  <a:schemeClr val="dk1"/>
                </a:solidFill>
              </a:rPr>
              <a:t>, which equals 120.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problem is naturally recursive because we can break it down into smaller subproblems. For instance, </a:t>
            </a:r>
            <a:r>
              <a:rPr lang="en">
                <a:solidFill>
                  <a:srgbClr val="188038"/>
                </a:solidFill>
                <a:latin typeface="Roboto Mono"/>
                <a:ea typeface="Roboto Mono"/>
                <a:cs typeface="Roboto Mono"/>
                <a:sym typeface="Roboto Mono"/>
              </a:rPr>
              <a:t>5!</a:t>
            </a:r>
            <a:r>
              <a:rPr lang="en">
                <a:solidFill>
                  <a:schemeClr val="dk1"/>
                </a:solidFill>
              </a:rPr>
              <a:t> can be expressed as </a:t>
            </a:r>
            <a:r>
              <a:rPr lang="en">
                <a:solidFill>
                  <a:srgbClr val="188038"/>
                </a:solidFill>
                <a:latin typeface="Roboto Mono"/>
                <a:ea typeface="Roboto Mono"/>
                <a:cs typeface="Roboto Mono"/>
                <a:sym typeface="Roboto Mono"/>
              </a:rPr>
              <a:t>5 * 4!</a:t>
            </a:r>
            <a:r>
              <a:rPr lang="en">
                <a:solidFill>
                  <a:schemeClr val="dk1"/>
                </a:solidFill>
              </a:rPr>
              <a:t>, and </a:t>
            </a:r>
            <a:r>
              <a:rPr lang="en">
                <a:solidFill>
                  <a:srgbClr val="188038"/>
                </a:solidFill>
                <a:latin typeface="Roboto Mono"/>
                <a:ea typeface="Roboto Mono"/>
                <a:cs typeface="Roboto Mono"/>
                <a:sym typeface="Roboto Mono"/>
              </a:rPr>
              <a:t>4!</a:t>
            </a:r>
            <a:r>
              <a:rPr lang="en">
                <a:solidFill>
                  <a:schemeClr val="dk1"/>
                </a:solidFill>
              </a:rPr>
              <a:t> can be expressed as </a:t>
            </a:r>
            <a:r>
              <a:rPr lang="en">
                <a:solidFill>
                  <a:srgbClr val="188038"/>
                </a:solidFill>
                <a:latin typeface="Roboto Mono"/>
                <a:ea typeface="Roboto Mono"/>
                <a:cs typeface="Roboto Mono"/>
                <a:sym typeface="Roboto Mono"/>
              </a:rPr>
              <a:t>4 * 3!</a:t>
            </a:r>
            <a:r>
              <a:rPr lang="en">
                <a:solidFill>
                  <a:schemeClr val="dk1"/>
                </a:solidFill>
              </a:rPr>
              <a:t>, and so 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base case here is </a:t>
            </a:r>
            <a:r>
              <a:rPr lang="en">
                <a:solidFill>
                  <a:srgbClr val="188038"/>
                </a:solidFill>
                <a:latin typeface="Roboto Mono"/>
                <a:ea typeface="Roboto Mono"/>
                <a:cs typeface="Roboto Mono"/>
                <a:sym typeface="Roboto Mono"/>
              </a:rPr>
              <a:t>1! = 1</a:t>
            </a:r>
            <a:r>
              <a:rPr lang="en">
                <a:solidFill>
                  <a:schemeClr val="dk1"/>
                </a:solidFill>
              </a:rPr>
              <a:t>. Once we reach this point, the recursion stops, and the function returns the value 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anyone identify the base case and the recursive case in this example?"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"Let’s think about what happens if we accidentally leave out the base case. What would happen to the function?"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"If we were to implement this iteratively instead of recursively, how would the approach differ? Which do you think is more efficient for this specific problem?"</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g3224e2f1a16_0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2" name="Google Shape;1382;g3224e2f1a16_0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Demonstrate a real-world example of recursion using the factorial function.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through the implementation of the factorial function and trace its recursive calls.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Here’s a classic example of recursion: calculating the factorial of a number. The factorial of </a:t>
            </a:r>
            <a:r>
              <a:rPr lang="en">
                <a:solidFill>
                  <a:srgbClr val="188038"/>
                </a:solidFill>
                <a:latin typeface="Roboto Mono"/>
                <a:ea typeface="Roboto Mono"/>
                <a:cs typeface="Roboto Mono"/>
                <a:sym typeface="Roboto Mono"/>
              </a:rPr>
              <a:t>n</a:t>
            </a:r>
            <a:r>
              <a:rPr lang="en">
                <a:solidFill>
                  <a:schemeClr val="dk1"/>
                </a:solidFill>
              </a:rPr>
              <a:t> is defined as </a:t>
            </a:r>
            <a:r>
              <a:rPr lang="en">
                <a:solidFill>
                  <a:srgbClr val="188038"/>
                </a:solidFill>
                <a:latin typeface="Roboto Mono"/>
                <a:ea typeface="Roboto Mono"/>
                <a:cs typeface="Roboto Mono"/>
                <a:sym typeface="Roboto Mono"/>
              </a:rPr>
              <a:t>n * (n-1) * (n-2) ... * 1</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Using recursion, we define </a:t>
            </a:r>
            <a:r>
              <a:rPr lang="en">
                <a:solidFill>
                  <a:srgbClr val="188038"/>
                </a:solidFill>
                <a:latin typeface="Roboto Mono"/>
                <a:ea typeface="Roboto Mono"/>
                <a:cs typeface="Roboto Mono"/>
                <a:sym typeface="Roboto Mono"/>
              </a:rPr>
              <a:t>factorial(n)</a:t>
            </a:r>
            <a:r>
              <a:rPr lang="en">
                <a:solidFill>
                  <a:schemeClr val="dk1"/>
                </a:solidFill>
              </a:rPr>
              <a:t> as </a:t>
            </a:r>
            <a:r>
              <a:rPr lang="en">
                <a:solidFill>
                  <a:srgbClr val="188038"/>
                </a:solidFill>
                <a:latin typeface="Roboto Mono"/>
                <a:ea typeface="Roboto Mono"/>
                <a:cs typeface="Roboto Mono"/>
                <a:sym typeface="Roboto Mono"/>
              </a:rPr>
              <a:t>n * factorial(n-1)</a:t>
            </a:r>
            <a:r>
              <a:rPr lang="en">
                <a:solidFill>
                  <a:schemeClr val="dk1"/>
                </a:solidFill>
              </a:rPr>
              <a:t> with the base case being </a:t>
            </a:r>
            <a:r>
              <a:rPr lang="en">
                <a:solidFill>
                  <a:srgbClr val="188038"/>
                </a:solidFill>
                <a:latin typeface="Roboto Mono"/>
                <a:ea typeface="Roboto Mono"/>
                <a:cs typeface="Roboto Mono"/>
                <a:sym typeface="Roboto Mono"/>
              </a:rPr>
              <a:t>factorial(1) = 1</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trace the function calls step by step to see how the recursive calls stack and resolve.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you identify the base case and recursive case in this function? Why is each important?"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g3224e2f1a16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9" name="Google Shape;1419;g3224e2f1a16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Introduce binary search as an example of recursion in 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Explain the recursive nature of binary search and walk through the function.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Binary search is a classic example of recursion. It works by dividing a sorted array into halves and searching in the relevant half.</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recursive case involves checking whether the middle element is the target, and if not, calling the function on either the left or right half of the array.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is binary search more efficient than linear search? How does recursion simplify its implementation?"</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g32872ee1727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6" name="Google Shape;1456;g32872ee1727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32872ee1727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2" name="Google Shape;1462;g32872ee1727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g32872ee1727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8" name="Google Shape;1468;g32872ee1727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g32872ee1727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5" name="Google Shape;1475;g32872ee1727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32872ee1727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32872ee1727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4" name="Shape 1484"/>
        <p:cNvGrpSpPr/>
        <p:nvPr/>
      </p:nvGrpSpPr>
      <p:grpSpPr>
        <a:xfrm>
          <a:off x="0" y="0"/>
          <a:ext cx="0" cy="0"/>
          <a:chOff x="0" y="0"/>
          <a:chExt cx="0" cy="0"/>
        </a:xfrm>
      </p:grpSpPr>
      <p:sp>
        <p:nvSpPr>
          <p:cNvPr id="1485" name="Google Shape;1485;g32872ee1727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6" name="Google Shape;1486;g32872ee1727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SLIDES_API1531447276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4" name="Google Shape;1494;SLIDES_API1531447276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0.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44.png"/><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image" Target="../media/image2.png"/><Relationship Id="rId5"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24.png"/><Relationship Id="rId4" Type="http://schemas.openxmlformats.org/officeDocument/2006/relationships/image" Target="../media/image52.png"/><Relationship Id="rId5"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21.png"/><Relationship Id="rId4" Type="http://schemas.openxmlformats.org/officeDocument/2006/relationships/image" Target="../media/image27.png"/><Relationship Id="rId5"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18.png"/><Relationship Id="rId5"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2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30.png"/><Relationship Id="rId5"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4.png"/><Relationship Id="rId4" Type="http://schemas.openxmlformats.org/officeDocument/2006/relationships/image" Target="../media/image4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2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7.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35.png"/><Relationship Id="rId6" Type="http://schemas.openxmlformats.org/officeDocument/2006/relationships/image" Target="../media/image3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8.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30.png"/><Relationship Id="rId5"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0.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6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44.png"/><Relationship Id="rId4"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1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image" Target="../media/image2.png"/><Relationship Id="rId5" Type="http://schemas.openxmlformats.org/officeDocument/2006/relationships/image" Target="../media/image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 Id="rId3" Type="http://schemas.openxmlformats.org/officeDocument/2006/relationships/image" Target="../media/image24.png"/><Relationship Id="rId4" Type="http://schemas.openxmlformats.org/officeDocument/2006/relationships/image" Target="../media/image52.png"/><Relationship Id="rId5"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 Id="rId3" Type="http://schemas.openxmlformats.org/officeDocument/2006/relationships/image" Target="../media/image21.png"/><Relationship Id="rId4" Type="http://schemas.openxmlformats.org/officeDocument/2006/relationships/image" Target="../media/image27.png"/><Relationship Id="rId5"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18.png"/><Relationship Id="rId5"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28.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30.png"/><Relationship Id="rId5"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34.png"/><Relationship Id="rId4" Type="http://schemas.openxmlformats.org/officeDocument/2006/relationships/image" Target="../media/image40.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7.png"/><Relationship Id="rId3" Type="http://schemas.openxmlformats.org/officeDocument/2006/relationships/image" Target="../media/image2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7.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35.png"/><Relationship Id="rId6" Type="http://schemas.openxmlformats.org/officeDocument/2006/relationships/image" Target="../media/image38.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0.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44.png"/><Relationship Id="rId4" Type="http://schemas.openxmlformats.org/officeDocument/2006/relationships/image" Target="../media/image2.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1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110.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128.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image" Target="../media/image2.png"/><Relationship Id="rId5" Type="http://schemas.openxmlformats.org/officeDocument/2006/relationships/image" Target="../media/image5.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8.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 Id="rId3" Type="http://schemas.openxmlformats.org/officeDocument/2006/relationships/image" Target="../media/image24.png"/><Relationship Id="rId4" Type="http://schemas.openxmlformats.org/officeDocument/2006/relationships/image" Target="../media/image52.png"/><Relationship Id="rId5" Type="http://schemas.openxmlformats.org/officeDocument/2006/relationships/image" Target="../media/image2.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6.png"/><Relationship Id="rId3" Type="http://schemas.openxmlformats.org/officeDocument/2006/relationships/image" Target="../media/image21.png"/><Relationship Id="rId4" Type="http://schemas.openxmlformats.org/officeDocument/2006/relationships/image" Target="../media/image27.png"/><Relationship Id="rId5" Type="http://schemas.openxmlformats.org/officeDocument/2006/relationships/image" Target="../media/image2.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18.png"/><Relationship Id="rId5" Type="http://schemas.openxmlformats.org/officeDocument/2006/relationships/image" Target="../media/image2.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2.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28.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30.png"/><Relationship Id="rId5" Type="http://schemas.openxmlformats.org/officeDocument/2006/relationships/image" Target="../media/image2.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6.png"/><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5.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7.png"/><Relationship Id="rId3" Type="http://schemas.openxmlformats.org/officeDocument/2006/relationships/image" Target="../media/image24.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1.png"/><Relationship Id="rId3" Type="http://schemas.openxmlformats.org/officeDocument/2006/relationships/image" Target="../media/image129.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6.png"/><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2.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0.png"/><Relationship Id="rId3" Type="http://schemas.openxmlformats.org/officeDocument/2006/relationships/image" Target="../media/image6.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4.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5.png"/><Relationship Id="rId3" Type="http://schemas.openxmlformats.org/officeDocument/2006/relationships/image" Target="../media/image142.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4.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60.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65.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44.png"/><Relationship Id="rId4" Type="http://schemas.openxmlformats.org/officeDocument/2006/relationships/image" Target="../media/image2.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11.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image" Target="../media/image2.png"/><Relationship Id="rId5" Type="http://schemas.openxmlformats.org/officeDocument/2006/relationships/image" Target="../media/image5.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8.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9.png"/><Relationship Id="rId3" Type="http://schemas.openxmlformats.org/officeDocument/2006/relationships/image" Target="../media/image24.png"/><Relationship Id="rId4" Type="http://schemas.openxmlformats.org/officeDocument/2006/relationships/image" Target="../media/image52.png"/><Relationship Id="rId5" Type="http://schemas.openxmlformats.org/officeDocument/2006/relationships/image" Target="../media/image2.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6.png"/><Relationship Id="rId3" Type="http://schemas.openxmlformats.org/officeDocument/2006/relationships/image" Target="../media/image21.png"/><Relationship Id="rId4" Type="http://schemas.openxmlformats.org/officeDocument/2006/relationships/image" Target="../media/image27.png"/><Relationship Id="rId5" Type="http://schemas.openxmlformats.org/officeDocument/2006/relationships/image" Target="../media/image2.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18.png"/><Relationship Id="rId5" Type="http://schemas.openxmlformats.org/officeDocument/2006/relationships/image" Target="../media/image2.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2.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28.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30.png"/><Relationship Id="rId5" Type="http://schemas.openxmlformats.org/officeDocument/2006/relationships/image" Target="../media/image2.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6.png"/><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2.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34.png"/><Relationship Id="rId4" Type="http://schemas.openxmlformats.org/officeDocument/2006/relationships/image" Target="../media/image40.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5.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7.png"/><Relationship Id="rId3" Type="http://schemas.openxmlformats.org/officeDocument/2006/relationships/image" Target="../media/image24.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7.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35.png"/><Relationship Id="rId6" Type="http://schemas.openxmlformats.org/officeDocument/2006/relationships/image" Target="../media/image38.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2.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0.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65.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 Id="rId3" Type="http://schemas.openxmlformats.org/officeDocument/2006/relationships/image" Target="../media/image44.png"/><Relationship Id="rId4" Type="http://schemas.openxmlformats.org/officeDocument/2006/relationships/image" Target="../media/image2.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11.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image" Target="../media/image2.png"/><Relationship Id="rId5" Type="http://schemas.openxmlformats.org/officeDocument/2006/relationships/image" Target="../media/image5.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8.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png"/><Relationship Id="rId3" Type="http://schemas.openxmlformats.org/officeDocument/2006/relationships/image" Target="../media/image24.png"/><Relationship Id="rId4" Type="http://schemas.openxmlformats.org/officeDocument/2006/relationships/image" Target="../media/image52.png"/><Relationship Id="rId5" Type="http://schemas.openxmlformats.org/officeDocument/2006/relationships/image" Target="../media/image2.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6.png"/><Relationship Id="rId3" Type="http://schemas.openxmlformats.org/officeDocument/2006/relationships/image" Target="../media/image21.png"/><Relationship Id="rId4" Type="http://schemas.openxmlformats.org/officeDocument/2006/relationships/image" Target="../media/image27.png"/><Relationship Id="rId5" Type="http://schemas.openxmlformats.org/officeDocument/2006/relationships/image" Target="../media/image2.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18.png"/><Relationship Id="rId5" Type="http://schemas.openxmlformats.org/officeDocument/2006/relationships/image" Target="../media/image2.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2.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28.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30.png"/><Relationship Id="rId5" Type="http://schemas.openxmlformats.org/officeDocument/2006/relationships/image" Target="../media/image2.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6.png"/><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2.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 Id="rId3" Type="http://schemas.openxmlformats.org/officeDocument/2006/relationships/image" Target="../media/image34.png"/><Relationship Id="rId4" Type="http://schemas.openxmlformats.org/officeDocument/2006/relationships/image" Target="../media/image40.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5.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7.png"/><Relationship Id="rId3" Type="http://schemas.openxmlformats.org/officeDocument/2006/relationships/image" Target="../media/image24.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7.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35.png"/><Relationship Id="rId6" Type="http://schemas.openxmlformats.org/officeDocument/2006/relationships/image" Target="../media/image38.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0" name="Google Shape;140;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1" name="Google Shape;141;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2" name="Google Shape;142;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5" name="Google Shape;145;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6" name="Google Shape;146;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7" name="Google Shape;147;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0" name="Google Shape;150;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1" name="Google Shape;151;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2" name="Google Shape;152;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3" name="Google Shape;153;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5" name="Google Shape;155;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6" name="Google Shape;156;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59" name="Google Shape;159;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0" name="Google Shape;160;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1" name="Google Shape;161;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2" name="Google Shape;162;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3" name="Google Shape;163;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5" name="Google Shape;165;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6" name="Google Shape;166;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7" name="Shape 167"/>
        <p:cNvGrpSpPr/>
        <p:nvPr/>
      </p:nvGrpSpPr>
      <p:grpSpPr>
        <a:xfrm>
          <a:off x="0" y="0"/>
          <a:ext cx="0" cy="0"/>
          <a:chOff x="0" y="0"/>
          <a:chExt cx="0" cy="0"/>
        </a:xfrm>
      </p:grpSpPr>
      <p:pic>
        <p:nvPicPr>
          <p:cNvPr id="168" name="Google Shape;168;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69" name="Google Shape;169;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0" name="Google Shape;170;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1" name="Google Shape;171;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2" name="Google Shape;172;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3" name="Google Shape;173;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5" name="Google Shape;175;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6" name="Google Shape;176;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7" name="Shape 177"/>
        <p:cNvGrpSpPr/>
        <p:nvPr/>
      </p:nvGrpSpPr>
      <p:grpSpPr>
        <a:xfrm>
          <a:off x="0" y="0"/>
          <a:ext cx="0" cy="0"/>
          <a:chOff x="0" y="0"/>
          <a:chExt cx="0" cy="0"/>
        </a:xfrm>
      </p:grpSpPr>
      <p:pic>
        <p:nvPicPr>
          <p:cNvPr id="178" name="Google Shape;178;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9" name="Google Shape;179;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1" name="Google Shape;181;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2" name="Google Shape;182;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3" name="Google Shape;183;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5" name="Google Shape;185;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6" name="Google Shape;186;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87" name="Google Shape;187;p29"/>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8" name="Google Shape;188;p29"/>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1" name="Google Shape;191;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1" name="Google Shape;201;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2" name="Google Shape;202;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3" name="Google Shape;203;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4" name="Google Shape;204;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7" name="Google Shape;207;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8" name="Google Shape;208;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9" name="Google Shape;209;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10" name="Shape 210"/>
        <p:cNvGrpSpPr/>
        <p:nvPr/>
      </p:nvGrpSpPr>
      <p:grpSpPr>
        <a:xfrm>
          <a:off x="0" y="0"/>
          <a:ext cx="0" cy="0"/>
          <a:chOff x="0" y="0"/>
          <a:chExt cx="0" cy="0"/>
        </a:xfrm>
      </p:grpSpPr>
      <p:pic>
        <p:nvPicPr>
          <p:cNvPr id="211" name="Google Shape;211;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2" name="Google Shape;212;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3" name="Google Shape;213;p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14" name="Google Shape;214;p3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15" name="Google Shape;215;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6" name="Google Shape;216;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7" name="Google Shape;217;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8" name="Google Shape;218;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9" name="Google Shape;219;p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20" name="Shape 220"/>
        <p:cNvGrpSpPr/>
        <p:nvPr/>
      </p:nvGrpSpPr>
      <p:grpSpPr>
        <a:xfrm>
          <a:off x="0" y="0"/>
          <a:ext cx="0" cy="0"/>
          <a:chOff x="0" y="0"/>
          <a:chExt cx="0" cy="0"/>
        </a:xfrm>
      </p:grpSpPr>
      <p:pic>
        <p:nvPicPr>
          <p:cNvPr id="221" name="Google Shape;221;p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2" name="Google Shape;222;p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3" name="Google Shape;223;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24" name="Google Shape;224;p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25" name="Google Shape;225;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6" name="Google Shape;226;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7" name="Google Shape;227;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28" name="Google Shape;228;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9" name="Google Shape;229;p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30" name="Shape 230"/>
        <p:cNvGrpSpPr/>
        <p:nvPr/>
      </p:nvGrpSpPr>
      <p:grpSpPr>
        <a:xfrm>
          <a:off x="0" y="0"/>
          <a:ext cx="0" cy="0"/>
          <a:chOff x="0" y="0"/>
          <a:chExt cx="0" cy="0"/>
        </a:xfrm>
      </p:grpSpPr>
      <p:pic>
        <p:nvPicPr>
          <p:cNvPr id="231" name="Google Shape;231;p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2" name="Google Shape;232;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34" name="Google Shape;234;p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35" name="Google Shape;235;p3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36" name="Google Shape;236;p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37" name="Shape 237"/>
        <p:cNvGrpSpPr/>
        <p:nvPr/>
      </p:nvGrpSpPr>
      <p:grpSpPr>
        <a:xfrm>
          <a:off x="0" y="0"/>
          <a:ext cx="0" cy="0"/>
          <a:chOff x="0" y="0"/>
          <a:chExt cx="0" cy="0"/>
        </a:xfrm>
      </p:grpSpPr>
      <p:pic>
        <p:nvPicPr>
          <p:cNvPr descr="Divider1.png" id="238" name="Google Shape;238;p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39" name="Google Shape;239;p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0" name="Google Shape;240;p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1" name="Shape 241"/>
        <p:cNvGrpSpPr/>
        <p:nvPr/>
      </p:nvGrpSpPr>
      <p:grpSpPr>
        <a:xfrm>
          <a:off x="0" y="0"/>
          <a:ext cx="0" cy="0"/>
          <a:chOff x="0" y="0"/>
          <a:chExt cx="0" cy="0"/>
        </a:xfrm>
      </p:grpSpPr>
      <p:pic>
        <p:nvPicPr>
          <p:cNvPr id="242" name="Google Shape;242;p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3" name="Google Shape;243;p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44" name="Google Shape;244;p3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46" name="Shape 246"/>
        <p:cNvGrpSpPr/>
        <p:nvPr/>
      </p:nvGrpSpPr>
      <p:grpSpPr>
        <a:xfrm>
          <a:off x="0" y="0"/>
          <a:ext cx="0" cy="0"/>
          <a:chOff x="0" y="0"/>
          <a:chExt cx="0" cy="0"/>
        </a:xfrm>
      </p:grpSpPr>
      <p:pic>
        <p:nvPicPr>
          <p:cNvPr id="247" name="Google Shape;247;p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8" name="Shape 248"/>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49" name="Shape 249"/>
        <p:cNvGrpSpPr/>
        <p:nvPr/>
      </p:nvGrpSpPr>
      <p:grpSpPr>
        <a:xfrm>
          <a:off x="0" y="0"/>
          <a:ext cx="0" cy="0"/>
          <a:chOff x="0" y="0"/>
          <a:chExt cx="0" cy="0"/>
        </a:xfrm>
      </p:grpSpPr>
      <p:grpSp>
        <p:nvGrpSpPr>
          <p:cNvPr id="250" name="Google Shape;250;p39"/>
          <p:cNvGrpSpPr/>
          <p:nvPr/>
        </p:nvGrpSpPr>
        <p:grpSpPr>
          <a:xfrm>
            <a:off x="6262100" y="-3850"/>
            <a:ext cx="2886900" cy="485125"/>
            <a:chOff x="6262100" y="-3850"/>
            <a:chExt cx="2886900" cy="485125"/>
          </a:xfrm>
        </p:grpSpPr>
        <p:pic>
          <p:nvPicPr>
            <p:cNvPr descr="1.png" id="251" name="Google Shape;251;p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2" name="Google Shape;252;p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3" name="Google Shape;253;p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54" name="Google Shape;254;p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55" name="Google Shape;255;p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56" name="Google Shape;256;p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58" name="Google Shape;258;p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59" name="Google Shape;259;p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60" name="Google Shape;260;p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1" name="Google Shape;261;p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2" name="Google Shape;262;p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3" name="Google Shape;263;p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1">
  <p:cSld name="CUSTOM_6_3">
    <p:spTree>
      <p:nvGrpSpPr>
        <p:cNvPr id="264" name="Shape 264"/>
        <p:cNvGrpSpPr/>
        <p:nvPr/>
      </p:nvGrpSpPr>
      <p:grpSpPr>
        <a:xfrm>
          <a:off x="0" y="0"/>
          <a:ext cx="0" cy="0"/>
          <a:chOff x="0" y="0"/>
          <a:chExt cx="0" cy="0"/>
        </a:xfrm>
      </p:grpSpPr>
      <p:pic>
        <p:nvPicPr>
          <p:cNvPr id="265" name="Google Shape;265;p4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66" name="Google Shape;266;p4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267" name="Google Shape;267;p4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68" name="Google Shape;268;p4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69" name="Google Shape;269;p40"/>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270" name="Google Shape;270;p4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271" name="Google Shape;271;p40"/>
          <p:cNvSpPr txBox="1"/>
          <p:nvPr>
            <p:ph idx="1"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1">
  <p:cSld name="CUSTOM_6_2_1_1_1_2_1">
    <p:spTree>
      <p:nvGrpSpPr>
        <p:cNvPr id="272" name="Shape 272"/>
        <p:cNvGrpSpPr/>
        <p:nvPr/>
      </p:nvGrpSpPr>
      <p:grpSpPr>
        <a:xfrm>
          <a:off x="0" y="0"/>
          <a:ext cx="0" cy="0"/>
          <a:chOff x="0" y="0"/>
          <a:chExt cx="0" cy="0"/>
        </a:xfrm>
      </p:grpSpPr>
      <p:pic>
        <p:nvPicPr>
          <p:cNvPr id="273" name="Google Shape;273;p4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74" name="Google Shape;274;p41"/>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75" name="Google Shape;275;p41"/>
          <p:cNvPicPr preferRelativeResize="0"/>
          <p:nvPr/>
        </p:nvPicPr>
        <p:blipFill>
          <a:blip r:embed="rId4">
            <a:alphaModFix/>
          </a:blip>
          <a:stretch>
            <a:fillRect/>
          </a:stretch>
        </p:blipFill>
        <p:spPr>
          <a:xfrm>
            <a:off x="452400" y="439975"/>
            <a:ext cx="654950" cy="654950"/>
          </a:xfrm>
          <a:prstGeom prst="rect">
            <a:avLst/>
          </a:prstGeom>
          <a:noFill/>
          <a:ln>
            <a:noFill/>
          </a:ln>
        </p:spPr>
      </p:pic>
      <p:pic>
        <p:nvPicPr>
          <p:cNvPr id="276" name="Google Shape;276;p4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77" name="Google Shape;277;p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4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79" name="Google Shape;279;p4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80" name="Google Shape;280;p41"/>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84" name="Shape 284"/>
        <p:cNvGrpSpPr/>
        <p:nvPr/>
      </p:nvGrpSpPr>
      <p:grpSpPr>
        <a:xfrm>
          <a:off x="0" y="0"/>
          <a:ext cx="0" cy="0"/>
          <a:chOff x="0" y="0"/>
          <a:chExt cx="0" cy="0"/>
        </a:xfrm>
      </p:grpSpPr>
      <p:pic>
        <p:nvPicPr>
          <p:cNvPr id="285" name="Google Shape;285;p43"/>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86" name="Google Shape;286;p4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87" name="Shape 287"/>
        <p:cNvGrpSpPr/>
        <p:nvPr/>
      </p:nvGrpSpPr>
      <p:grpSpPr>
        <a:xfrm>
          <a:off x="0" y="0"/>
          <a:ext cx="0" cy="0"/>
          <a:chOff x="0" y="0"/>
          <a:chExt cx="0" cy="0"/>
        </a:xfrm>
      </p:grpSpPr>
      <p:pic>
        <p:nvPicPr>
          <p:cNvPr id="288" name="Google Shape;288;p4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89" name="Google Shape;289;p44"/>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90" name="Google Shape;290;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44"/>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92" name="Shape 292"/>
        <p:cNvGrpSpPr/>
        <p:nvPr/>
      </p:nvGrpSpPr>
      <p:grpSpPr>
        <a:xfrm>
          <a:off x="0" y="0"/>
          <a:ext cx="0" cy="0"/>
          <a:chOff x="0" y="0"/>
          <a:chExt cx="0" cy="0"/>
        </a:xfrm>
      </p:grpSpPr>
      <p:pic>
        <p:nvPicPr>
          <p:cNvPr descr="Divider4.png" id="293" name="Google Shape;293;p45"/>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94" name="Google Shape;294;p45"/>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95" name="Google Shape;295;p45"/>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96" name="Google Shape;296;p45"/>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97" name="Google Shape;297;p45"/>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98" name="Google Shape;298;p45"/>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99" name="Shape 299"/>
        <p:cNvGrpSpPr/>
        <p:nvPr/>
      </p:nvGrpSpPr>
      <p:grpSpPr>
        <a:xfrm>
          <a:off x="0" y="0"/>
          <a:ext cx="0" cy="0"/>
          <a:chOff x="0" y="0"/>
          <a:chExt cx="0" cy="0"/>
        </a:xfrm>
      </p:grpSpPr>
      <p:grpSp>
        <p:nvGrpSpPr>
          <p:cNvPr id="300" name="Google Shape;300;p46"/>
          <p:cNvGrpSpPr/>
          <p:nvPr/>
        </p:nvGrpSpPr>
        <p:grpSpPr>
          <a:xfrm rot="5400000">
            <a:off x="5719749" y="1629787"/>
            <a:ext cx="4964577" cy="1883925"/>
            <a:chOff x="4152224" y="1218499"/>
            <a:chExt cx="4964577" cy="1883925"/>
          </a:xfrm>
        </p:grpSpPr>
        <p:pic>
          <p:nvPicPr>
            <p:cNvPr id="301" name="Google Shape;301;p46"/>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302" name="Google Shape;302;p46"/>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303" name="Google Shape;303;p4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04" name="Google Shape;304;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5" name="Google Shape;305;p46"/>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rgbClr val="000000"/>
              </a:buClr>
              <a:buSzPts val="1100"/>
              <a:buFont typeface="Arial"/>
              <a:buNone/>
            </a:pPr>
            <a:r>
              <a:rPr b="1" lang="en" sz="2400">
                <a:solidFill>
                  <a:srgbClr val="000000"/>
                </a:solidFill>
                <a:latin typeface="Space Mono"/>
                <a:ea typeface="Space Mono"/>
                <a:cs typeface="Space Mono"/>
                <a:sym typeface="Space Mono"/>
              </a:rPr>
              <a:t>Agenda</a:t>
            </a:r>
            <a:endParaRPr b="1" sz="2400">
              <a:solidFill>
                <a:srgbClr val="05103E"/>
              </a:solidFill>
              <a:latin typeface="Space Mono"/>
              <a:ea typeface="Space Mono"/>
              <a:cs typeface="Space Mono"/>
              <a:sym typeface="Space Mono"/>
            </a:endParaRPr>
          </a:p>
        </p:txBody>
      </p:sp>
      <p:pic>
        <p:nvPicPr>
          <p:cNvPr id="306" name="Google Shape;306;p46"/>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307" name="Shape 307"/>
        <p:cNvGrpSpPr/>
        <p:nvPr/>
      </p:nvGrpSpPr>
      <p:grpSpPr>
        <a:xfrm>
          <a:off x="0" y="0"/>
          <a:ext cx="0" cy="0"/>
          <a:chOff x="0" y="0"/>
          <a:chExt cx="0" cy="0"/>
        </a:xfrm>
      </p:grpSpPr>
      <p:pic>
        <p:nvPicPr>
          <p:cNvPr id="308" name="Google Shape;308;p47"/>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09" name="Google Shape;309;p47"/>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310" name="Google Shape;310;p4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11" name="Google Shape;311;p4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2" name="Google Shape;312;p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13" name="Google Shape;313;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14" name="Google Shape;314;p47"/>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315" name="Google Shape;315;p47"/>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316" name="Shape 316"/>
        <p:cNvGrpSpPr/>
        <p:nvPr/>
      </p:nvGrpSpPr>
      <p:grpSpPr>
        <a:xfrm>
          <a:off x="0" y="0"/>
          <a:ext cx="0" cy="0"/>
          <a:chOff x="0" y="0"/>
          <a:chExt cx="0" cy="0"/>
        </a:xfrm>
      </p:grpSpPr>
      <p:pic>
        <p:nvPicPr>
          <p:cNvPr id="317" name="Google Shape;317;p4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18" name="Google Shape;318;p4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19" name="Google Shape;319;p48"/>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20" name="Google Shape;320;p4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21" name="Google Shape;321;p4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22" name="Google Shape;322;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3" name="Google Shape;323;p4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24" name="Shape 324"/>
        <p:cNvGrpSpPr/>
        <p:nvPr/>
      </p:nvGrpSpPr>
      <p:grpSpPr>
        <a:xfrm>
          <a:off x="0" y="0"/>
          <a:ext cx="0" cy="0"/>
          <a:chOff x="0" y="0"/>
          <a:chExt cx="0" cy="0"/>
        </a:xfrm>
      </p:grpSpPr>
      <p:pic>
        <p:nvPicPr>
          <p:cNvPr id="325" name="Google Shape;325;p49"/>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26" name="Google Shape;326;p49"/>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27" name="Google Shape;327;p49"/>
          <p:cNvGrpSpPr/>
          <p:nvPr/>
        </p:nvGrpSpPr>
        <p:grpSpPr>
          <a:xfrm>
            <a:off x="5709066" y="201260"/>
            <a:ext cx="2296623" cy="4424889"/>
            <a:chOff x="5598780" y="137712"/>
            <a:chExt cx="2577001" cy="4664652"/>
          </a:xfrm>
        </p:grpSpPr>
        <p:pic>
          <p:nvPicPr>
            <p:cNvPr id="328" name="Google Shape;328;p49"/>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29" name="Google Shape;329;p49"/>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 name="Google Shape;330;p49"/>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31" name="Google Shape;331;p4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32" name="Google Shape;332;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33" name="Google Shape;333;p49"/>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34" name="Shape 334"/>
        <p:cNvGrpSpPr/>
        <p:nvPr/>
      </p:nvGrpSpPr>
      <p:grpSpPr>
        <a:xfrm>
          <a:off x="0" y="0"/>
          <a:ext cx="0" cy="0"/>
          <a:chOff x="0" y="0"/>
          <a:chExt cx="0" cy="0"/>
        </a:xfrm>
      </p:grpSpPr>
      <p:pic>
        <p:nvPicPr>
          <p:cNvPr id="335" name="Google Shape;335;p5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36" name="Google Shape;336;p5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37" name="Google Shape;337;p5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38" name="Google Shape;338;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39" name="Google Shape;339;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40" name="Google Shape;340;p50"/>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1" name="Google Shape;341;p50"/>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42" name="Shape 342"/>
        <p:cNvGrpSpPr/>
        <p:nvPr/>
      </p:nvGrpSpPr>
      <p:grpSpPr>
        <a:xfrm>
          <a:off x="0" y="0"/>
          <a:ext cx="0" cy="0"/>
          <a:chOff x="0" y="0"/>
          <a:chExt cx="0" cy="0"/>
        </a:xfrm>
      </p:grpSpPr>
      <p:pic>
        <p:nvPicPr>
          <p:cNvPr id="343" name="Google Shape;343;p51"/>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44" name="Google Shape;344;p5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45" name="Google Shape;345;p5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46" name="Google Shape;346;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7" name="Google Shape;347;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48" name="Google Shape;348;p51"/>
          <p:cNvGrpSpPr/>
          <p:nvPr/>
        </p:nvGrpSpPr>
        <p:grpSpPr>
          <a:xfrm>
            <a:off x="4344100" y="398125"/>
            <a:ext cx="4546500" cy="4222800"/>
            <a:chOff x="4344100" y="398125"/>
            <a:chExt cx="4546500" cy="4222800"/>
          </a:xfrm>
        </p:grpSpPr>
        <p:sp>
          <p:nvSpPr>
            <p:cNvPr id="349" name="Google Shape;349;p51"/>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0" name="Google Shape;350;p51"/>
            <p:cNvGrpSpPr/>
            <p:nvPr/>
          </p:nvGrpSpPr>
          <p:grpSpPr>
            <a:xfrm>
              <a:off x="4445450" y="524200"/>
              <a:ext cx="399495" cy="101100"/>
              <a:chOff x="4445450" y="524200"/>
              <a:chExt cx="399495" cy="101100"/>
            </a:xfrm>
          </p:grpSpPr>
          <p:sp>
            <p:nvSpPr>
              <p:cNvPr id="351" name="Google Shape;351;p51"/>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1"/>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51"/>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 name="Google Shape;354;p51"/>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55" name="Shape 355"/>
        <p:cNvGrpSpPr/>
        <p:nvPr/>
      </p:nvGrpSpPr>
      <p:grpSpPr>
        <a:xfrm>
          <a:off x="0" y="0"/>
          <a:ext cx="0" cy="0"/>
          <a:chOff x="0" y="0"/>
          <a:chExt cx="0" cy="0"/>
        </a:xfrm>
      </p:grpSpPr>
      <p:pic>
        <p:nvPicPr>
          <p:cNvPr id="356" name="Google Shape;356;p52"/>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57" name="Google Shape;357;p52"/>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58" name="Google Shape;358;p52"/>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59" name="Google Shape;359;p5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60" name="Google Shape;360;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61" name="Shape 361"/>
        <p:cNvGrpSpPr/>
        <p:nvPr/>
      </p:nvGrpSpPr>
      <p:grpSpPr>
        <a:xfrm>
          <a:off x="0" y="0"/>
          <a:ext cx="0" cy="0"/>
          <a:chOff x="0" y="0"/>
          <a:chExt cx="0" cy="0"/>
        </a:xfrm>
      </p:grpSpPr>
      <p:pic>
        <p:nvPicPr>
          <p:cNvPr id="362" name="Google Shape;362;p53"/>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63" name="Google Shape;363;p53"/>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3"/>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65" name="Google Shape;365;p5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66" name="Google Shape;366;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67" name="Google Shape;367;p53"/>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68" name="Google Shape;368;p53"/>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69" name="Google Shape;369;p53"/>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70" name="Shape 370"/>
        <p:cNvGrpSpPr/>
        <p:nvPr/>
      </p:nvGrpSpPr>
      <p:grpSpPr>
        <a:xfrm>
          <a:off x="0" y="0"/>
          <a:ext cx="0" cy="0"/>
          <a:chOff x="0" y="0"/>
          <a:chExt cx="0" cy="0"/>
        </a:xfrm>
      </p:grpSpPr>
      <p:pic>
        <p:nvPicPr>
          <p:cNvPr id="371" name="Google Shape;371;p54"/>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72" name="Google Shape;372;p54"/>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73" name="Google Shape;373;p5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4" name="Google Shape;374;p5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75" name="Google Shape;375;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76" name="Google Shape;376;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77" name="Google Shape;377;p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78" name="Google Shape;378;p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79" name="Google Shape;379;p54"/>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80" name="Shape 380"/>
        <p:cNvGrpSpPr/>
        <p:nvPr/>
      </p:nvGrpSpPr>
      <p:grpSpPr>
        <a:xfrm>
          <a:off x="0" y="0"/>
          <a:ext cx="0" cy="0"/>
          <a:chOff x="0" y="0"/>
          <a:chExt cx="0" cy="0"/>
        </a:xfrm>
      </p:grpSpPr>
      <p:pic>
        <p:nvPicPr>
          <p:cNvPr id="381" name="Google Shape;381;p5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82" name="Google Shape;382;p5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83" name="Google Shape;383;p55"/>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4" name="Google Shape;384;p5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85" name="Google Shape;385;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86" name="Google Shape;386;p55"/>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87" name="Google Shape;387;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88" name="Google Shape;388;p55"/>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89" name="Shape 389"/>
        <p:cNvGrpSpPr/>
        <p:nvPr/>
      </p:nvGrpSpPr>
      <p:grpSpPr>
        <a:xfrm>
          <a:off x="0" y="0"/>
          <a:ext cx="0" cy="0"/>
          <a:chOff x="0" y="0"/>
          <a:chExt cx="0" cy="0"/>
        </a:xfrm>
      </p:grpSpPr>
      <p:pic>
        <p:nvPicPr>
          <p:cNvPr id="390" name="Google Shape;390;p56"/>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91" name="Google Shape;391;p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92" name="Google Shape;392;p56"/>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93" name="Google Shape;393;p56"/>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4" name="Google Shape;394;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5" name="Google Shape;395;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6" name="Google Shape;396;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97" name="Google Shape;397;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8" name="Google Shape;398;p5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99" name="Shape 399"/>
        <p:cNvGrpSpPr/>
        <p:nvPr/>
      </p:nvGrpSpPr>
      <p:grpSpPr>
        <a:xfrm>
          <a:off x="0" y="0"/>
          <a:ext cx="0" cy="0"/>
          <a:chOff x="0" y="0"/>
          <a:chExt cx="0" cy="0"/>
        </a:xfrm>
      </p:grpSpPr>
      <p:pic>
        <p:nvPicPr>
          <p:cNvPr id="400" name="Google Shape;400;p5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01" name="Google Shape;401;p57"/>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402" name="Google Shape;402;p5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403" name="Google Shape;403;p5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4" name="Google Shape;404;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5" name="Google Shape;405;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6" name="Google Shape;406;p5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407" name="Google Shape;407;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08" name="Google Shape;408;p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409" name="Shape 409"/>
        <p:cNvGrpSpPr/>
        <p:nvPr/>
      </p:nvGrpSpPr>
      <p:grpSpPr>
        <a:xfrm>
          <a:off x="0" y="0"/>
          <a:ext cx="0" cy="0"/>
          <a:chOff x="0" y="0"/>
          <a:chExt cx="0" cy="0"/>
        </a:xfrm>
      </p:grpSpPr>
      <p:pic>
        <p:nvPicPr>
          <p:cNvPr id="410" name="Google Shape;410;p58"/>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411" name="Google Shape;411;p5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12" name="Google Shape;412;p5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13" name="Google Shape;413;p58"/>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14" name="Google Shape;414;p5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15" name="Google Shape;415;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6" name="Google Shape;416;p5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417" name="Google Shape;417;p5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8" name="Google Shape;418;p58"/>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19" name="Shape 419"/>
        <p:cNvGrpSpPr/>
        <p:nvPr/>
      </p:nvGrpSpPr>
      <p:grpSpPr>
        <a:xfrm>
          <a:off x="0" y="0"/>
          <a:ext cx="0" cy="0"/>
          <a:chOff x="0" y="0"/>
          <a:chExt cx="0" cy="0"/>
        </a:xfrm>
      </p:grpSpPr>
      <p:pic>
        <p:nvPicPr>
          <p:cNvPr id="420" name="Google Shape;420;p59"/>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21" name="Google Shape;421;p59"/>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22" name="Google Shape;422;p5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23" name="Google Shape;423;p59"/>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4" name="Google Shape;424;p5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25" name="Google Shape;425;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26" name="Google Shape;426;p5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27" name="Google Shape;427;p5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28" name="Google Shape;428;p5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29" name="Shape 429"/>
        <p:cNvGrpSpPr/>
        <p:nvPr/>
      </p:nvGrpSpPr>
      <p:grpSpPr>
        <a:xfrm>
          <a:off x="0" y="0"/>
          <a:ext cx="0" cy="0"/>
          <a:chOff x="0" y="0"/>
          <a:chExt cx="0" cy="0"/>
        </a:xfrm>
      </p:grpSpPr>
      <p:pic>
        <p:nvPicPr>
          <p:cNvPr id="430" name="Google Shape;430;p60"/>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31" name="Google Shape;431;p60"/>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32" name="Google Shape;432;p60"/>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33" name="Google Shape;433;p6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34" name="Google Shape;434;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5" name="Google Shape;435;p60"/>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60"/>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37" name="Google Shape;437;p60"/>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8" name="Google Shape;438;p60"/>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39" name="Google Shape;439;p60"/>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40" name="Shape 440"/>
        <p:cNvGrpSpPr/>
        <p:nvPr/>
      </p:nvGrpSpPr>
      <p:grpSpPr>
        <a:xfrm>
          <a:off x="0" y="0"/>
          <a:ext cx="0" cy="0"/>
          <a:chOff x="0" y="0"/>
          <a:chExt cx="0" cy="0"/>
        </a:xfrm>
      </p:grpSpPr>
      <p:pic>
        <p:nvPicPr>
          <p:cNvPr id="441" name="Google Shape;441;p6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42" name="Google Shape;442;p61"/>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43" name="Google Shape;443;p6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44" name="Google Shape;444;p6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45" name="Google Shape;445;p6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46" name="Google Shape;446;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6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48" name="Google Shape;448;p6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9" name="Google Shape;449;p6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450" name="Shape 450"/>
        <p:cNvGrpSpPr/>
        <p:nvPr/>
      </p:nvGrpSpPr>
      <p:grpSpPr>
        <a:xfrm>
          <a:off x="0" y="0"/>
          <a:ext cx="0" cy="0"/>
          <a:chOff x="0" y="0"/>
          <a:chExt cx="0" cy="0"/>
        </a:xfrm>
      </p:grpSpPr>
      <p:pic>
        <p:nvPicPr>
          <p:cNvPr id="451" name="Google Shape;451;p6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52" name="Google Shape;452;p6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53" name="Google Shape;453;p6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54" name="Google Shape;454;p6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55" name="Google Shape;455;p62"/>
          <p:cNvSpPr txBox="1"/>
          <p:nvPr/>
        </p:nvSpPr>
        <p:spPr>
          <a:xfrm>
            <a:off x="565375" y="333100"/>
            <a:ext cx="5005800" cy="408000"/>
          </a:xfrm>
          <a:prstGeom prst="rect">
            <a:avLst/>
          </a:prstGeom>
          <a:noFill/>
          <a:ln>
            <a:noFill/>
          </a:ln>
        </p:spPr>
        <p:txBody>
          <a:bodyPr anchorCtr="0" anchor="t" bIns="19050" lIns="19050" spcFirstLastPara="1" rIns="19050" wrap="square" tIns="19050">
            <a:sp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456" name="Google Shape;456;p62"/>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57" name="Shape 457"/>
        <p:cNvGrpSpPr/>
        <p:nvPr/>
      </p:nvGrpSpPr>
      <p:grpSpPr>
        <a:xfrm>
          <a:off x="0" y="0"/>
          <a:ext cx="0" cy="0"/>
          <a:chOff x="0" y="0"/>
          <a:chExt cx="0" cy="0"/>
        </a:xfrm>
      </p:grpSpPr>
      <p:pic>
        <p:nvPicPr>
          <p:cNvPr id="458" name="Google Shape;458;p6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59" name="Google Shape;459;p6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60" name="Google Shape;460;p6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61" name="Google Shape;461;p6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62" name="Google Shape;462;p6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63" name="Google Shape;463;p6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64" name="Google Shape;464;p6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65" name="Google Shape;465;p6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66" name="Google Shape;466;p6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67" name="Shape 467"/>
        <p:cNvGrpSpPr/>
        <p:nvPr/>
      </p:nvGrpSpPr>
      <p:grpSpPr>
        <a:xfrm>
          <a:off x="0" y="0"/>
          <a:ext cx="0" cy="0"/>
          <a:chOff x="0" y="0"/>
          <a:chExt cx="0" cy="0"/>
        </a:xfrm>
      </p:grpSpPr>
      <p:pic>
        <p:nvPicPr>
          <p:cNvPr id="468" name="Google Shape;468;p6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69" name="Google Shape;469;p6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70" name="Google Shape;470;p6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71" name="Google Shape;471;p6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72" name="Google Shape;472;p6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73" name="Google Shape;473;p6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74" name="Shape 474"/>
        <p:cNvGrpSpPr/>
        <p:nvPr/>
      </p:nvGrpSpPr>
      <p:grpSpPr>
        <a:xfrm>
          <a:off x="0" y="0"/>
          <a:ext cx="0" cy="0"/>
          <a:chOff x="0" y="0"/>
          <a:chExt cx="0" cy="0"/>
        </a:xfrm>
      </p:grpSpPr>
      <p:pic>
        <p:nvPicPr>
          <p:cNvPr descr="Divider1.png" id="475" name="Google Shape;475;p6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76" name="Google Shape;476;p6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7" name="Google Shape;477;p6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78" name="Shape 478"/>
        <p:cNvGrpSpPr/>
        <p:nvPr/>
      </p:nvGrpSpPr>
      <p:grpSpPr>
        <a:xfrm>
          <a:off x="0" y="0"/>
          <a:ext cx="0" cy="0"/>
          <a:chOff x="0" y="0"/>
          <a:chExt cx="0" cy="0"/>
        </a:xfrm>
      </p:grpSpPr>
      <p:pic>
        <p:nvPicPr>
          <p:cNvPr id="479" name="Google Shape;479;p6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80" name="Google Shape;480;p6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81" name="Google Shape;481;p66"/>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66"/>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83" name="Shape 483"/>
        <p:cNvGrpSpPr/>
        <p:nvPr/>
      </p:nvGrpSpPr>
      <p:grpSpPr>
        <a:xfrm>
          <a:off x="0" y="0"/>
          <a:ext cx="0" cy="0"/>
          <a:chOff x="0" y="0"/>
          <a:chExt cx="0" cy="0"/>
        </a:xfrm>
      </p:grpSpPr>
      <p:pic>
        <p:nvPicPr>
          <p:cNvPr id="484" name="Google Shape;484;p6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85" name="Shape 485"/>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86" name="Shape 486"/>
        <p:cNvGrpSpPr/>
        <p:nvPr/>
      </p:nvGrpSpPr>
      <p:grpSpPr>
        <a:xfrm>
          <a:off x="0" y="0"/>
          <a:ext cx="0" cy="0"/>
          <a:chOff x="0" y="0"/>
          <a:chExt cx="0" cy="0"/>
        </a:xfrm>
      </p:grpSpPr>
      <p:grpSp>
        <p:nvGrpSpPr>
          <p:cNvPr id="487" name="Google Shape;487;p69"/>
          <p:cNvGrpSpPr/>
          <p:nvPr/>
        </p:nvGrpSpPr>
        <p:grpSpPr>
          <a:xfrm>
            <a:off x="6262100" y="-3850"/>
            <a:ext cx="2886900" cy="485125"/>
            <a:chOff x="6262100" y="-3850"/>
            <a:chExt cx="2886900" cy="485125"/>
          </a:xfrm>
        </p:grpSpPr>
        <p:pic>
          <p:nvPicPr>
            <p:cNvPr descr="1.png" id="488" name="Google Shape;488;p6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89" name="Google Shape;489;p6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90" name="Google Shape;490;p6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91" name="Google Shape;491;p6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92" name="Google Shape;492;p6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93" name="Google Shape;493;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4" name="Google Shape;494;p6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95" name="Google Shape;495;p6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96" name="Google Shape;496;p6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97" name="Google Shape;497;p6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98" name="Google Shape;498;p6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99" name="Google Shape;499;p6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500" name="Google Shape;500;p6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04" name="Shape 504"/>
        <p:cNvGrpSpPr/>
        <p:nvPr/>
      </p:nvGrpSpPr>
      <p:grpSpPr>
        <a:xfrm>
          <a:off x="0" y="0"/>
          <a:ext cx="0" cy="0"/>
          <a:chOff x="0" y="0"/>
          <a:chExt cx="0" cy="0"/>
        </a:xfrm>
      </p:grpSpPr>
      <p:pic>
        <p:nvPicPr>
          <p:cNvPr id="505" name="Google Shape;505;p7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06" name="Google Shape;506;p7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07" name="Shape 507"/>
        <p:cNvGrpSpPr/>
        <p:nvPr/>
      </p:nvGrpSpPr>
      <p:grpSpPr>
        <a:xfrm>
          <a:off x="0" y="0"/>
          <a:ext cx="0" cy="0"/>
          <a:chOff x="0" y="0"/>
          <a:chExt cx="0" cy="0"/>
        </a:xfrm>
      </p:grpSpPr>
      <p:pic>
        <p:nvPicPr>
          <p:cNvPr id="508" name="Google Shape;508;p7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09" name="Google Shape;509;p7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10" name="Google Shape;510;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11" name="Google Shape;511;p7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512" name="Shape 512"/>
        <p:cNvGrpSpPr/>
        <p:nvPr/>
      </p:nvGrpSpPr>
      <p:grpSpPr>
        <a:xfrm>
          <a:off x="0" y="0"/>
          <a:ext cx="0" cy="0"/>
          <a:chOff x="0" y="0"/>
          <a:chExt cx="0" cy="0"/>
        </a:xfrm>
      </p:grpSpPr>
      <p:pic>
        <p:nvPicPr>
          <p:cNvPr descr="Divider4.png" id="513" name="Google Shape;513;p7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514" name="Google Shape;514;p7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515" name="Google Shape;515;p7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516" name="Google Shape;516;p7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17" name="Google Shape;517;p7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18" name="Google Shape;518;p7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19" name="Shape 519"/>
        <p:cNvGrpSpPr/>
        <p:nvPr/>
      </p:nvGrpSpPr>
      <p:grpSpPr>
        <a:xfrm>
          <a:off x="0" y="0"/>
          <a:ext cx="0" cy="0"/>
          <a:chOff x="0" y="0"/>
          <a:chExt cx="0" cy="0"/>
        </a:xfrm>
      </p:grpSpPr>
      <p:sp>
        <p:nvSpPr>
          <p:cNvPr id="520" name="Google Shape;520;p74"/>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521" name="Google Shape;521;p74"/>
          <p:cNvGrpSpPr/>
          <p:nvPr/>
        </p:nvGrpSpPr>
        <p:grpSpPr>
          <a:xfrm rot="5400000">
            <a:off x="5719749" y="1629787"/>
            <a:ext cx="4964577" cy="1883925"/>
            <a:chOff x="4152224" y="1218499"/>
            <a:chExt cx="4964577" cy="1883925"/>
          </a:xfrm>
        </p:grpSpPr>
        <p:pic>
          <p:nvPicPr>
            <p:cNvPr id="522" name="Google Shape;522;p7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23" name="Google Shape;523;p7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24" name="Google Shape;524;p7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25" name="Google Shape;525;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26" name="Shape 526"/>
        <p:cNvGrpSpPr/>
        <p:nvPr/>
      </p:nvGrpSpPr>
      <p:grpSpPr>
        <a:xfrm>
          <a:off x="0" y="0"/>
          <a:ext cx="0" cy="0"/>
          <a:chOff x="0" y="0"/>
          <a:chExt cx="0" cy="0"/>
        </a:xfrm>
      </p:grpSpPr>
      <p:pic>
        <p:nvPicPr>
          <p:cNvPr id="527" name="Google Shape;527;p7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28" name="Google Shape;528;p7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29" name="Google Shape;529;p7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30" name="Google Shape;530;p7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31" name="Google Shape;531;p7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32" name="Google Shape;532;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33" name="Google Shape;533;p7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34" name="Google Shape;534;p7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35" name="Shape 535"/>
        <p:cNvGrpSpPr/>
        <p:nvPr/>
      </p:nvGrpSpPr>
      <p:grpSpPr>
        <a:xfrm>
          <a:off x="0" y="0"/>
          <a:ext cx="0" cy="0"/>
          <a:chOff x="0" y="0"/>
          <a:chExt cx="0" cy="0"/>
        </a:xfrm>
      </p:grpSpPr>
      <p:pic>
        <p:nvPicPr>
          <p:cNvPr id="536" name="Google Shape;536;p7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37" name="Google Shape;537;p7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38" name="Google Shape;538;p7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39" name="Google Shape;539;p7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40" name="Google Shape;540;p7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41" name="Google Shape;541;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2" name="Google Shape;542;p7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43" name="Shape 543"/>
        <p:cNvGrpSpPr/>
        <p:nvPr/>
      </p:nvGrpSpPr>
      <p:grpSpPr>
        <a:xfrm>
          <a:off x="0" y="0"/>
          <a:ext cx="0" cy="0"/>
          <a:chOff x="0" y="0"/>
          <a:chExt cx="0" cy="0"/>
        </a:xfrm>
      </p:grpSpPr>
      <p:pic>
        <p:nvPicPr>
          <p:cNvPr id="544" name="Google Shape;544;p7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45" name="Google Shape;545;p7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546" name="Google Shape;546;p77"/>
          <p:cNvGrpSpPr/>
          <p:nvPr/>
        </p:nvGrpSpPr>
        <p:grpSpPr>
          <a:xfrm>
            <a:off x="5709066" y="201260"/>
            <a:ext cx="2296623" cy="4424889"/>
            <a:chOff x="5598780" y="137712"/>
            <a:chExt cx="2577001" cy="4664652"/>
          </a:xfrm>
        </p:grpSpPr>
        <p:pic>
          <p:nvPicPr>
            <p:cNvPr id="547" name="Google Shape;547;p7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548" name="Google Shape;548;p7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9" name="Google Shape;549;p7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50" name="Google Shape;550;p7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51" name="Google Shape;551;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52" name="Google Shape;552;p7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553" name="Shape 553"/>
        <p:cNvGrpSpPr/>
        <p:nvPr/>
      </p:nvGrpSpPr>
      <p:grpSpPr>
        <a:xfrm>
          <a:off x="0" y="0"/>
          <a:ext cx="0" cy="0"/>
          <a:chOff x="0" y="0"/>
          <a:chExt cx="0" cy="0"/>
        </a:xfrm>
      </p:grpSpPr>
      <p:pic>
        <p:nvPicPr>
          <p:cNvPr id="554" name="Google Shape;554;p7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55" name="Google Shape;555;p7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56" name="Google Shape;556;p7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57" name="Google Shape;557;p7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58" name="Google Shape;558;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59" name="Google Shape;559;p7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0" name="Google Shape;560;p7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561" name="Shape 561"/>
        <p:cNvGrpSpPr/>
        <p:nvPr/>
      </p:nvGrpSpPr>
      <p:grpSpPr>
        <a:xfrm>
          <a:off x="0" y="0"/>
          <a:ext cx="0" cy="0"/>
          <a:chOff x="0" y="0"/>
          <a:chExt cx="0" cy="0"/>
        </a:xfrm>
      </p:grpSpPr>
      <p:pic>
        <p:nvPicPr>
          <p:cNvPr id="562" name="Google Shape;562;p7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563" name="Google Shape;563;p7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64" name="Google Shape;564;p7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65" name="Google Shape;565;p7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6" name="Google Shape;566;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67" name="Google Shape;567;p79"/>
          <p:cNvGrpSpPr/>
          <p:nvPr/>
        </p:nvGrpSpPr>
        <p:grpSpPr>
          <a:xfrm>
            <a:off x="4344100" y="398125"/>
            <a:ext cx="4546500" cy="4222800"/>
            <a:chOff x="4344100" y="398125"/>
            <a:chExt cx="4546500" cy="4222800"/>
          </a:xfrm>
        </p:grpSpPr>
        <p:sp>
          <p:nvSpPr>
            <p:cNvPr id="568" name="Google Shape;568;p7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9" name="Google Shape;569;p79"/>
            <p:cNvGrpSpPr/>
            <p:nvPr/>
          </p:nvGrpSpPr>
          <p:grpSpPr>
            <a:xfrm>
              <a:off x="4445450" y="524200"/>
              <a:ext cx="399495" cy="101100"/>
              <a:chOff x="4445450" y="524200"/>
              <a:chExt cx="399495" cy="101100"/>
            </a:xfrm>
          </p:grpSpPr>
          <p:sp>
            <p:nvSpPr>
              <p:cNvPr id="570" name="Google Shape;570;p7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7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7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3" name="Google Shape;573;p7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574" name="Shape 574"/>
        <p:cNvGrpSpPr/>
        <p:nvPr/>
      </p:nvGrpSpPr>
      <p:grpSpPr>
        <a:xfrm>
          <a:off x="0" y="0"/>
          <a:ext cx="0" cy="0"/>
          <a:chOff x="0" y="0"/>
          <a:chExt cx="0" cy="0"/>
        </a:xfrm>
      </p:grpSpPr>
      <p:pic>
        <p:nvPicPr>
          <p:cNvPr id="575" name="Google Shape;575;p8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76" name="Google Shape;576;p8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7" name="Google Shape;577;p8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78" name="Google Shape;578;p8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79" name="Google Shape;579;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580" name="Shape 580"/>
        <p:cNvGrpSpPr/>
        <p:nvPr/>
      </p:nvGrpSpPr>
      <p:grpSpPr>
        <a:xfrm>
          <a:off x="0" y="0"/>
          <a:ext cx="0" cy="0"/>
          <a:chOff x="0" y="0"/>
          <a:chExt cx="0" cy="0"/>
        </a:xfrm>
      </p:grpSpPr>
      <p:pic>
        <p:nvPicPr>
          <p:cNvPr id="581" name="Google Shape;581;p8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82" name="Google Shape;582;p8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81"/>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84" name="Google Shape;584;p8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85" name="Google Shape;585;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86" name="Google Shape;586;p8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87" name="Google Shape;587;p8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88" name="Google Shape;588;p8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ython Code Block">
  <p:cSld name="CUSTOM_7_1_1">
    <p:spTree>
      <p:nvGrpSpPr>
        <p:cNvPr id="589" name="Shape 589"/>
        <p:cNvGrpSpPr/>
        <p:nvPr/>
      </p:nvGrpSpPr>
      <p:grpSpPr>
        <a:xfrm>
          <a:off x="0" y="0"/>
          <a:ext cx="0" cy="0"/>
          <a:chOff x="0" y="0"/>
          <a:chExt cx="0" cy="0"/>
        </a:xfrm>
      </p:grpSpPr>
      <p:pic>
        <p:nvPicPr>
          <p:cNvPr id="590" name="Google Shape;590;p82"/>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91" name="Google Shape;591;p82"/>
          <p:cNvSpPr/>
          <p:nvPr/>
        </p:nvSpPr>
        <p:spPr>
          <a:xfrm>
            <a:off x="4385200" y="156475"/>
            <a:ext cx="4554600" cy="46386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82"/>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93" name="Google Shape;593;p8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94" name="Google Shape;594;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95" name="Google Shape;595;p82"/>
          <p:cNvSpPr txBox="1"/>
          <p:nvPr>
            <p:ph type="title"/>
          </p:nvPr>
        </p:nvSpPr>
        <p:spPr>
          <a:xfrm>
            <a:off x="452400" y="1564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96" name="Google Shape;596;p82"/>
          <p:cNvSpPr txBox="1"/>
          <p:nvPr>
            <p:ph idx="1" type="body"/>
          </p:nvPr>
        </p:nvSpPr>
        <p:spPr>
          <a:xfrm>
            <a:off x="452400" y="646350"/>
            <a:ext cx="3701100" cy="3974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97" name="Google Shape;597;p82"/>
          <p:cNvSpPr txBox="1"/>
          <p:nvPr>
            <p:ph idx="2" type="subTitle"/>
          </p:nvPr>
        </p:nvSpPr>
        <p:spPr>
          <a:xfrm>
            <a:off x="4511175" y="646350"/>
            <a:ext cx="4367400" cy="3853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2pPr>
            <a:lvl3pPr lvl="2">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3pPr>
            <a:lvl4pPr lvl="3">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4pPr>
            <a:lvl5pPr lvl="4">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5pPr>
            <a:lvl6pPr lvl="5">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6pPr>
            <a:lvl7pPr lvl="6">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7pPr>
            <a:lvl8pPr lvl="7">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8pPr>
            <a:lvl9pPr lvl="8">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9pPr>
          </a:lstStyle>
          <a:p/>
        </p:txBody>
      </p:sp>
      <p:sp>
        <p:nvSpPr>
          <p:cNvPr id="598" name="Google Shape;598;p82"/>
          <p:cNvSpPr txBox="1"/>
          <p:nvPr/>
        </p:nvSpPr>
        <p:spPr>
          <a:xfrm>
            <a:off x="5023125" y="227125"/>
            <a:ext cx="352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Space Mono"/>
                <a:ea typeface="Space Mono"/>
                <a:cs typeface="Space Mono"/>
                <a:sym typeface="Space Mono"/>
              </a:rPr>
              <a:t>Python</a:t>
            </a:r>
            <a:endParaRPr b="1" sz="1900">
              <a:latin typeface="Space Mono"/>
              <a:ea typeface="Space Mono"/>
              <a:cs typeface="Space Mono"/>
              <a:sym typeface="Space Mono"/>
            </a:endParaRPr>
          </a:p>
        </p:txBody>
      </p:sp>
      <p:pic>
        <p:nvPicPr>
          <p:cNvPr descr="Snake " id="599" name="Google Shape;599;p82" title="Snake "/>
          <p:cNvPicPr preferRelativeResize="0"/>
          <p:nvPr/>
        </p:nvPicPr>
        <p:blipFill>
          <a:blip r:embed="rId4">
            <a:alphaModFix/>
          </a:blip>
          <a:stretch>
            <a:fillRect/>
          </a:stretch>
        </p:blipFill>
        <p:spPr>
          <a:xfrm>
            <a:off x="4511175" y="227125"/>
            <a:ext cx="431100" cy="431100"/>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ava Code Block 1">
  <p:cSld name="CUSTOM_7_1_1_1">
    <p:spTree>
      <p:nvGrpSpPr>
        <p:cNvPr id="600" name="Shape 600"/>
        <p:cNvGrpSpPr/>
        <p:nvPr/>
      </p:nvGrpSpPr>
      <p:grpSpPr>
        <a:xfrm>
          <a:off x="0" y="0"/>
          <a:ext cx="0" cy="0"/>
          <a:chOff x="0" y="0"/>
          <a:chExt cx="0" cy="0"/>
        </a:xfrm>
      </p:grpSpPr>
      <p:pic>
        <p:nvPicPr>
          <p:cNvPr id="601" name="Google Shape;601;p83"/>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602" name="Google Shape;602;p83"/>
          <p:cNvSpPr/>
          <p:nvPr/>
        </p:nvSpPr>
        <p:spPr>
          <a:xfrm>
            <a:off x="4385200" y="156475"/>
            <a:ext cx="4554600" cy="46386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83"/>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604" name="Google Shape;604;p8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05" name="Google Shape;605;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6" name="Google Shape;606;p83"/>
          <p:cNvSpPr txBox="1"/>
          <p:nvPr>
            <p:ph type="title"/>
          </p:nvPr>
        </p:nvSpPr>
        <p:spPr>
          <a:xfrm>
            <a:off x="452400" y="1564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07" name="Google Shape;607;p83"/>
          <p:cNvSpPr txBox="1"/>
          <p:nvPr>
            <p:ph idx="1" type="body"/>
          </p:nvPr>
        </p:nvSpPr>
        <p:spPr>
          <a:xfrm>
            <a:off x="452400" y="646350"/>
            <a:ext cx="3701100" cy="3974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608" name="Google Shape;608;p83"/>
          <p:cNvSpPr txBox="1"/>
          <p:nvPr>
            <p:ph idx="2" type="subTitle"/>
          </p:nvPr>
        </p:nvSpPr>
        <p:spPr>
          <a:xfrm>
            <a:off x="4511175" y="646350"/>
            <a:ext cx="4367400" cy="3853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2pPr>
            <a:lvl3pPr lvl="2">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3pPr>
            <a:lvl4pPr lvl="3">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4pPr>
            <a:lvl5pPr lvl="4">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5pPr>
            <a:lvl6pPr lvl="5">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6pPr>
            <a:lvl7pPr lvl="6">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7pPr>
            <a:lvl8pPr lvl="7">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8pPr>
            <a:lvl9pPr lvl="8">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9pPr>
          </a:lstStyle>
          <a:p/>
        </p:txBody>
      </p:sp>
      <p:sp>
        <p:nvSpPr>
          <p:cNvPr id="609" name="Google Shape;609;p83"/>
          <p:cNvSpPr txBox="1"/>
          <p:nvPr/>
        </p:nvSpPr>
        <p:spPr>
          <a:xfrm>
            <a:off x="5023125" y="227125"/>
            <a:ext cx="352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Space Mono"/>
                <a:ea typeface="Space Mono"/>
                <a:cs typeface="Space Mono"/>
                <a:sym typeface="Space Mono"/>
              </a:rPr>
              <a:t>Java</a:t>
            </a:r>
            <a:endParaRPr b="1" sz="1900">
              <a:latin typeface="Space Mono"/>
              <a:ea typeface="Space Mono"/>
              <a:cs typeface="Space Mono"/>
              <a:sym typeface="Space Mono"/>
            </a:endParaRPr>
          </a:p>
        </p:txBody>
      </p:sp>
      <p:pic>
        <p:nvPicPr>
          <p:cNvPr descr="Coffee cup " id="610" name="Google Shape;610;p83" title="Coffee cup "/>
          <p:cNvPicPr preferRelativeResize="0"/>
          <p:nvPr/>
        </p:nvPicPr>
        <p:blipFill>
          <a:blip r:embed="rId4">
            <a:alphaModFix/>
          </a:blip>
          <a:stretch>
            <a:fillRect/>
          </a:stretch>
        </p:blipFill>
        <p:spPr>
          <a:xfrm>
            <a:off x="4561425" y="234775"/>
            <a:ext cx="461700" cy="461700"/>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611" name="Shape 611"/>
        <p:cNvGrpSpPr/>
        <p:nvPr/>
      </p:nvGrpSpPr>
      <p:grpSpPr>
        <a:xfrm>
          <a:off x="0" y="0"/>
          <a:ext cx="0" cy="0"/>
          <a:chOff x="0" y="0"/>
          <a:chExt cx="0" cy="0"/>
        </a:xfrm>
      </p:grpSpPr>
      <p:pic>
        <p:nvPicPr>
          <p:cNvPr id="612" name="Google Shape;612;p84"/>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613" name="Google Shape;613;p84"/>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614" name="Google Shape;614;p8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15" name="Google Shape;615;p8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16" name="Google Shape;616;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7" name="Google Shape;617;p8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618" name="Google Shape;618;p8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19" name="Google Shape;619;p8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20" name="Google Shape;620;p84"/>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621" name="Shape 621"/>
        <p:cNvGrpSpPr/>
        <p:nvPr/>
      </p:nvGrpSpPr>
      <p:grpSpPr>
        <a:xfrm>
          <a:off x="0" y="0"/>
          <a:ext cx="0" cy="0"/>
          <a:chOff x="0" y="0"/>
          <a:chExt cx="0" cy="0"/>
        </a:xfrm>
      </p:grpSpPr>
      <p:pic>
        <p:nvPicPr>
          <p:cNvPr id="622" name="Google Shape;622;p8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23" name="Google Shape;623;p8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624" name="Google Shape;624;p85"/>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25" name="Google Shape;625;p8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26" name="Google Shape;626;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627" name="Google Shape;627;p85"/>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628" name="Google Shape;628;p8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629" name="Google Shape;629;p85"/>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630" name="Shape 630"/>
        <p:cNvGrpSpPr/>
        <p:nvPr/>
      </p:nvGrpSpPr>
      <p:grpSpPr>
        <a:xfrm>
          <a:off x="0" y="0"/>
          <a:ext cx="0" cy="0"/>
          <a:chOff x="0" y="0"/>
          <a:chExt cx="0" cy="0"/>
        </a:xfrm>
      </p:grpSpPr>
      <p:pic>
        <p:nvPicPr>
          <p:cNvPr id="631" name="Google Shape;631;p86"/>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632" name="Google Shape;632;p8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33" name="Google Shape;633;p86"/>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34" name="Google Shape;634;p86"/>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35" name="Google Shape;635;p8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36" name="Google Shape;636;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7" name="Google Shape;637;p8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38" name="Google Shape;638;p8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39" name="Google Shape;639;p8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40" name="Shape 640"/>
        <p:cNvGrpSpPr/>
        <p:nvPr/>
      </p:nvGrpSpPr>
      <p:grpSpPr>
        <a:xfrm>
          <a:off x="0" y="0"/>
          <a:ext cx="0" cy="0"/>
          <a:chOff x="0" y="0"/>
          <a:chExt cx="0" cy="0"/>
        </a:xfrm>
      </p:grpSpPr>
      <p:pic>
        <p:nvPicPr>
          <p:cNvPr id="641" name="Google Shape;641;p8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42" name="Google Shape;642;p87"/>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43" name="Google Shape;643;p8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44" name="Google Shape;644;p8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5" name="Google Shape;645;p8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46" name="Google Shape;646;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7" name="Google Shape;647;p8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48" name="Google Shape;648;p8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49" name="Google Shape;649;p8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50" name="Shape 650"/>
        <p:cNvGrpSpPr/>
        <p:nvPr/>
      </p:nvGrpSpPr>
      <p:grpSpPr>
        <a:xfrm>
          <a:off x="0" y="0"/>
          <a:ext cx="0" cy="0"/>
          <a:chOff x="0" y="0"/>
          <a:chExt cx="0" cy="0"/>
        </a:xfrm>
      </p:grpSpPr>
      <p:pic>
        <p:nvPicPr>
          <p:cNvPr id="651" name="Google Shape;651;p88"/>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52" name="Google Shape;652;p8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53" name="Google Shape;653;p8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54" name="Google Shape;654;p88"/>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5" name="Google Shape;655;p8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56" name="Google Shape;656;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7" name="Google Shape;657;p8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58" name="Google Shape;658;p8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59" name="Google Shape;659;p88"/>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660" name="Google Shape;660;p88"/>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661" name="Google Shape;661;p88"/>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62" name="Shape 662"/>
        <p:cNvGrpSpPr/>
        <p:nvPr/>
      </p:nvGrpSpPr>
      <p:grpSpPr>
        <a:xfrm>
          <a:off x="0" y="0"/>
          <a:ext cx="0" cy="0"/>
          <a:chOff x="0" y="0"/>
          <a:chExt cx="0" cy="0"/>
        </a:xfrm>
      </p:grpSpPr>
      <p:pic>
        <p:nvPicPr>
          <p:cNvPr id="663" name="Google Shape;663;p89"/>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64" name="Google Shape;664;p89"/>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65" name="Google Shape;665;p8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66" name="Google Shape;666;p89"/>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67" name="Google Shape;667;p8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68" name="Google Shape;668;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9" name="Google Shape;669;p8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70" name="Google Shape;670;p8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71" name="Google Shape;671;p8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672" name="Shape 672"/>
        <p:cNvGrpSpPr/>
        <p:nvPr/>
      </p:nvGrpSpPr>
      <p:grpSpPr>
        <a:xfrm>
          <a:off x="0" y="0"/>
          <a:ext cx="0" cy="0"/>
          <a:chOff x="0" y="0"/>
          <a:chExt cx="0" cy="0"/>
        </a:xfrm>
      </p:grpSpPr>
      <p:pic>
        <p:nvPicPr>
          <p:cNvPr id="673" name="Google Shape;673;p90"/>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674" name="Google Shape;674;p90"/>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675" name="Google Shape;675;p90"/>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76" name="Google Shape;676;p9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77" name="Google Shape;677;p9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78" name="Google Shape;678;p90"/>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90"/>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680" name="Google Shape;680;p90"/>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81" name="Google Shape;681;p90"/>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682" name="Google Shape;682;p90"/>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683" name="Shape 683"/>
        <p:cNvGrpSpPr/>
        <p:nvPr/>
      </p:nvGrpSpPr>
      <p:grpSpPr>
        <a:xfrm>
          <a:off x="0" y="0"/>
          <a:ext cx="0" cy="0"/>
          <a:chOff x="0" y="0"/>
          <a:chExt cx="0" cy="0"/>
        </a:xfrm>
      </p:grpSpPr>
      <p:pic>
        <p:nvPicPr>
          <p:cNvPr id="684" name="Google Shape;684;p9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85" name="Google Shape;685;p91"/>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86" name="Google Shape;686;p9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87" name="Google Shape;687;p9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88" name="Google Shape;688;p9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89" name="Google Shape;689;p9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90" name="Google Shape;690;p9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691" name="Google Shape;691;p9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92" name="Google Shape;692;p9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693" name="Shape 693"/>
        <p:cNvGrpSpPr/>
        <p:nvPr/>
      </p:nvGrpSpPr>
      <p:grpSpPr>
        <a:xfrm>
          <a:off x="0" y="0"/>
          <a:ext cx="0" cy="0"/>
          <a:chOff x="0" y="0"/>
          <a:chExt cx="0" cy="0"/>
        </a:xfrm>
      </p:grpSpPr>
      <p:pic>
        <p:nvPicPr>
          <p:cNvPr id="694" name="Google Shape;694;p92"/>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95" name="Google Shape;695;p9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96" name="Google Shape;696;p9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97" name="Google Shape;697;p92"/>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98" name="Google Shape;698;p9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99" name="Google Shape;699;p9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00" name="Google Shape;700;p9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701" name="Google Shape;701;p9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02" name="Google Shape;702;p9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703" name="Shape 703"/>
        <p:cNvGrpSpPr/>
        <p:nvPr/>
      </p:nvGrpSpPr>
      <p:grpSpPr>
        <a:xfrm>
          <a:off x="0" y="0"/>
          <a:ext cx="0" cy="0"/>
          <a:chOff x="0" y="0"/>
          <a:chExt cx="0" cy="0"/>
        </a:xfrm>
      </p:grpSpPr>
      <p:pic>
        <p:nvPicPr>
          <p:cNvPr descr="Divider1.png" id="704" name="Google Shape;704;p9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705" name="Google Shape;705;p93"/>
          <p:cNvSpPr txBox="1"/>
          <p:nvPr>
            <p:ph type="title"/>
          </p:nvPr>
        </p:nvSpPr>
        <p:spPr>
          <a:xfrm>
            <a:off x="884825" y="2317200"/>
            <a:ext cx="42996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6" name="Google Shape;706;p9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707" name="Shape 707"/>
        <p:cNvGrpSpPr/>
        <p:nvPr/>
      </p:nvGrpSpPr>
      <p:grpSpPr>
        <a:xfrm>
          <a:off x="0" y="0"/>
          <a:ext cx="0" cy="0"/>
          <a:chOff x="0" y="0"/>
          <a:chExt cx="0" cy="0"/>
        </a:xfrm>
      </p:grpSpPr>
      <p:pic>
        <p:nvPicPr>
          <p:cNvPr id="708" name="Google Shape;708;p94"/>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709" name="Google Shape;709;p94"/>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710" name="Google Shape;710;p94"/>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94"/>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712" name="Shape 712"/>
        <p:cNvGrpSpPr/>
        <p:nvPr/>
      </p:nvGrpSpPr>
      <p:grpSpPr>
        <a:xfrm>
          <a:off x="0" y="0"/>
          <a:ext cx="0" cy="0"/>
          <a:chOff x="0" y="0"/>
          <a:chExt cx="0" cy="0"/>
        </a:xfrm>
      </p:grpSpPr>
      <p:pic>
        <p:nvPicPr>
          <p:cNvPr id="713" name="Google Shape;713;p9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714" name="Shape 714"/>
        <p:cNvGrpSpPr/>
        <p:nvPr/>
      </p:nvGrpSpPr>
      <p:grpSpPr>
        <a:xfrm>
          <a:off x="0" y="0"/>
          <a:ext cx="0" cy="0"/>
          <a:chOff x="0" y="0"/>
          <a:chExt cx="0" cy="0"/>
        </a:xfrm>
      </p:grpSpPr>
      <p:sp>
        <p:nvSpPr>
          <p:cNvPr id="715" name="Google Shape;715;p9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6" name="Google Shape;716;p9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717" name="Google Shape;717;p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18" name="Shape 718"/>
        <p:cNvGrpSpPr/>
        <p:nvPr/>
      </p:nvGrpSpPr>
      <p:grpSpPr>
        <a:xfrm>
          <a:off x="0" y="0"/>
          <a:ext cx="0" cy="0"/>
          <a:chOff x="0" y="0"/>
          <a:chExt cx="0" cy="0"/>
        </a:xfrm>
      </p:grpSpPr>
      <p:sp>
        <p:nvSpPr>
          <p:cNvPr id="719" name="Google Shape;719;p9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20" name="Google Shape;720;p9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21" name="Google Shape;721;p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Bank Blank Slide">
  <p:cSld name="TITLE_AND_BODY_1_2_1_2_1_1_1_1_1_1">
    <p:spTree>
      <p:nvGrpSpPr>
        <p:cNvPr id="722" name="Shape 722"/>
        <p:cNvGrpSpPr/>
        <p:nvPr/>
      </p:nvGrpSpPr>
      <p:grpSpPr>
        <a:xfrm>
          <a:off x="0" y="0"/>
          <a:ext cx="0" cy="0"/>
          <a:chOff x="0" y="0"/>
          <a:chExt cx="0" cy="0"/>
        </a:xfrm>
      </p:grpSpPr>
      <p:sp>
        <p:nvSpPr>
          <p:cNvPr id="723" name="Google Shape;723;p98"/>
          <p:cNvSpPr txBox="1"/>
          <p:nvPr>
            <p:ph type="title"/>
          </p:nvPr>
        </p:nvSpPr>
        <p:spPr>
          <a:xfrm>
            <a:off x="320275" y="517575"/>
            <a:ext cx="8407500" cy="459300"/>
          </a:xfrm>
          <a:prstGeom prst="rect">
            <a:avLst/>
          </a:prstGeom>
        </p:spPr>
        <p:txBody>
          <a:bodyPr anchorCtr="0" anchor="t" bIns="91425" lIns="91425" spcFirstLastPara="1" rIns="91425" wrap="square" tIns="91425">
            <a:noAutofit/>
          </a:bodyPr>
          <a:lstStyle>
            <a:lvl1pPr lvl="0">
              <a:spcBef>
                <a:spcPts val="0"/>
              </a:spcBef>
              <a:spcAft>
                <a:spcPts val="0"/>
              </a:spcAft>
              <a:buClr>
                <a:srgbClr val="FFFFFF"/>
              </a:buClr>
              <a:buSzPts val="3600"/>
              <a:buNone/>
              <a:defRPr sz="3600">
                <a:solidFill>
                  <a:srgbClr val="FFFFFF"/>
                </a:solidFill>
              </a:defRPr>
            </a:lvl1pPr>
            <a:lvl2pPr lvl="1">
              <a:spcBef>
                <a:spcPts val="0"/>
              </a:spcBef>
              <a:spcAft>
                <a:spcPts val="0"/>
              </a:spcAft>
              <a:buClr>
                <a:srgbClr val="FFFFFF"/>
              </a:buClr>
              <a:buSzPts val="3600"/>
              <a:buNone/>
              <a:defRPr sz="3600">
                <a:solidFill>
                  <a:srgbClr val="FFFFFF"/>
                </a:solidFill>
              </a:defRPr>
            </a:lvl2pPr>
            <a:lvl3pPr lvl="2">
              <a:spcBef>
                <a:spcPts val="0"/>
              </a:spcBef>
              <a:spcAft>
                <a:spcPts val="0"/>
              </a:spcAft>
              <a:buClr>
                <a:srgbClr val="FFFFFF"/>
              </a:buClr>
              <a:buSzPts val="3600"/>
              <a:buNone/>
              <a:defRPr sz="3600">
                <a:solidFill>
                  <a:srgbClr val="FFFFFF"/>
                </a:solidFill>
              </a:defRPr>
            </a:lvl3pPr>
            <a:lvl4pPr lvl="3">
              <a:spcBef>
                <a:spcPts val="0"/>
              </a:spcBef>
              <a:spcAft>
                <a:spcPts val="0"/>
              </a:spcAft>
              <a:buClr>
                <a:srgbClr val="FFFFFF"/>
              </a:buClr>
              <a:buSzPts val="3600"/>
              <a:buNone/>
              <a:defRPr sz="3600">
                <a:solidFill>
                  <a:srgbClr val="FFFFFF"/>
                </a:solidFill>
              </a:defRPr>
            </a:lvl4pPr>
            <a:lvl5pPr lvl="4">
              <a:spcBef>
                <a:spcPts val="0"/>
              </a:spcBef>
              <a:spcAft>
                <a:spcPts val="0"/>
              </a:spcAft>
              <a:buClr>
                <a:srgbClr val="FFFFFF"/>
              </a:buClr>
              <a:buSzPts val="3600"/>
              <a:buNone/>
              <a:defRPr sz="3600">
                <a:solidFill>
                  <a:srgbClr val="FFFFFF"/>
                </a:solidFill>
              </a:defRPr>
            </a:lvl5pPr>
            <a:lvl6pPr lvl="5">
              <a:spcBef>
                <a:spcPts val="0"/>
              </a:spcBef>
              <a:spcAft>
                <a:spcPts val="0"/>
              </a:spcAft>
              <a:buClr>
                <a:srgbClr val="FFFFFF"/>
              </a:buClr>
              <a:buSzPts val="3600"/>
              <a:buNone/>
              <a:defRPr sz="3600">
                <a:solidFill>
                  <a:srgbClr val="FFFFFF"/>
                </a:solidFill>
              </a:defRPr>
            </a:lvl6pPr>
            <a:lvl7pPr lvl="6">
              <a:spcBef>
                <a:spcPts val="0"/>
              </a:spcBef>
              <a:spcAft>
                <a:spcPts val="0"/>
              </a:spcAft>
              <a:buClr>
                <a:srgbClr val="FFFFFF"/>
              </a:buClr>
              <a:buSzPts val="3600"/>
              <a:buNone/>
              <a:defRPr sz="3600">
                <a:solidFill>
                  <a:srgbClr val="FFFFFF"/>
                </a:solidFill>
              </a:defRPr>
            </a:lvl7pPr>
            <a:lvl8pPr lvl="7">
              <a:spcBef>
                <a:spcPts val="0"/>
              </a:spcBef>
              <a:spcAft>
                <a:spcPts val="0"/>
              </a:spcAft>
              <a:buClr>
                <a:srgbClr val="FFFFFF"/>
              </a:buClr>
              <a:buSzPts val="3600"/>
              <a:buNone/>
              <a:defRPr sz="3600">
                <a:solidFill>
                  <a:srgbClr val="FFFFFF"/>
                </a:solidFill>
              </a:defRPr>
            </a:lvl8pPr>
            <a:lvl9pPr lvl="8">
              <a:spcBef>
                <a:spcPts val="0"/>
              </a:spcBef>
              <a:spcAft>
                <a:spcPts val="0"/>
              </a:spcAft>
              <a:buClr>
                <a:srgbClr val="FFFFFF"/>
              </a:buClr>
              <a:buSzPts val="3600"/>
              <a:buNone/>
              <a:defRPr sz="3600">
                <a:solidFill>
                  <a:srgbClr val="FFFFFF"/>
                </a:solidFill>
              </a:defRPr>
            </a:lvl9pPr>
          </a:lstStyle>
          <a:p/>
        </p:txBody>
      </p:sp>
      <p:sp>
        <p:nvSpPr>
          <p:cNvPr id="724" name="Google Shape;724;p98"/>
          <p:cNvSpPr txBox="1"/>
          <p:nvPr>
            <p:ph idx="12" type="sldNum"/>
          </p:nvPr>
        </p:nvSpPr>
        <p:spPr>
          <a:xfrm>
            <a:off x="457200" y="4662725"/>
            <a:ext cx="2372100" cy="393600"/>
          </a:xfrm>
          <a:prstGeom prst="rect">
            <a:avLst/>
          </a:prstGeom>
          <a:noFill/>
          <a:ln>
            <a:noFill/>
          </a:ln>
        </p:spPr>
        <p:txBody>
          <a:bodyPr anchorCtr="0" anchor="ctr" bIns="91425" lIns="91425" spcFirstLastPara="1" rIns="91425" wrap="square" tIns="91425">
            <a:noAutofit/>
          </a:bodyPr>
          <a:lstStyle>
            <a:lvl1pPr lvl="0">
              <a:lnSpc>
                <a:spcPct val="100000"/>
              </a:lnSpc>
              <a:buNone/>
              <a:defRPr sz="900">
                <a:latin typeface="Proxima Nova"/>
                <a:ea typeface="Proxima Nova"/>
                <a:cs typeface="Proxima Nova"/>
                <a:sym typeface="Proxima Nova"/>
              </a:defRPr>
            </a:lvl1pPr>
            <a:lvl2pPr lvl="1">
              <a:lnSpc>
                <a:spcPct val="100000"/>
              </a:lnSpc>
              <a:buNone/>
              <a:defRPr sz="900">
                <a:latin typeface="Proxima Nova"/>
                <a:ea typeface="Proxima Nova"/>
                <a:cs typeface="Proxima Nova"/>
                <a:sym typeface="Proxima Nova"/>
              </a:defRPr>
            </a:lvl2pPr>
            <a:lvl3pPr lvl="2">
              <a:lnSpc>
                <a:spcPct val="100000"/>
              </a:lnSpc>
              <a:buNone/>
              <a:defRPr sz="900">
                <a:latin typeface="Proxima Nova"/>
                <a:ea typeface="Proxima Nova"/>
                <a:cs typeface="Proxima Nova"/>
                <a:sym typeface="Proxima Nova"/>
              </a:defRPr>
            </a:lvl3pPr>
            <a:lvl4pPr lvl="3">
              <a:lnSpc>
                <a:spcPct val="100000"/>
              </a:lnSpc>
              <a:buNone/>
              <a:defRPr sz="900">
                <a:latin typeface="Proxima Nova"/>
                <a:ea typeface="Proxima Nova"/>
                <a:cs typeface="Proxima Nova"/>
                <a:sym typeface="Proxima Nova"/>
              </a:defRPr>
            </a:lvl4pPr>
            <a:lvl5pPr lvl="4">
              <a:lnSpc>
                <a:spcPct val="100000"/>
              </a:lnSpc>
              <a:buNone/>
              <a:defRPr sz="900">
                <a:latin typeface="Proxima Nova"/>
                <a:ea typeface="Proxima Nova"/>
                <a:cs typeface="Proxima Nova"/>
                <a:sym typeface="Proxima Nova"/>
              </a:defRPr>
            </a:lvl5pPr>
            <a:lvl6pPr lvl="5">
              <a:lnSpc>
                <a:spcPct val="100000"/>
              </a:lnSpc>
              <a:buNone/>
              <a:defRPr sz="900">
                <a:latin typeface="Proxima Nova"/>
                <a:ea typeface="Proxima Nova"/>
                <a:cs typeface="Proxima Nova"/>
                <a:sym typeface="Proxima Nova"/>
              </a:defRPr>
            </a:lvl6pPr>
            <a:lvl7pPr lvl="6">
              <a:lnSpc>
                <a:spcPct val="100000"/>
              </a:lnSpc>
              <a:buNone/>
              <a:defRPr sz="900">
                <a:latin typeface="Proxima Nova"/>
                <a:ea typeface="Proxima Nova"/>
                <a:cs typeface="Proxima Nova"/>
                <a:sym typeface="Proxima Nova"/>
              </a:defRPr>
            </a:lvl7pPr>
            <a:lvl8pPr lvl="7">
              <a:lnSpc>
                <a:spcPct val="100000"/>
              </a:lnSpc>
              <a:buNone/>
              <a:defRPr sz="900">
                <a:latin typeface="Proxima Nova"/>
                <a:ea typeface="Proxima Nova"/>
                <a:cs typeface="Proxima Nova"/>
                <a:sym typeface="Proxima Nova"/>
              </a:defRPr>
            </a:lvl8pPr>
            <a:lvl9pPr lvl="8">
              <a:lnSpc>
                <a:spcPct val="100000"/>
              </a:lnSpc>
              <a:buNone/>
              <a:defRPr sz="900">
                <a:latin typeface="Proxima Nova"/>
                <a:ea typeface="Proxima Nova"/>
                <a:cs typeface="Proxima Nova"/>
                <a:sym typeface="Proxima Nova"/>
              </a:defRPr>
            </a:lvl9pPr>
          </a:lstStyle>
          <a:p>
            <a:pPr indent="0" lvl="0" marL="0" rtl="0" algn="l">
              <a:spcBef>
                <a:spcPts val="0"/>
              </a:spcBef>
              <a:spcAft>
                <a:spcPts val="0"/>
              </a:spcAft>
              <a:buNone/>
            </a:pPr>
            <a:fld id="{00000000-1234-1234-1234-123412341234}" type="slidenum">
              <a:rPr lang="en"/>
              <a:t>‹#›</a:t>
            </a:fld>
            <a:r>
              <a:rPr lang="en"/>
              <a:t> | © 2018 General Assembly</a:t>
            </a:r>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5" name="Shape 725"/>
        <p:cNvGrpSpPr/>
        <p:nvPr/>
      </p:nvGrpSpPr>
      <p:grpSpPr>
        <a:xfrm>
          <a:off x="0" y="0"/>
          <a:ext cx="0" cy="0"/>
          <a:chOff x="0" y="0"/>
          <a:chExt cx="0" cy="0"/>
        </a:xfrm>
      </p:grpSpPr>
      <p:sp>
        <p:nvSpPr>
          <p:cNvPr id="726" name="Google Shape;726;p9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727" name="Shape 727"/>
        <p:cNvGrpSpPr/>
        <p:nvPr/>
      </p:nvGrpSpPr>
      <p:grpSpPr>
        <a:xfrm>
          <a:off x="0" y="0"/>
          <a:ext cx="0" cy="0"/>
          <a:chOff x="0" y="0"/>
          <a:chExt cx="0" cy="0"/>
        </a:xfrm>
      </p:grpSpPr>
      <p:pic>
        <p:nvPicPr>
          <p:cNvPr id="728" name="Google Shape;728;p100"/>
          <p:cNvPicPr preferRelativeResize="0"/>
          <p:nvPr/>
        </p:nvPicPr>
        <p:blipFill rotWithShape="1">
          <a:blip r:embed="rId2">
            <a:alphaModFix/>
          </a:blip>
          <a:srcRect b="25490" l="5866" r="82471" t="11494"/>
          <a:stretch/>
        </p:blipFill>
        <p:spPr>
          <a:xfrm>
            <a:off x="-9525" y="-9400"/>
            <a:ext cx="1076277" cy="1147825"/>
          </a:xfrm>
          <a:prstGeom prst="rect">
            <a:avLst/>
          </a:prstGeom>
          <a:noFill/>
          <a:ln>
            <a:noFill/>
          </a:ln>
        </p:spPr>
      </p:pic>
      <p:sp>
        <p:nvSpPr>
          <p:cNvPr id="729" name="Google Shape;729;p100"/>
          <p:cNvSpPr txBox="1"/>
          <p:nvPr>
            <p:ph type="title"/>
          </p:nvPr>
        </p:nvSpPr>
        <p:spPr>
          <a:xfrm>
            <a:off x="785675" y="368825"/>
            <a:ext cx="7572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Font typeface="Helvetica Neue Light"/>
              <a:buNone/>
              <a:defRPr>
                <a:latin typeface="Helvetica Neue Light"/>
                <a:ea typeface="Helvetica Neue Light"/>
                <a:cs typeface="Helvetica Neue Light"/>
                <a:sym typeface="Helvetica Neue Light"/>
              </a:defRPr>
            </a:lvl1pPr>
            <a:lvl2pPr lvl="1">
              <a:spcBef>
                <a:spcPts val="0"/>
              </a:spcBef>
              <a:spcAft>
                <a:spcPts val="0"/>
              </a:spcAft>
              <a:buSzPts val="2800"/>
              <a:buFont typeface="Helvetica Neue"/>
              <a:buNone/>
              <a:defRPr>
                <a:latin typeface="Helvetica Neue"/>
                <a:ea typeface="Helvetica Neue"/>
                <a:cs typeface="Helvetica Neue"/>
                <a:sym typeface="Helvetica Neue"/>
              </a:defRPr>
            </a:lvl2pPr>
            <a:lvl3pPr lvl="2">
              <a:spcBef>
                <a:spcPts val="0"/>
              </a:spcBef>
              <a:spcAft>
                <a:spcPts val="0"/>
              </a:spcAft>
              <a:buSzPts val="2800"/>
              <a:buFont typeface="Helvetica Neue"/>
              <a:buNone/>
              <a:defRPr>
                <a:latin typeface="Helvetica Neue"/>
                <a:ea typeface="Helvetica Neue"/>
                <a:cs typeface="Helvetica Neue"/>
                <a:sym typeface="Helvetica Neue"/>
              </a:defRPr>
            </a:lvl3pPr>
            <a:lvl4pPr lvl="3">
              <a:spcBef>
                <a:spcPts val="0"/>
              </a:spcBef>
              <a:spcAft>
                <a:spcPts val="0"/>
              </a:spcAft>
              <a:buSzPts val="2800"/>
              <a:buFont typeface="Helvetica Neue"/>
              <a:buNone/>
              <a:defRPr>
                <a:latin typeface="Helvetica Neue"/>
                <a:ea typeface="Helvetica Neue"/>
                <a:cs typeface="Helvetica Neue"/>
                <a:sym typeface="Helvetica Neue"/>
              </a:defRPr>
            </a:lvl4pPr>
            <a:lvl5pPr lvl="4">
              <a:spcBef>
                <a:spcPts val="0"/>
              </a:spcBef>
              <a:spcAft>
                <a:spcPts val="0"/>
              </a:spcAft>
              <a:buSzPts val="2800"/>
              <a:buFont typeface="Helvetica Neue"/>
              <a:buNone/>
              <a:defRPr>
                <a:latin typeface="Helvetica Neue"/>
                <a:ea typeface="Helvetica Neue"/>
                <a:cs typeface="Helvetica Neue"/>
                <a:sym typeface="Helvetica Neue"/>
              </a:defRPr>
            </a:lvl5pPr>
            <a:lvl6pPr lvl="5">
              <a:spcBef>
                <a:spcPts val="0"/>
              </a:spcBef>
              <a:spcAft>
                <a:spcPts val="0"/>
              </a:spcAft>
              <a:buSzPts val="2800"/>
              <a:buFont typeface="Helvetica Neue"/>
              <a:buNone/>
              <a:defRPr>
                <a:latin typeface="Helvetica Neue"/>
                <a:ea typeface="Helvetica Neue"/>
                <a:cs typeface="Helvetica Neue"/>
                <a:sym typeface="Helvetica Neue"/>
              </a:defRPr>
            </a:lvl6pPr>
            <a:lvl7pPr lvl="6">
              <a:spcBef>
                <a:spcPts val="0"/>
              </a:spcBef>
              <a:spcAft>
                <a:spcPts val="0"/>
              </a:spcAft>
              <a:buSzPts val="2800"/>
              <a:buFont typeface="Helvetica Neue"/>
              <a:buNone/>
              <a:defRPr>
                <a:latin typeface="Helvetica Neue"/>
                <a:ea typeface="Helvetica Neue"/>
                <a:cs typeface="Helvetica Neue"/>
                <a:sym typeface="Helvetica Neue"/>
              </a:defRPr>
            </a:lvl7pPr>
            <a:lvl8pPr lvl="7">
              <a:spcBef>
                <a:spcPts val="0"/>
              </a:spcBef>
              <a:spcAft>
                <a:spcPts val="0"/>
              </a:spcAft>
              <a:buSzPts val="2800"/>
              <a:buFont typeface="Helvetica Neue"/>
              <a:buNone/>
              <a:defRPr>
                <a:latin typeface="Helvetica Neue"/>
                <a:ea typeface="Helvetica Neue"/>
                <a:cs typeface="Helvetica Neue"/>
                <a:sym typeface="Helvetica Neue"/>
              </a:defRPr>
            </a:lvl8pPr>
            <a:lvl9pPr lvl="8">
              <a:spcBef>
                <a:spcPts val="0"/>
              </a:spcBef>
              <a:spcAft>
                <a:spcPts val="0"/>
              </a:spcAft>
              <a:buSzPts val="2800"/>
              <a:buFont typeface="Helvetica Neue"/>
              <a:buNone/>
              <a:defRPr>
                <a:latin typeface="Helvetica Neue"/>
                <a:ea typeface="Helvetica Neue"/>
                <a:cs typeface="Helvetica Neue"/>
                <a:sym typeface="Helvetica Neue"/>
              </a:defRPr>
            </a:lvl9pPr>
          </a:lstStyle>
          <a:p/>
        </p:txBody>
      </p:sp>
      <p:sp>
        <p:nvSpPr>
          <p:cNvPr id="730" name="Google Shape;730;p100"/>
          <p:cNvSpPr txBox="1"/>
          <p:nvPr>
            <p:ph idx="1" type="body"/>
          </p:nvPr>
        </p:nvSpPr>
        <p:spPr>
          <a:xfrm>
            <a:off x="785675" y="1363075"/>
            <a:ext cx="7572600" cy="3205800"/>
          </a:xfrm>
          <a:prstGeom prst="rect">
            <a:avLst/>
          </a:prstGeom>
        </p:spPr>
        <p:txBody>
          <a:bodyPr anchorCtr="0" anchor="t" bIns="91425" lIns="91425" spcFirstLastPara="1" rIns="91425" wrap="square" tIns="91425">
            <a:noAutofit/>
          </a:bodyPr>
          <a:lstStyle>
            <a:lvl1pPr indent="-342900" lvl="0" marL="457200">
              <a:lnSpc>
                <a:spcPct val="114000"/>
              </a:lnSpc>
              <a:spcBef>
                <a:spcPts val="0"/>
              </a:spcBef>
              <a:spcAft>
                <a:spcPts val="0"/>
              </a:spcAft>
              <a:buSzPts val="1800"/>
              <a:buFont typeface="Helvetica Neue Light"/>
              <a:buChar char="●"/>
              <a:defRPr>
                <a:latin typeface="Helvetica Neue Light"/>
                <a:ea typeface="Helvetica Neue Light"/>
                <a:cs typeface="Helvetica Neue Light"/>
                <a:sym typeface="Helvetica Neue Light"/>
              </a:defRPr>
            </a:lvl1pPr>
            <a:lvl2pPr indent="-317500" lvl="1" marL="9144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2pPr>
            <a:lvl3pPr indent="-317500" lvl="2" marL="13716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3pPr>
            <a:lvl4pPr indent="-317500" lvl="3" marL="18288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4pPr>
            <a:lvl5pPr indent="-317500" lvl="4" marL="22860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5pPr>
            <a:lvl6pPr indent="-317500" lvl="5" marL="27432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6pPr>
            <a:lvl7pPr indent="-317500" lvl="6" marL="32004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7pPr>
            <a:lvl8pPr indent="-317500" lvl="7" marL="36576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8pPr>
            <a:lvl9pPr indent="-317500" lvl="8" marL="41148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9pPr>
          </a:lstStyle>
          <a:p/>
        </p:txBody>
      </p:sp>
      <p:sp>
        <p:nvSpPr>
          <p:cNvPr id="731" name="Google Shape;731;p1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732" name="Google Shape;732;p100"/>
          <p:cNvPicPr preferRelativeResize="0"/>
          <p:nvPr/>
        </p:nvPicPr>
        <p:blipFill rotWithShape="1">
          <a:blip r:embed="rId3">
            <a:alphaModFix/>
          </a:blip>
          <a:srcRect b="23144" l="19848" r="19842" t="23144"/>
          <a:stretch/>
        </p:blipFill>
        <p:spPr>
          <a:xfrm>
            <a:off x="8154475" y="4661112"/>
            <a:ext cx="446675" cy="397822"/>
          </a:xfrm>
          <a:prstGeom prst="rect">
            <a:avLst/>
          </a:prstGeom>
          <a:noFill/>
          <a:ln>
            <a:noFill/>
          </a:ln>
        </p:spPr>
      </p:pic>
      <p:pic>
        <p:nvPicPr>
          <p:cNvPr id="733" name="Google Shape;733;p100"/>
          <p:cNvPicPr preferRelativeResize="0"/>
          <p:nvPr/>
        </p:nvPicPr>
        <p:blipFill rotWithShape="1">
          <a:blip r:embed="rId2">
            <a:alphaModFix/>
          </a:blip>
          <a:srcRect b="25490" l="83383" r="4308" t="11494"/>
          <a:stretch/>
        </p:blipFill>
        <p:spPr>
          <a:xfrm>
            <a:off x="8017625" y="-7025"/>
            <a:ext cx="1135900" cy="1147800"/>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it Ticket - Solution">
  <p:cSld name="CUSTOM_6_2_1_1_1_1_1">
    <p:spTree>
      <p:nvGrpSpPr>
        <p:cNvPr id="734" name="Shape 734"/>
        <p:cNvGrpSpPr/>
        <p:nvPr/>
      </p:nvGrpSpPr>
      <p:grpSpPr>
        <a:xfrm>
          <a:off x="0" y="0"/>
          <a:ext cx="0" cy="0"/>
          <a:chOff x="0" y="0"/>
          <a:chExt cx="0" cy="0"/>
        </a:xfrm>
      </p:grpSpPr>
      <p:pic>
        <p:nvPicPr>
          <p:cNvPr id="735" name="Google Shape;735;p101"/>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736" name="Google Shape;736;p10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737" name="Google Shape;737;p10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38" name="Google Shape;738;p101"/>
          <p:cNvSpPr txBox="1"/>
          <p:nvPr>
            <p:ph idx="1" type="subTitle"/>
          </p:nvPr>
        </p:nvSpPr>
        <p:spPr>
          <a:xfrm>
            <a:off x="4454075" y="1260500"/>
            <a:ext cx="4346700" cy="34950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39" name="Google Shape;739;p10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40" name="Google Shape;740;p10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41" name="Google Shape;741;p10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742" name="Google Shape;742;p10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43" name="Google Shape;743;p10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p:cSld name="CUSTOM_8">
    <p:spTree>
      <p:nvGrpSpPr>
        <p:cNvPr id="744" name="Shape 744"/>
        <p:cNvGrpSpPr/>
        <p:nvPr/>
      </p:nvGrpSpPr>
      <p:grpSpPr>
        <a:xfrm>
          <a:off x="0" y="0"/>
          <a:ext cx="0" cy="0"/>
          <a:chOff x="0" y="0"/>
          <a:chExt cx="0" cy="0"/>
        </a:xfrm>
      </p:grpSpPr>
      <p:pic>
        <p:nvPicPr>
          <p:cNvPr descr="Divider4.png" id="745" name="Google Shape;745;p102"/>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746" name="Google Shape;746;p102"/>
          <p:cNvPicPr preferRelativeResize="0"/>
          <p:nvPr/>
        </p:nvPicPr>
        <p:blipFill>
          <a:blip r:embed="rId3">
            <a:alphaModFix/>
          </a:blip>
          <a:stretch>
            <a:fillRect/>
          </a:stretch>
        </p:blipFill>
        <p:spPr>
          <a:xfrm>
            <a:off x="5781725" y="106625"/>
            <a:ext cx="3208724" cy="759025"/>
          </a:xfrm>
          <a:prstGeom prst="rect">
            <a:avLst/>
          </a:prstGeom>
          <a:noFill/>
          <a:ln>
            <a:noFill/>
          </a:ln>
        </p:spPr>
      </p:pic>
      <p:sp>
        <p:nvSpPr>
          <p:cNvPr id="747" name="Google Shape;747;p102"/>
          <p:cNvSpPr txBox="1"/>
          <p:nvPr>
            <p:ph type="title"/>
          </p:nvPr>
        </p:nvSpPr>
        <p:spPr>
          <a:xfrm>
            <a:off x="1628200" y="1807975"/>
            <a:ext cx="5887800" cy="6510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748" name="Google Shape;748;p102"/>
          <p:cNvSpPr txBox="1"/>
          <p:nvPr>
            <p:ph idx="1" type="subTitle"/>
          </p:nvPr>
        </p:nvSpPr>
        <p:spPr>
          <a:xfrm>
            <a:off x="3582400" y="3009550"/>
            <a:ext cx="1979100" cy="356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Blue) 1">
  <p:cSld name="TITLE_AND_BODY_1_3_2_2">
    <p:bg>
      <p:bgPr>
        <a:solidFill>
          <a:srgbClr val="1A1D54"/>
        </a:solidFill>
      </p:bgPr>
    </p:bg>
    <p:spTree>
      <p:nvGrpSpPr>
        <p:cNvPr id="749" name="Shape 749"/>
        <p:cNvGrpSpPr/>
        <p:nvPr/>
      </p:nvGrpSpPr>
      <p:grpSpPr>
        <a:xfrm>
          <a:off x="0" y="0"/>
          <a:ext cx="0" cy="0"/>
          <a:chOff x="0" y="0"/>
          <a:chExt cx="0" cy="0"/>
        </a:xfrm>
      </p:grpSpPr>
      <p:sp>
        <p:nvSpPr>
          <p:cNvPr id="750" name="Google Shape;750;p103"/>
          <p:cNvSpPr txBox="1"/>
          <p:nvPr>
            <p:ph type="title"/>
          </p:nvPr>
        </p:nvSpPr>
        <p:spPr>
          <a:xfrm>
            <a:off x="457200" y="445025"/>
            <a:ext cx="7632900" cy="570900"/>
          </a:xfrm>
          <a:prstGeom prst="rect">
            <a:avLst/>
          </a:prstGeom>
        </p:spPr>
        <p:txBody>
          <a:bodyPr anchorCtr="0" anchor="t" bIns="91425" lIns="0" spcFirstLastPara="1" rIns="0" wrap="square" tIns="91425">
            <a:noAutofit/>
          </a:bodyPr>
          <a:lstStyle>
            <a:lvl1pPr lvl="0">
              <a:spcBef>
                <a:spcPts val="0"/>
              </a:spcBef>
              <a:spcAft>
                <a:spcPts val="0"/>
              </a:spcAft>
              <a:buClr>
                <a:schemeClr val="lt1"/>
              </a:buClr>
              <a:buSzPts val="2800"/>
              <a:buFont typeface="Space Mono"/>
              <a:buNone/>
              <a:defRPr b="0">
                <a:solidFill>
                  <a:schemeClr val="lt1"/>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51" name="Google Shape;751;p103"/>
          <p:cNvSpPr txBox="1"/>
          <p:nvPr>
            <p:ph idx="12" type="sldNum"/>
          </p:nvPr>
        </p:nvSpPr>
        <p:spPr>
          <a:xfrm>
            <a:off x="8330129" y="4686300"/>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0C98E"/>
                </a:solidFill>
              </a:defRPr>
            </a:lvl1pPr>
            <a:lvl2pPr lvl="1">
              <a:buNone/>
              <a:defRPr>
                <a:solidFill>
                  <a:srgbClr val="00C98E"/>
                </a:solidFill>
              </a:defRPr>
            </a:lvl2pPr>
            <a:lvl3pPr lvl="2">
              <a:buNone/>
              <a:defRPr>
                <a:solidFill>
                  <a:srgbClr val="00C98E"/>
                </a:solidFill>
              </a:defRPr>
            </a:lvl3pPr>
            <a:lvl4pPr lvl="3">
              <a:buNone/>
              <a:defRPr>
                <a:solidFill>
                  <a:srgbClr val="00C98E"/>
                </a:solidFill>
              </a:defRPr>
            </a:lvl4pPr>
            <a:lvl5pPr lvl="4">
              <a:buNone/>
              <a:defRPr>
                <a:solidFill>
                  <a:srgbClr val="00C98E"/>
                </a:solidFill>
              </a:defRPr>
            </a:lvl5pPr>
            <a:lvl6pPr lvl="5">
              <a:buNone/>
              <a:defRPr>
                <a:solidFill>
                  <a:srgbClr val="00C98E"/>
                </a:solidFill>
              </a:defRPr>
            </a:lvl6pPr>
            <a:lvl7pPr lvl="6">
              <a:buNone/>
              <a:defRPr>
                <a:solidFill>
                  <a:srgbClr val="00C98E"/>
                </a:solidFill>
              </a:defRPr>
            </a:lvl7pPr>
            <a:lvl8pPr lvl="7">
              <a:buNone/>
              <a:defRPr>
                <a:solidFill>
                  <a:srgbClr val="00C98E"/>
                </a:solidFill>
              </a:defRPr>
            </a:lvl8pPr>
            <a:lvl9pPr lvl="8">
              <a:buNone/>
              <a:defRPr>
                <a:solidFill>
                  <a:srgbClr val="00C98E"/>
                </a:solidFill>
              </a:defRPr>
            </a:lvl9pPr>
          </a:lstStyle>
          <a:p>
            <a:pPr indent="0" lvl="0" marL="0" rtl="0" algn="l">
              <a:spcBef>
                <a:spcPts val="0"/>
              </a:spcBef>
              <a:spcAft>
                <a:spcPts val="0"/>
              </a:spcAft>
              <a:buNone/>
            </a:pPr>
            <a:fld id="{00000000-1234-1234-1234-123412341234}" type="slidenum">
              <a:rPr lang="en"/>
              <a:t>‹#›</a:t>
            </a:fld>
            <a:endParaRPr/>
          </a:p>
        </p:txBody>
      </p:sp>
      <p:cxnSp>
        <p:nvCxnSpPr>
          <p:cNvPr id="752" name="Google Shape;752;p103"/>
          <p:cNvCxnSpPr/>
          <p:nvPr/>
        </p:nvCxnSpPr>
        <p:spPr>
          <a:xfrm>
            <a:off x="450488" y="1206557"/>
            <a:ext cx="8227800" cy="0"/>
          </a:xfrm>
          <a:prstGeom prst="straightConnector1">
            <a:avLst/>
          </a:prstGeom>
          <a:noFill/>
          <a:ln cap="flat" cmpd="sng" w="19050">
            <a:solidFill>
              <a:srgbClr val="EFEFEF"/>
            </a:solidFill>
            <a:prstDash val="solid"/>
            <a:miter lim="400000"/>
            <a:headEnd len="sm" w="sm" type="none"/>
            <a:tailEnd len="sm" w="sm" type="none"/>
          </a:ln>
        </p:spPr>
      </p:cxnSp>
      <p:pic>
        <p:nvPicPr>
          <p:cNvPr id="753" name="Google Shape;753;p103"/>
          <p:cNvPicPr preferRelativeResize="0"/>
          <p:nvPr/>
        </p:nvPicPr>
        <p:blipFill rotWithShape="1">
          <a:blip r:embed="rId2">
            <a:alphaModFix/>
          </a:blip>
          <a:srcRect b="2043" l="0" r="0" t="2043"/>
          <a:stretch/>
        </p:blipFill>
        <p:spPr>
          <a:xfrm>
            <a:off x="460424" y="4686301"/>
            <a:ext cx="1099789" cy="97150"/>
          </a:xfrm>
          <a:prstGeom prst="rect">
            <a:avLst/>
          </a:prstGeom>
          <a:noFill/>
          <a:ln>
            <a:noFill/>
          </a:ln>
        </p:spPr>
      </p:pic>
      <p:sp>
        <p:nvSpPr>
          <p:cNvPr id="754" name="Google Shape;754;p103"/>
          <p:cNvSpPr txBox="1"/>
          <p:nvPr>
            <p:ph idx="1" type="body"/>
          </p:nvPr>
        </p:nvSpPr>
        <p:spPr>
          <a:xfrm>
            <a:off x="450500" y="1397175"/>
            <a:ext cx="8227800" cy="297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00C98E"/>
              </a:buClr>
              <a:buSzPts val="1800"/>
              <a:buChar char="●"/>
              <a:defRPr>
                <a:solidFill>
                  <a:schemeClr val="lt1"/>
                </a:solidFill>
              </a:defRPr>
            </a:lvl1pPr>
            <a:lvl2pPr indent="-317500" lvl="1" marL="914400">
              <a:spcBef>
                <a:spcPts val="1600"/>
              </a:spcBef>
              <a:spcAft>
                <a:spcPts val="0"/>
              </a:spcAft>
              <a:buClr>
                <a:srgbClr val="00C98E"/>
              </a:buClr>
              <a:buSzPts val="1400"/>
              <a:buChar char="○"/>
              <a:defRPr>
                <a:solidFill>
                  <a:schemeClr val="lt1"/>
                </a:solidFill>
              </a:defRPr>
            </a:lvl2pPr>
            <a:lvl3pPr indent="-317500" lvl="2" marL="1371600">
              <a:spcBef>
                <a:spcPts val="1600"/>
              </a:spcBef>
              <a:spcAft>
                <a:spcPts val="0"/>
              </a:spcAft>
              <a:buClr>
                <a:srgbClr val="00C98E"/>
              </a:buClr>
              <a:buSzPts val="1400"/>
              <a:buChar char="■"/>
              <a:defRPr>
                <a:solidFill>
                  <a:schemeClr val="lt1"/>
                </a:solidFill>
              </a:defRPr>
            </a:lvl3pPr>
            <a:lvl4pPr indent="-317500" lvl="3" marL="1828800">
              <a:spcBef>
                <a:spcPts val="1600"/>
              </a:spcBef>
              <a:spcAft>
                <a:spcPts val="0"/>
              </a:spcAft>
              <a:buClr>
                <a:srgbClr val="00C98E"/>
              </a:buClr>
              <a:buSzPts val="1400"/>
              <a:buChar char="●"/>
              <a:defRPr>
                <a:solidFill>
                  <a:schemeClr val="lt1"/>
                </a:solidFill>
              </a:defRPr>
            </a:lvl4pPr>
            <a:lvl5pPr indent="-317500" lvl="4" marL="2286000">
              <a:spcBef>
                <a:spcPts val="1600"/>
              </a:spcBef>
              <a:spcAft>
                <a:spcPts val="0"/>
              </a:spcAft>
              <a:buClr>
                <a:srgbClr val="00C98E"/>
              </a:buClr>
              <a:buSzPts val="1400"/>
              <a:buChar char="○"/>
              <a:defRPr>
                <a:solidFill>
                  <a:schemeClr val="lt1"/>
                </a:solidFill>
              </a:defRPr>
            </a:lvl5pPr>
            <a:lvl6pPr indent="-317500" lvl="5" marL="2743200">
              <a:spcBef>
                <a:spcPts val="1600"/>
              </a:spcBef>
              <a:spcAft>
                <a:spcPts val="0"/>
              </a:spcAft>
              <a:buClr>
                <a:srgbClr val="00C98E"/>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mparison Three">
  <p:cSld name="TITLE_AND_BODY_1_3_2_1_1_1_1_1_1_1_1_1_1_1_1_1_1_1_1_1_2">
    <p:bg>
      <p:bgPr>
        <a:solidFill>
          <a:schemeClr val="lt1"/>
        </a:solidFill>
      </p:bgPr>
    </p:bg>
    <p:spTree>
      <p:nvGrpSpPr>
        <p:cNvPr id="755" name="Shape 755"/>
        <p:cNvGrpSpPr/>
        <p:nvPr/>
      </p:nvGrpSpPr>
      <p:grpSpPr>
        <a:xfrm>
          <a:off x="0" y="0"/>
          <a:ext cx="0" cy="0"/>
          <a:chOff x="0" y="0"/>
          <a:chExt cx="0" cy="0"/>
        </a:xfrm>
      </p:grpSpPr>
      <p:pic>
        <p:nvPicPr>
          <p:cNvPr id="756" name="Google Shape;756;p104"/>
          <p:cNvPicPr preferRelativeResize="0"/>
          <p:nvPr/>
        </p:nvPicPr>
        <p:blipFill rotWithShape="1">
          <a:blip r:embed="rId2">
            <a:alphaModFix/>
          </a:blip>
          <a:srcRect b="0" l="27599" r="0" t="8809"/>
          <a:stretch/>
        </p:blipFill>
        <p:spPr>
          <a:xfrm rot="-10799985">
            <a:off x="6844249" y="1534556"/>
            <a:ext cx="2375951" cy="3685139"/>
          </a:xfrm>
          <a:prstGeom prst="rect">
            <a:avLst/>
          </a:prstGeom>
          <a:noFill/>
          <a:ln>
            <a:noFill/>
          </a:ln>
        </p:spPr>
      </p:pic>
      <p:cxnSp>
        <p:nvCxnSpPr>
          <p:cNvPr id="757" name="Google Shape;757;p104"/>
          <p:cNvCxnSpPr/>
          <p:nvPr/>
        </p:nvCxnSpPr>
        <p:spPr>
          <a:xfrm>
            <a:off x="450488" y="1343476"/>
            <a:ext cx="6643800" cy="0"/>
          </a:xfrm>
          <a:prstGeom prst="straightConnector1">
            <a:avLst/>
          </a:prstGeom>
          <a:noFill/>
          <a:ln cap="flat" cmpd="sng" w="19050">
            <a:solidFill>
              <a:srgbClr val="EFEFEF"/>
            </a:solidFill>
            <a:prstDash val="solid"/>
            <a:miter lim="400000"/>
            <a:headEnd len="sm" w="sm" type="none"/>
            <a:tailEnd len="sm" w="sm" type="none"/>
          </a:ln>
        </p:spPr>
      </p:cxnSp>
      <p:sp>
        <p:nvSpPr>
          <p:cNvPr id="758" name="Google Shape;758;p104"/>
          <p:cNvSpPr txBox="1"/>
          <p:nvPr>
            <p:ph type="title"/>
          </p:nvPr>
        </p:nvSpPr>
        <p:spPr>
          <a:xfrm>
            <a:off x="450500" y="347200"/>
            <a:ext cx="6643800" cy="738900"/>
          </a:xfrm>
          <a:prstGeom prst="rect">
            <a:avLst/>
          </a:prstGeom>
        </p:spPr>
        <p:txBody>
          <a:bodyPr anchorCtr="0" anchor="t" bIns="91425" lIns="0" spcFirstLastPara="1" rIns="0" wrap="square" tIns="91425">
            <a:noAutofit/>
          </a:bodyPr>
          <a:lstStyle>
            <a:lvl1pPr lvl="0">
              <a:spcBef>
                <a:spcPts val="0"/>
              </a:spcBef>
              <a:spcAft>
                <a:spcPts val="0"/>
              </a:spcAft>
              <a:buClr>
                <a:srgbClr val="053053"/>
              </a:buClr>
              <a:buSzPts val="2200"/>
              <a:buFont typeface="Space Mono"/>
              <a:buNone/>
              <a:defRPr b="0" sz="2200">
                <a:solidFill>
                  <a:srgbClr val="053053"/>
                </a:solidFill>
                <a:latin typeface="Space Mono"/>
                <a:ea typeface="Space Mono"/>
                <a:cs typeface="Space Mono"/>
                <a:sym typeface="Space Mono"/>
              </a:defRPr>
            </a:lvl1pPr>
            <a:lvl2pPr lvl="1">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2pPr>
            <a:lvl3pPr lvl="2">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3pPr>
            <a:lvl4pPr lvl="3">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4pPr>
            <a:lvl5pPr lvl="4">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5pPr>
            <a:lvl6pPr lvl="5">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6pPr>
            <a:lvl7pPr lvl="6">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7pPr>
            <a:lvl8pPr lvl="7">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8pPr>
            <a:lvl9pPr lvl="8">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9pPr>
          </a:lstStyle>
          <a:p/>
        </p:txBody>
      </p:sp>
      <p:pic>
        <p:nvPicPr>
          <p:cNvPr id="759" name="Google Shape;759;p104"/>
          <p:cNvPicPr preferRelativeResize="0"/>
          <p:nvPr/>
        </p:nvPicPr>
        <p:blipFill rotWithShape="1">
          <a:blip r:embed="rId3">
            <a:alphaModFix/>
          </a:blip>
          <a:srcRect b="2135" l="0" r="0" t="2135"/>
          <a:stretch/>
        </p:blipFill>
        <p:spPr>
          <a:xfrm>
            <a:off x="447850" y="4686300"/>
            <a:ext cx="1099802" cy="97160"/>
          </a:xfrm>
          <a:prstGeom prst="rect">
            <a:avLst/>
          </a:prstGeom>
          <a:noFill/>
          <a:ln>
            <a:noFill/>
          </a:ln>
        </p:spPr>
      </p:pic>
      <p:cxnSp>
        <p:nvCxnSpPr>
          <p:cNvPr id="760" name="Google Shape;760;p104"/>
          <p:cNvCxnSpPr/>
          <p:nvPr/>
        </p:nvCxnSpPr>
        <p:spPr>
          <a:xfrm>
            <a:off x="450488" y="1343476"/>
            <a:ext cx="6643800" cy="0"/>
          </a:xfrm>
          <a:prstGeom prst="straightConnector1">
            <a:avLst/>
          </a:prstGeom>
          <a:noFill/>
          <a:ln cap="flat" cmpd="sng" w="19050">
            <a:solidFill>
              <a:srgbClr val="EFEFEF"/>
            </a:solidFill>
            <a:prstDash val="solid"/>
            <a:miter lim="400000"/>
            <a:headEnd len="sm" w="sm" type="none"/>
            <a:tailEnd len="sm" w="sm" type="none"/>
          </a:ln>
        </p:spPr>
      </p:cxnSp>
      <p:sp>
        <p:nvSpPr>
          <p:cNvPr id="761" name="Google Shape;761;p104"/>
          <p:cNvSpPr txBox="1"/>
          <p:nvPr>
            <p:ph idx="1" type="subTitle"/>
          </p:nvPr>
        </p:nvSpPr>
        <p:spPr>
          <a:xfrm>
            <a:off x="450500"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sp>
        <p:nvSpPr>
          <p:cNvPr id="762" name="Google Shape;762;p104"/>
          <p:cNvSpPr txBox="1"/>
          <p:nvPr>
            <p:ph idx="12" type="sldNum"/>
          </p:nvPr>
        </p:nvSpPr>
        <p:spPr>
          <a:xfrm>
            <a:off x="8330104" y="4683775"/>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53053"/>
                </a:solidFill>
                <a:latin typeface="Space Mono"/>
                <a:ea typeface="Space Mono"/>
                <a:cs typeface="Space Mono"/>
                <a:sym typeface="Space Mono"/>
              </a:defRPr>
            </a:lvl1pPr>
            <a:lvl2pPr lvl="1">
              <a:buNone/>
              <a:defRPr>
                <a:solidFill>
                  <a:srgbClr val="053053"/>
                </a:solidFill>
                <a:latin typeface="Space Mono"/>
                <a:ea typeface="Space Mono"/>
                <a:cs typeface="Space Mono"/>
                <a:sym typeface="Space Mono"/>
              </a:defRPr>
            </a:lvl2pPr>
            <a:lvl3pPr lvl="2">
              <a:buNone/>
              <a:defRPr>
                <a:solidFill>
                  <a:srgbClr val="053053"/>
                </a:solidFill>
                <a:latin typeface="Space Mono"/>
                <a:ea typeface="Space Mono"/>
                <a:cs typeface="Space Mono"/>
                <a:sym typeface="Space Mono"/>
              </a:defRPr>
            </a:lvl3pPr>
            <a:lvl4pPr lvl="3">
              <a:buNone/>
              <a:defRPr>
                <a:solidFill>
                  <a:srgbClr val="053053"/>
                </a:solidFill>
                <a:latin typeface="Space Mono"/>
                <a:ea typeface="Space Mono"/>
                <a:cs typeface="Space Mono"/>
                <a:sym typeface="Space Mono"/>
              </a:defRPr>
            </a:lvl4pPr>
            <a:lvl5pPr lvl="4">
              <a:buNone/>
              <a:defRPr>
                <a:solidFill>
                  <a:srgbClr val="053053"/>
                </a:solidFill>
                <a:latin typeface="Space Mono"/>
                <a:ea typeface="Space Mono"/>
                <a:cs typeface="Space Mono"/>
                <a:sym typeface="Space Mono"/>
              </a:defRPr>
            </a:lvl5pPr>
            <a:lvl6pPr lvl="5">
              <a:buNone/>
              <a:defRPr>
                <a:solidFill>
                  <a:srgbClr val="053053"/>
                </a:solidFill>
                <a:latin typeface="Space Mono"/>
                <a:ea typeface="Space Mono"/>
                <a:cs typeface="Space Mono"/>
                <a:sym typeface="Space Mono"/>
              </a:defRPr>
            </a:lvl6pPr>
            <a:lvl7pPr lvl="6">
              <a:buNone/>
              <a:defRPr>
                <a:solidFill>
                  <a:srgbClr val="053053"/>
                </a:solidFill>
                <a:latin typeface="Space Mono"/>
                <a:ea typeface="Space Mono"/>
                <a:cs typeface="Space Mono"/>
                <a:sym typeface="Space Mono"/>
              </a:defRPr>
            </a:lvl7pPr>
            <a:lvl8pPr lvl="7">
              <a:buNone/>
              <a:defRPr>
                <a:solidFill>
                  <a:srgbClr val="053053"/>
                </a:solidFill>
                <a:latin typeface="Space Mono"/>
                <a:ea typeface="Space Mono"/>
                <a:cs typeface="Space Mono"/>
                <a:sym typeface="Space Mono"/>
              </a:defRPr>
            </a:lvl8pPr>
            <a:lvl9pPr lvl="8">
              <a:buNone/>
              <a:defRPr>
                <a:solidFill>
                  <a:srgbClr val="053053"/>
                </a:solidFill>
                <a:latin typeface="Space Mono"/>
                <a:ea typeface="Space Mono"/>
                <a:cs typeface="Space Mono"/>
                <a:sym typeface="Space Mono"/>
              </a:defRPr>
            </a:lvl9pPr>
          </a:lstStyle>
          <a:p>
            <a:pPr indent="0" lvl="0" marL="0" rtl="0" algn="l">
              <a:spcBef>
                <a:spcPts val="0"/>
              </a:spcBef>
              <a:spcAft>
                <a:spcPts val="0"/>
              </a:spcAft>
              <a:buNone/>
            </a:pPr>
            <a:fld id="{00000000-1234-1234-1234-123412341234}" type="slidenum">
              <a:rPr lang="en"/>
              <a:t>‹#›</a:t>
            </a:fld>
            <a:endParaRPr/>
          </a:p>
        </p:txBody>
      </p:sp>
      <p:sp>
        <p:nvSpPr>
          <p:cNvPr id="763" name="Google Shape;763;p104"/>
          <p:cNvSpPr txBox="1"/>
          <p:nvPr>
            <p:ph idx="2" type="subTitle"/>
          </p:nvPr>
        </p:nvSpPr>
        <p:spPr>
          <a:xfrm>
            <a:off x="3304925"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cxnSp>
        <p:nvCxnSpPr>
          <p:cNvPr id="764" name="Google Shape;764;p104"/>
          <p:cNvCxnSpPr/>
          <p:nvPr/>
        </p:nvCxnSpPr>
        <p:spPr>
          <a:xfrm>
            <a:off x="3146950" y="1772550"/>
            <a:ext cx="0" cy="2275500"/>
          </a:xfrm>
          <a:prstGeom prst="straightConnector1">
            <a:avLst/>
          </a:prstGeom>
          <a:noFill/>
          <a:ln cap="flat" cmpd="sng" w="9525">
            <a:solidFill>
              <a:srgbClr val="053053"/>
            </a:solidFill>
            <a:prstDash val="solid"/>
            <a:miter lim="400000"/>
            <a:headEnd len="sm" w="sm" type="none"/>
            <a:tailEnd len="sm" w="sm" type="none"/>
          </a:ln>
        </p:spPr>
      </p:cxnSp>
      <p:cxnSp>
        <p:nvCxnSpPr>
          <p:cNvPr id="765" name="Google Shape;765;p104"/>
          <p:cNvCxnSpPr/>
          <p:nvPr/>
        </p:nvCxnSpPr>
        <p:spPr>
          <a:xfrm>
            <a:off x="5997050" y="1772550"/>
            <a:ext cx="0" cy="2275500"/>
          </a:xfrm>
          <a:prstGeom prst="straightConnector1">
            <a:avLst/>
          </a:prstGeom>
          <a:noFill/>
          <a:ln cap="flat" cmpd="sng" w="9525">
            <a:solidFill>
              <a:srgbClr val="053053"/>
            </a:solidFill>
            <a:prstDash val="solid"/>
            <a:miter lim="400000"/>
            <a:headEnd len="sm" w="sm" type="none"/>
            <a:tailEnd len="sm" w="sm" type="none"/>
          </a:ln>
        </p:spPr>
      </p:cxnSp>
      <p:sp>
        <p:nvSpPr>
          <p:cNvPr id="766" name="Google Shape;766;p104"/>
          <p:cNvSpPr txBox="1"/>
          <p:nvPr>
            <p:ph idx="3" type="subTitle"/>
          </p:nvPr>
        </p:nvSpPr>
        <p:spPr>
          <a:xfrm>
            <a:off x="6159875"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sp>
        <p:nvSpPr>
          <p:cNvPr id="767" name="Google Shape;767;p104"/>
          <p:cNvSpPr txBox="1"/>
          <p:nvPr>
            <p:ph idx="4" type="body"/>
          </p:nvPr>
        </p:nvSpPr>
        <p:spPr>
          <a:xfrm>
            <a:off x="454099"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
        <p:nvSpPr>
          <p:cNvPr id="768" name="Google Shape;768;p104"/>
          <p:cNvSpPr txBox="1"/>
          <p:nvPr>
            <p:ph idx="5" type="body"/>
          </p:nvPr>
        </p:nvSpPr>
        <p:spPr>
          <a:xfrm>
            <a:off x="3304056"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
        <p:nvSpPr>
          <p:cNvPr id="769" name="Google Shape;769;p104"/>
          <p:cNvSpPr txBox="1"/>
          <p:nvPr>
            <p:ph idx="6" type="body"/>
          </p:nvPr>
        </p:nvSpPr>
        <p:spPr>
          <a:xfrm>
            <a:off x="6159881"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Subtitle + Bullets (Blue)">
  <p:cSld name="TITLE_AND_BODY_1_3_2_1_1_1_1_1">
    <p:bg>
      <p:bgPr>
        <a:solidFill>
          <a:schemeClr val="lt1"/>
        </a:solidFill>
      </p:bgPr>
    </p:bg>
    <p:spTree>
      <p:nvGrpSpPr>
        <p:cNvPr id="770" name="Shape 770"/>
        <p:cNvGrpSpPr/>
        <p:nvPr/>
      </p:nvGrpSpPr>
      <p:grpSpPr>
        <a:xfrm>
          <a:off x="0" y="0"/>
          <a:ext cx="0" cy="0"/>
          <a:chOff x="0" y="0"/>
          <a:chExt cx="0" cy="0"/>
        </a:xfrm>
      </p:grpSpPr>
      <p:sp>
        <p:nvSpPr>
          <p:cNvPr id="771" name="Google Shape;771;p105"/>
          <p:cNvSpPr txBox="1"/>
          <p:nvPr>
            <p:ph type="title"/>
          </p:nvPr>
        </p:nvSpPr>
        <p:spPr>
          <a:xfrm>
            <a:off x="457200" y="445025"/>
            <a:ext cx="26475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sz="280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72" name="Google Shape;772;p105"/>
          <p:cNvSpPr txBox="1"/>
          <p:nvPr>
            <p:ph idx="1" type="body"/>
          </p:nvPr>
        </p:nvSpPr>
        <p:spPr>
          <a:xfrm>
            <a:off x="3946300" y="816039"/>
            <a:ext cx="4886100" cy="29790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053053"/>
              </a:buClr>
              <a:buSzPts val="1200"/>
              <a:buFont typeface="Poppins Light"/>
              <a:buChar char="■"/>
              <a:defRPr sz="1200">
                <a:solidFill>
                  <a:srgbClr val="053053"/>
                </a:solidFill>
                <a:latin typeface="Poppins Light"/>
                <a:ea typeface="Poppins Light"/>
                <a:cs typeface="Poppins Light"/>
                <a:sym typeface="Poppins Light"/>
              </a:defRPr>
            </a:lvl9pPr>
          </a:lstStyle>
          <a:p/>
        </p:txBody>
      </p:sp>
      <p:pic>
        <p:nvPicPr>
          <p:cNvPr id="773" name="Google Shape;773;p105"/>
          <p:cNvPicPr preferRelativeResize="0"/>
          <p:nvPr/>
        </p:nvPicPr>
        <p:blipFill rotWithShape="1">
          <a:blip r:embed="rId2">
            <a:alphaModFix/>
          </a:blip>
          <a:srcRect b="2135" l="0" r="0" t="2135"/>
          <a:stretch/>
        </p:blipFill>
        <p:spPr>
          <a:xfrm>
            <a:off x="447850" y="4686300"/>
            <a:ext cx="1099802" cy="97160"/>
          </a:xfrm>
          <a:prstGeom prst="rect">
            <a:avLst/>
          </a:prstGeom>
          <a:noFill/>
          <a:ln>
            <a:noFill/>
          </a:ln>
        </p:spPr>
      </p:pic>
      <p:sp>
        <p:nvSpPr>
          <p:cNvPr id="774" name="Google Shape;774;p105"/>
          <p:cNvSpPr txBox="1"/>
          <p:nvPr>
            <p:ph idx="2" type="subTitle"/>
          </p:nvPr>
        </p:nvSpPr>
        <p:spPr>
          <a:xfrm>
            <a:off x="3946300" y="445025"/>
            <a:ext cx="4886100" cy="5292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pic>
        <p:nvPicPr>
          <p:cNvPr id="775" name="Google Shape;775;p105"/>
          <p:cNvPicPr preferRelativeResize="0"/>
          <p:nvPr/>
        </p:nvPicPr>
        <p:blipFill rotWithShape="1">
          <a:blip r:embed="rId3">
            <a:alphaModFix/>
          </a:blip>
          <a:srcRect b="0" l="27599" r="0" t="8809"/>
          <a:stretch/>
        </p:blipFill>
        <p:spPr>
          <a:xfrm rot="-10799985">
            <a:off x="7653585" y="2789859"/>
            <a:ext cx="1566607" cy="2429831"/>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Bullets (Blue)">
  <p:cSld name="TITLE_AND_BODY_1_3_2_1_1">
    <p:bg>
      <p:bgPr>
        <a:solidFill>
          <a:schemeClr val="lt1"/>
        </a:solidFill>
      </p:bgPr>
    </p:bg>
    <p:spTree>
      <p:nvGrpSpPr>
        <p:cNvPr id="776" name="Shape 776"/>
        <p:cNvGrpSpPr/>
        <p:nvPr/>
      </p:nvGrpSpPr>
      <p:grpSpPr>
        <a:xfrm>
          <a:off x="0" y="0"/>
          <a:ext cx="0" cy="0"/>
          <a:chOff x="0" y="0"/>
          <a:chExt cx="0" cy="0"/>
        </a:xfrm>
      </p:grpSpPr>
      <p:pic>
        <p:nvPicPr>
          <p:cNvPr id="777" name="Google Shape;777;p106"/>
          <p:cNvPicPr preferRelativeResize="0"/>
          <p:nvPr/>
        </p:nvPicPr>
        <p:blipFill rotWithShape="1">
          <a:blip r:embed="rId2">
            <a:alphaModFix/>
          </a:blip>
          <a:srcRect b="0" l="27599" r="0" t="8809"/>
          <a:stretch/>
        </p:blipFill>
        <p:spPr>
          <a:xfrm rot="-10345201">
            <a:off x="1857683" y="2899759"/>
            <a:ext cx="1566609" cy="2429831"/>
          </a:xfrm>
          <a:prstGeom prst="rect">
            <a:avLst/>
          </a:prstGeom>
          <a:noFill/>
          <a:ln>
            <a:noFill/>
          </a:ln>
        </p:spPr>
      </p:pic>
      <p:sp>
        <p:nvSpPr>
          <p:cNvPr id="778" name="Google Shape;778;p106"/>
          <p:cNvSpPr txBox="1"/>
          <p:nvPr>
            <p:ph type="title"/>
          </p:nvPr>
        </p:nvSpPr>
        <p:spPr>
          <a:xfrm>
            <a:off x="457200" y="445025"/>
            <a:ext cx="26475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sz="280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79" name="Google Shape;779;p106"/>
          <p:cNvSpPr/>
          <p:nvPr/>
        </p:nvSpPr>
        <p:spPr>
          <a:xfrm>
            <a:off x="3296650" y="0"/>
            <a:ext cx="5847600" cy="5143500"/>
          </a:xfrm>
          <a:prstGeom prst="rect">
            <a:avLst/>
          </a:prstGeom>
          <a:solidFill>
            <a:srgbClr val="1A1D5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0" name="Google Shape;780;p106"/>
          <p:cNvPicPr preferRelativeResize="0"/>
          <p:nvPr/>
        </p:nvPicPr>
        <p:blipFill rotWithShape="1">
          <a:blip r:embed="rId3">
            <a:alphaModFix/>
          </a:blip>
          <a:srcRect b="2135" l="0" r="0" t="2135"/>
          <a:stretch/>
        </p:blipFill>
        <p:spPr>
          <a:xfrm>
            <a:off x="447850" y="4686300"/>
            <a:ext cx="1099802" cy="97160"/>
          </a:xfrm>
          <a:prstGeom prst="rect">
            <a:avLst/>
          </a:prstGeom>
          <a:noFill/>
          <a:ln>
            <a:noFill/>
          </a:ln>
        </p:spPr>
      </p:pic>
      <p:sp>
        <p:nvSpPr>
          <p:cNvPr id="781" name="Google Shape;781;p106"/>
          <p:cNvSpPr txBox="1"/>
          <p:nvPr>
            <p:ph idx="1" type="body"/>
          </p:nvPr>
        </p:nvSpPr>
        <p:spPr>
          <a:xfrm>
            <a:off x="3705250" y="445025"/>
            <a:ext cx="5127000" cy="3416400"/>
          </a:xfrm>
          <a:prstGeom prst="rect">
            <a:avLst/>
          </a:prstGeom>
        </p:spPr>
        <p:txBody>
          <a:bodyPr anchorCtr="0" anchor="t" bIns="91425" lIns="91425" spcFirstLastPara="1" rIns="91425" wrap="square" tIns="91425">
            <a:noAutofit/>
          </a:bodyPr>
          <a:lstStyle>
            <a:lvl1pPr indent="-311150" lvl="0" marL="457200">
              <a:lnSpc>
                <a:spcPct val="115000"/>
              </a:lnSpc>
              <a:spcBef>
                <a:spcPts val="0"/>
              </a:spcBef>
              <a:spcAft>
                <a:spcPts val="0"/>
              </a:spcAft>
              <a:buClr>
                <a:srgbClr val="00C98E"/>
              </a:buClr>
              <a:buSzPts val="1300"/>
              <a:buFont typeface="Poppins"/>
              <a:buChar char="●"/>
              <a:defRPr sz="1300">
                <a:solidFill>
                  <a:schemeClr val="lt1"/>
                </a:solidFill>
                <a:latin typeface="Poppins"/>
                <a:ea typeface="Poppins"/>
                <a:cs typeface="Poppins"/>
                <a:sym typeface="Poppins"/>
              </a:defRPr>
            </a:lvl1pPr>
            <a:lvl2pPr indent="-311150" lvl="1" marL="9144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2pPr>
            <a:lvl3pPr indent="-311150" lvl="2" marL="13716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3pPr>
            <a:lvl4pPr indent="-311150" lvl="3" marL="18288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4pPr>
            <a:lvl5pPr indent="-311150" lvl="4" marL="22860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5pPr>
            <a:lvl6pPr indent="-311150" lvl="5" marL="27432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6pPr>
            <a:lvl7pPr indent="-311150" lvl="6" marL="32004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7pPr>
            <a:lvl8pPr indent="-311150" lvl="7" marL="36576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8pPr>
            <a:lvl9pPr indent="-311150" lvl="8" marL="4114800">
              <a:lnSpc>
                <a:spcPct val="115000"/>
              </a:lnSpc>
              <a:spcBef>
                <a:spcPts val="1600"/>
              </a:spcBef>
              <a:spcAft>
                <a:spcPts val="1600"/>
              </a:spcAft>
              <a:buClr>
                <a:srgbClr val="00C98E"/>
              </a:buClr>
              <a:buSzPts val="1300"/>
              <a:buFont typeface="Poppins"/>
              <a:buChar char="■"/>
              <a:defRPr sz="1300">
                <a:solidFill>
                  <a:schemeClr val="lt1"/>
                </a:solidFill>
                <a:latin typeface="Poppins"/>
                <a:ea typeface="Poppins"/>
                <a:cs typeface="Poppins"/>
                <a:sym typeface="Poppins"/>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White) 1">
  <p:cSld name="TITLE_AND_BODY_1_3_2_1_2">
    <p:bg>
      <p:bgPr>
        <a:solidFill>
          <a:schemeClr val="lt1"/>
        </a:solidFill>
      </p:bgPr>
    </p:bg>
    <p:spTree>
      <p:nvGrpSpPr>
        <p:cNvPr id="782" name="Shape 782"/>
        <p:cNvGrpSpPr/>
        <p:nvPr/>
      </p:nvGrpSpPr>
      <p:grpSpPr>
        <a:xfrm>
          <a:off x="0" y="0"/>
          <a:ext cx="0" cy="0"/>
          <a:chOff x="0" y="0"/>
          <a:chExt cx="0" cy="0"/>
        </a:xfrm>
      </p:grpSpPr>
      <p:sp>
        <p:nvSpPr>
          <p:cNvPr id="783" name="Google Shape;783;p107"/>
          <p:cNvSpPr txBox="1"/>
          <p:nvPr>
            <p:ph type="title"/>
          </p:nvPr>
        </p:nvSpPr>
        <p:spPr>
          <a:xfrm>
            <a:off x="457200" y="445025"/>
            <a:ext cx="76329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84" name="Google Shape;784;p107"/>
          <p:cNvSpPr txBox="1"/>
          <p:nvPr>
            <p:ph idx="12" type="sldNum"/>
          </p:nvPr>
        </p:nvSpPr>
        <p:spPr>
          <a:xfrm>
            <a:off x="8330129" y="4686300"/>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0C98E"/>
                </a:solidFill>
              </a:defRPr>
            </a:lvl1pPr>
            <a:lvl2pPr lvl="1">
              <a:buNone/>
              <a:defRPr>
                <a:solidFill>
                  <a:srgbClr val="00C98E"/>
                </a:solidFill>
              </a:defRPr>
            </a:lvl2pPr>
            <a:lvl3pPr lvl="2">
              <a:buNone/>
              <a:defRPr>
                <a:solidFill>
                  <a:srgbClr val="00C98E"/>
                </a:solidFill>
              </a:defRPr>
            </a:lvl3pPr>
            <a:lvl4pPr lvl="3">
              <a:buNone/>
              <a:defRPr>
                <a:solidFill>
                  <a:srgbClr val="00C98E"/>
                </a:solidFill>
              </a:defRPr>
            </a:lvl4pPr>
            <a:lvl5pPr lvl="4">
              <a:buNone/>
              <a:defRPr>
                <a:solidFill>
                  <a:srgbClr val="00C98E"/>
                </a:solidFill>
              </a:defRPr>
            </a:lvl5pPr>
            <a:lvl6pPr lvl="5">
              <a:buNone/>
              <a:defRPr>
                <a:solidFill>
                  <a:srgbClr val="00C98E"/>
                </a:solidFill>
              </a:defRPr>
            </a:lvl6pPr>
            <a:lvl7pPr lvl="6">
              <a:buNone/>
              <a:defRPr>
                <a:solidFill>
                  <a:srgbClr val="00C98E"/>
                </a:solidFill>
              </a:defRPr>
            </a:lvl7pPr>
            <a:lvl8pPr lvl="7">
              <a:buNone/>
              <a:defRPr>
                <a:solidFill>
                  <a:srgbClr val="00C98E"/>
                </a:solidFill>
              </a:defRPr>
            </a:lvl8pPr>
            <a:lvl9pPr lvl="8">
              <a:buNone/>
              <a:defRPr>
                <a:solidFill>
                  <a:srgbClr val="00C98E"/>
                </a:solidFill>
              </a:defRPr>
            </a:lvl9pPr>
          </a:lstStyle>
          <a:p>
            <a:pPr indent="0" lvl="0" marL="0" rtl="0" algn="l">
              <a:spcBef>
                <a:spcPts val="0"/>
              </a:spcBef>
              <a:spcAft>
                <a:spcPts val="0"/>
              </a:spcAft>
              <a:buNone/>
            </a:pPr>
            <a:fld id="{00000000-1234-1234-1234-123412341234}" type="slidenum">
              <a:rPr lang="en"/>
              <a:t>‹#›</a:t>
            </a:fld>
            <a:endParaRPr/>
          </a:p>
        </p:txBody>
      </p:sp>
      <p:cxnSp>
        <p:nvCxnSpPr>
          <p:cNvPr id="785" name="Google Shape;785;p107"/>
          <p:cNvCxnSpPr/>
          <p:nvPr/>
        </p:nvCxnSpPr>
        <p:spPr>
          <a:xfrm>
            <a:off x="450488" y="1206557"/>
            <a:ext cx="8227800" cy="0"/>
          </a:xfrm>
          <a:prstGeom prst="straightConnector1">
            <a:avLst/>
          </a:prstGeom>
          <a:noFill/>
          <a:ln cap="flat" cmpd="sng" w="19050">
            <a:solidFill>
              <a:srgbClr val="053053"/>
            </a:solidFill>
            <a:prstDash val="solid"/>
            <a:miter lim="400000"/>
            <a:headEnd len="sm" w="sm" type="none"/>
            <a:tailEnd len="sm" w="sm" type="none"/>
          </a:ln>
        </p:spPr>
      </p:cxnSp>
      <p:pic>
        <p:nvPicPr>
          <p:cNvPr id="786" name="Google Shape;786;p107"/>
          <p:cNvPicPr preferRelativeResize="0"/>
          <p:nvPr/>
        </p:nvPicPr>
        <p:blipFill rotWithShape="1">
          <a:blip r:embed="rId2">
            <a:alphaModFix/>
          </a:blip>
          <a:srcRect b="2135" l="0" r="0" t="2135"/>
          <a:stretch/>
        </p:blipFill>
        <p:spPr>
          <a:xfrm>
            <a:off x="447850" y="4686300"/>
            <a:ext cx="1099802" cy="97160"/>
          </a:xfrm>
          <a:prstGeom prst="rect">
            <a:avLst/>
          </a:prstGeom>
          <a:noFill/>
          <a:ln>
            <a:noFill/>
          </a:ln>
        </p:spPr>
      </p:pic>
      <p:sp>
        <p:nvSpPr>
          <p:cNvPr id="787" name="Google Shape;787;p107"/>
          <p:cNvSpPr txBox="1"/>
          <p:nvPr>
            <p:ph idx="1" type="body"/>
          </p:nvPr>
        </p:nvSpPr>
        <p:spPr>
          <a:xfrm>
            <a:off x="450500" y="1397175"/>
            <a:ext cx="8227800" cy="297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00CD89"/>
              </a:buClr>
              <a:buSzPts val="1800"/>
              <a:buChar char="●"/>
              <a:defRPr>
                <a:solidFill>
                  <a:srgbClr val="053053"/>
                </a:solidFill>
              </a:defRPr>
            </a:lvl1pPr>
            <a:lvl2pPr indent="-317500" lvl="1" marL="914400">
              <a:spcBef>
                <a:spcPts val="1600"/>
              </a:spcBef>
              <a:spcAft>
                <a:spcPts val="0"/>
              </a:spcAft>
              <a:buClr>
                <a:srgbClr val="00CD89"/>
              </a:buClr>
              <a:buSzPts val="1400"/>
              <a:buChar char="○"/>
              <a:defRPr>
                <a:solidFill>
                  <a:srgbClr val="053053"/>
                </a:solidFill>
              </a:defRPr>
            </a:lvl2pPr>
            <a:lvl3pPr indent="-317500" lvl="2" marL="1371600">
              <a:spcBef>
                <a:spcPts val="1600"/>
              </a:spcBef>
              <a:spcAft>
                <a:spcPts val="0"/>
              </a:spcAft>
              <a:buClr>
                <a:srgbClr val="00CD89"/>
              </a:buClr>
              <a:buSzPts val="1400"/>
              <a:buChar char="■"/>
              <a:defRPr>
                <a:solidFill>
                  <a:srgbClr val="053053"/>
                </a:solidFill>
              </a:defRPr>
            </a:lvl3pPr>
            <a:lvl4pPr indent="-317500" lvl="3" marL="1828800">
              <a:spcBef>
                <a:spcPts val="1600"/>
              </a:spcBef>
              <a:spcAft>
                <a:spcPts val="0"/>
              </a:spcAft>
              <a:buClr>
                <a:srgbClr val="00CD89"/>
              </a:buClr>
              <a:buSzPts val="1400"/>
              <a:buChar char="●"/>
              <a:defRPr>
                <a:solidFill>
                  <a:srgbClr val="053053"/>
                </a:solidFill>
              </a:defRPr>
            </a:lvl4pPr>
            <a:lvl5pPr indent="-317500" lvl="4" marL="2286000">
              <a:spcBef>
                <a:spcPts val="1600"/>
              </a:spcBef>
              <a:spcAft>
                <a:spcPts val="0"/>
              </a:spcAft>
              <a:buClr>
                <a:srgbClr val="00CD89"/>
              </a:buClr>
              <a:buSzPts val="1400"/>
              <a:buChar char="○"/>
              <a:defRPr>
                <a:solidFill>
                  <a:srgbClr val="053053"/>
                </a:solidFill>
              </a:defRPr>
            </a:lvl5pPr>
            <a:lvl6pPr indent="-317500" lvl="5" marL="2743200">
              <a:spcBef>
                <a:spcPts val="1600"/>
              </a:spcBef>
              <a:spcAft>
                <a:spcPts val="0"/>
              </a:spcAft>
              <a:buClr>
                <a:srgbClr val="00CD89"/>
              </a:buClr>
              <a:buSzPts val="1400"/>
              <a:buChar char="■"/>
              <a:defRPr>
                <a:solidFill>
                  <a:srgbClr val="053053"/>
                </a:solidFill>
              </a:defRPr>
            </a:lvl6pPr>
            <a:lvl7pPr indent="-317500" lvl="6" marL="3200400">
              <a:spcBef>
                <a:spcPts val="1600"/>
              </a:spcBef>
              <a:spcAft>
                <a:spcPts val="0"/>
              </a:spcAft>
              <a:buClr>
                <a:srgbClr val="00CD89"/>
              </a:buClr>
              <a:buSzPts val="1400"/>
              <a:buChar char="●"/>
              <a:defRPr>
                <a:solidFill>
                  <a:srgbClr val="053053"/>
                </a:solidFill>
              </a:defRPr>
            </a:lvl7pPr>
            <a:lvl8pPr indent="-317500" lvl="7" marL="3657600">
              <a:spcBef>
                <a:spcPts val="1600"/>
              </a:spcBef>
              <a:spcAft>
                <a:spcPts val="0"/>
              </a:spcAft>
              <a:buClr>
                <a:srgbClr val="00CD89"/>
              </a:buClr>
              <a:buSzPts val="1400"/>
              <a:buChar char="○"/>
              <a:defRPr>
                <a:solidFill>
                  <a:srgbClr val="053053"/>
                </a:solidFill>
              </a:defRPr>
            </a:lvl8pPr>
            <a:lvl9pPr indent="-317500" lvl="8" marL="4114800">
              <a:spcBef>
                <a:spcPts val="1600"/>
              </a:spcBef>
              <a:spcAft>
                <a:spcPts val="1600"/>
              </a:spcAft>
              <a:buClr>
                <a:srgbClr val="00CD89"/>
              </a:buClr>
              <a:buSzPts val="1400"/>
              <a:buChar char="■"/>
              <a:defRPr>
                <a:solidFill>
                  <a:srgbClr val="053053"/>
                </a:solidFill>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_1">
    <p:spTree>
      <p:nvGrpSpPr>
        <p:cNvPr id="788" name="Shape 788"/>
        <p:cNvGrpSpPr/>
        <p:nvPr/>
      </p:nvGrpSpPr>
      <p:grpSpPr>
        <a:xfrm>
          <a:off x="0" y="0"/>
          <a:ext cx="0" cy="0"/>
          <a:chOff x="0" y="0"/>
          <a:chExt cx="0" cy="0"/>
        </a:xfrm>
      </p:grpSpPr>
      <p:sp>
        <p:nvSpPr>
          <p:cNvPr id="789" name="Google Shape;789;p10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90" name="Google Shape;790;p108"/>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sp>
        <p:nvSpPr>
          <p:cNvPr id="791" name="Google Shape;791;p108"/>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792" name="Google Shape;792;p108"/>
          <p:cNvPicPr preferRelativeResize="0"/>
          <p:nvPr/>
        </p:nvPicPr>
        <p:blipFill>
          <a:blip r:embed="rId2">
            <a:alphaModFix/>
          </a:blip>
          <a:stretch>
            <a:fillRect/>
          </a:stretch>
        </p:blipFill>
        <p:spPr>
          <a:xfrm>
            <a:off x="393975" y="353175"/>
            <a:ext cx="961431" cy="828550"/>
          </a:xfrm>
          <a:prstGeom prst="rect">
            <a:avLst/>
          </a:prstGeom>
          <a:noFill/>
          <a:ln>
            <a:noFill/>
          </a:ln>
        </p:spPr>
      </p:pic>
      <p:pic>
        <p:nvPicPr>
          <p:cNvPr id="793" name="Google Shape;793;p108"/>
          <p:cNvPicPr preferRelativeResize="0"/>
          <p:nvPr/>
        </p:nvPicPr>
        <p:blipFill>
          <a:blip r:embed="rId3">
            <a:alphaModFix/>
          </a:blip>
          <a:stretch>
            <a:fillRect/>
          </a:stretch>
        </p:blipFill>
        <p:spPr>
          <a:xfrm>
            <a:off x="4017575" y="3397550"/>
            <a:ext cx="954805" cy="828550"/>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Text">
  <p:cSld name="TITLE_AND_BODY_1_3">
    <p:spTree>
      <p:nvGrpSpPr>
        <p:cNvPr id="794" name="Shape 794"/>
        <p:cNvGrpSpPr/>
        <p:nvPr/>
      </p:nvGrpSpPr>
      <p:grpSpPr>
        <a:xfrm>
          <a:off x="0" y="0"/>
          <a:ext cx="0" cy="0"/>
          <a:chOff x="0" y="0"/>
          <a:chExt cx="0" cy="0"/>
        </a:xfrm>
      </p:grpSpPr>
      <p:sp>
        <p:nvSpPr>
          <p:cNvPr id="795" name="Google Shape;795;p109"/>
          <p:cNvSpPr/>
          <p:nvPr/>
        </p:nvSpPr>
        <p:spPr>
          <a:xfrm>
            <a:off x="-9144" y="-9144"/>
            <a:ext cx="9162300" cy="347400"/>
          </a:xfrm>
          <a:prstGeom prst="rect">
            <a:avLst/>
          </a:prstGeom>
          <a:solidFill>
            <a:srgbClr val="00AD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09"/>
          <p:cNvSpPr/>
          <p:nvPr/>
        </p:nvSpPr>
        <p:spPr>
          <a:xfrm>
            <a:off x="8753650" y="60913"/>
            <a:ext cx="207300" cy="207300"/>
          </a:xfrm>
          <a:prstGeom prst="ellipse">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09"/>
          <p:cNvSpPr/>
          <p:nvPr/>
        </p:nvSpPr>
        <p:spPr>
          <a:xfrm>
            <a:off x="8391200" y="60913"/>
            <a:ext cx="207300" cy="207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09"/>
          <p:cNvSpPr/>
          <p:nvPr/>
        </p:nvSpPr>
        <p:spPr>
          <a:xfrm>
            <a:off x="8028750" y="60913"/>
            <a:ext cx="207300" cy="207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99" name="Google Shape;799;p109"/>
          <p:cNvPicPr preferRelativeResize="0"/>
          <p:nvPr/>
        </p:nvPicPr>
        <p:blipFill>
          <a:blip r:embed="rId2">
            <a:alphaModFix/>
          </a:blip>
          <a:stretch>
            <a:fillRect/>
          </a:stretch>
        </p:blipFill>
        <p:spPr>
          <a:xfrm>
            <a:off x="94400" y="46143"/>
            <a:ext cx="242875" cy="236825"/>
          </a:xfrm>
          <a:prstGeom prst="rect">
            <a:avLst/>
          </a:prstGeom>
          <a:noFill/>
          <a:ln>
            <a:noFill/>
          </a:ln>
        </p:spPr>
      </p:pic>
      <p:sp>
        <p:nvSpPr>
          <p:cNvPr id="800" name="Google Shape;800;p109"/>
          <p:cNvSpPr txBox="1"/>
          <p:nvPr/>
        </p:nvSpPr>
        <p:spPr>
          <a:xfrm>
            <a:off x="339725" y="-9150"/>
            <a:ext cx="736500" cy="34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Montserrat"/>
                <a:ea typeface="Montserrat"/>
                <a:cs typeface="Montserrat"/>
                <a:sym typeface="Montserrat"/>
              </a:rPr>
              <a:t>CSA</a:t>
            </a:r>
            <a:endParaRPr b="1" sz="1800">
              <a:solidFill>
                <a:srgbClr val="FFFFFF"/>
              </a:solidFill>
              <a:latin typeface="Montserrat"/>
              <a:ea typeface="Montserrat"/>
              <a:cs typeface="Montserrat"/>
              <a:sym typeface="Montserrat"/>
            </a:endParaRPr>
          </a:p>
        </p:txBody>
      </p:sp>
      <p:sp>
        <p:nvSpPr>
          <p:cNvPr id="801" name="Google Shape;801;p109"/>
          <p:cNvSpPr txBox="1"/>
          <p:nvPr>
            <p:ph idx="1" type="body"/>
          </p:nvPr>
        </p:nvSpPr>
        <p:spPr>
          <a:xfrm>
            <a:off x="457200" y="640080"/>
            <a:ext cx="8229600" cy="4114800"/>
          </a:xfrm>
          <a:prstGeom prst="rect">
            <a:avLst/>
          </a:prstGeom>
        </p:spPr>
        <p:txBody>
          <a:bodyPr anchorCtr="0" anchor="t" bIns="91425" lIns="91425" spcFirstLastPara="1" rIns="91425" wrap="square" tIns="91425">
            <a:normAutofit/>
          </a:bodyPr>
          <a:lstStyle>
            <a:lvl1pPr indent="-381000" lvl="0" marL="457200" algn="ctr">
              <a:spcBef>
                <a:spcPts val="0"/>
              </a:spcBef>
              <a:spcAft>
                <a:spcPts val="0"/>
              </a:spcAft>
              <a:buClr>
                <a:schemeClr val="dk1"/>
              </a:buClr>
              <a:buSzPts val="2400"/>
              <a:buChar char="●"/>
              <a:defRPr sz="2400">
                <a:solidFill>
                  <a:schemeClr val="dk1"/>
                </a:solidFill>
              </a:defRPr>
            </a:lvl1pPr>
            <a:lvl2pPr indent="-381000" lvl="1" marL="914400" algn="ctr">
              <a:spcBef>
                <a:spcPts val="1600"/>
              </a:spcBef>
              <a:spcAft>
                <a:spcPts val="0"/>
              </a:spcAft>
              <a:buClr>
                <a:schemeClr val="dk1"/>
              </a:buClr>
              <a:buSzPts val="2400"/>
              <a:buChar char="○"/>
              <a:defRPr sz="2400">
                <a:solidFill>
                  <a:schemeClr val="dk1"/>
                </a:solidFill>
              </a:defRPr>
            </a:lvl2pPr>
            <a:lvl3pPr indent="-381000" lvl="2" marL="1371600" algn="ctr">
              <a:spcBef>
                <a:spcPts val="1600"/>
              </a:spcBef>
              <a:spcAft>
                <a:spcPts val="0"/>
              </a:spcAft>
              <a:buClr>
                <a:schemeClr val="dk1"/>
              </a:buClr>
              <a:buSzPts val="2400"/>
              <a:buChar char="■"/>
              <a:defRPr sz="2400">
                <a:solidFill>
                  <a:schemeClr val="dk1"/>
                </a:solidFill>
              </a:defRPr>
            </a:lvl3pPr>
            <a:lvl4pPr indent="-381000" lvl="3" marL="1828800" algn="ctr">
              <a:spcBef>
                <a:spcPts val="1600"/>
              </a:spcBef>
              <a:spcAft>
                <a:spcPts val="0"/>
              </a:spcAft>
              <a:buClr>
                <a:schemeClr val="dk1"/>
              </a:buClr>
              <a:buSzPts val="2400"/>
              <a:buChar char="●"/>
              <a:defRPr sz="2400">
                <a:solidFill>
                  <a:schemeClr val="dk1"/>
                </a:solidFill>
              </a:defRPr>
            </a:lvl4pPr>
            <a:lvl5pPr indent="-381000" lvl="4" marL="2286000" algn="ctr">
              <a:spcBef>
                <a:spcPts val="1600"/>
              </a:spcBef>
              <a:spcAft>
                <a:spcPts val="0"/>
              </a:spcAft>
              <a:buClr>
                <a:schemeClr val="dk1"/>
              </a:buClr>
              <a:buSzPts val="2400"/>
              <a:buChar char="○"/>
              <a:defRPr sz="2400">
                <a:solidFill>
                  <a:schemeClr val="dk1"/>
                </a:solidFill>
              </a:defRPr>
            </a:lvl5pPr>
            <a:lvl6pPr indent="-381000" lvl="5" marL="2743200" algn="ctr">
              <a:spcBef>
                <a:spcPts val="1600"/>
              </a:spcBef>
              <a:spcAft>
                <a:spcPts val="0"/>
              </a:spcAft>
              <a:buClr>
                <a:schemeClr val="dk1"/>
              </a:buClr>
              <a:buSzPts val="2400"/>
              <a:buChar char="■"/>
              <a:defRPr sz="2400">
                <a:solidFill>
                  <a:schemeClr val="dk1"/>
                </a:solidFill>
              </a:defRPr>
            </a:lvl6pPr>
            <a:lvl7pPr indent="-381000" lvl="6" marL="3200400" algn="ctr">
              <a:spcBef>
                <a:spcPts val="1600"/>
              </a:spcBef>
              <a:spcAft>
                <a:spcPts val="0"/>
              </a:spcAft>
              <a:buClr>
                <a:schemeClr val="dk1"/>
              </a:buClr>
              <a:buSzPts val="2400"/>
              <a:buChar char="●"/>
              <a:defRPr sz="2400">
                <a:solidFill>
                  <a:schemeClr val="dk1"/>
                </a:solidFill>
              </a:defRPr>
            </a:lvl7pPr>
            <a:lvl8pPr indent="-381000" lvl="7" marL="3657600" algn="ctr">
              <a:spcBef>
                <a:spcPts val="1600"/>
              </a:spcBef>
              <a:spcAft>
                <a:spcPts val="0"/>
              </a:spcAft>
              <a:buClr>
                <a:schemeClr val="dk1"/>
              </a:buClr>
              <a:buSzPts val="2400"/>
              <a:buChar char="○"/>
              <a:defRPr sz="2400">
                <a:solidFill>
                  <a:schemeClr val="dk1"/>
                </a:solidFill>
              </a:defRPr>
            </a:lvl8pPr>
            <a:lvl9pPr indent="-381000" lvl="8" marL="4114800" algn="ctr">
              <a:spcBef>
                <a:spcPts val="1600"/>
              </a:spcBef>
              <a:spcAft>
                <a:spcPts val="1600"/>
              </a:spcAft>
              <a:buClr>
                <a:schemeClr val="dk1"/>
              </a:buClr>
              <a:buSzPts val="2400"/>
              <a:buChar char="■"/>
              <a:defRPr sz="2400">
                <a:solidFill>
                  <a:schemeClr val="dk1"/>
                </a:solidFill>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805" name="Shape 805"/>
        <p:cNvGrpSpPr/>
        <p:nvPr/>
      </p:nvGrpSpPr>
      <p:grpSpPr>
        <a:xfrm>
          <a:off x="0" y="0"/>
          <a:ext cx="0" cy="0"/>
          <a:chOff x="0" y="0"/>
          <a:chExt cx="0" cy="0"/>
        </a:xfrm>
      </p:grpSpPr>
      <p:pic>
        <p:nvPicPr>
          <p:cNvPr id="806" name="Google Shape;806;p11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807" name="Google Shape;807;p11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808" name="Shape 808"/>
        <p:cNvGrpSpPr/>
        <p:nvPr/>
      </p:nvGrpSpPr>
      <p:grpSpPr>
        <a:xfrm>
          <a:off x="0" y="0"/>
          <a:ext cx="0" cy="0"/>
          <a:chOff x="0" y="0"/>
          <a:chExt cx="0" cy="0"/>
        </a:xfrm>
      </p:grpSpPr>
      <p:pic>
        <p:nvPicPr>
          <p:cNvPr id="809" name="Google Shape;809;p11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810" name="Google Shape;810;p11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811" name="Google Shape;811;p11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12" name="Google Shape;812;p11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813" name="Shape 813"/>
        <p:cNvGrpSpPr/>
        <p:nvPr/>
      </p:nvGrpSpPr>
      <p:grpSpPr>
        <a:xfrm>
          <a:off x="0" y="0"/>
          <a:ext cx="0" cy="0"/>
          <a:chOff x="0" y="0"/>
          <a:chExt cx="0" cy="0"/>
        </a:xfrm>
      </p:grpSpPr>
      <p:pic>
        <p:nvPicPr>
          <p:cNvPr descr="Divider4.png" id="814" name="Google Shape;814;p11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815" name="Google Shape;815;p11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816" name="Google Shape;816;p11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817" name="Google Shape;817;p11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818" name="Google Shape;818;p11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819" name="Google Shape;819;p11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820" name="Shape 820"/>
        <p:cNvGrpSpPr/>
        <p:nvPr/>
      </p:nvGrpSpPr>
      <p:grpSpPr>
        <a:xfrm>
          <a:off x="0" y="0"/>
          <a:ext cx="0" cy="0"/>
          <a:chOff x="0" y="0"/>
          <a:chExt cx="0" cy="0"/>
        </a:xfrm>
      </p:grpSpPr>
      <p:sp>
        <p:nvSpPr>
          <p:cNvPr id="821" name="Google Shape;821;p114"/>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822" name="Google Shape;822;p114"/>
          <p:cNvGrpSpPr/>
          <p:nvPr/>
        </p:nvGrpSpPr>
        <p:grpSpPr>
          <a:xfrm rot="5400000">
            <a:off x="5719749" y="1629787"/>
            <a:ext cx="4964577" cy="1883925"/>
            <a:chOff x="4152224" y="1218499"/>
            <a:chExt cx="4964577" cy="1883925"/>
          </a:xfrm>
        </p:grpSpPr>
        <p:pic>
          <p:nvPicPr>
            <p:cNvPr id="823" name="Google Shape;823;p11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824" name="Google Shape;824;p11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825" name="Google Shape;825;p11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26" name="Google Shape;826;p1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7" name="Google Shape;827;p114"/>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828" name="Shape 828"/>
        <p:cNvGrpSpPr/>
        <p:nvPr/>
      </p:nvGrpSpPr>
      <p:grpSpPr>
        <a:xfrm>
          <a:off x="0" y="0"/>
          <a:ext cx="0" cy="0"/>
          <a:chOff x="0" y="0"/>
          <a:chExt cx="0" cy="0"/>
        </a:xfrm>
      </p:grpSpPr>
      <p:pic>
        <p:nvPicPr>
          <p:cNvPr id="829" name="Google Shape;829;p11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30" name="Google Shape;830;p11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831" name="Google Shape;831;p11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32" name="Google Shape;832;p11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33" name="Google Shape;833;p11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34" name="Google Shape;834;p1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35" name="Google Shape;835;p11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6" name="Google Shape;836;p11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37" name="Shape 837"/>
        <p:cNvGrpSpPr/>
        <p:nvPr/>
      </p:nvGrpSpPr>
      <p:grpSpPr>
        <a:xfrm>
          <a:off x="0" y="0"/>
          <a:ext cx="0" cy="0"/>
          <a:chOff x="0" y="0"/>
          <a:chExt cx="0" cy="0"/>
        </a:xfrm>
      </p:grpSpPr>
      <p:pic>
        <p:nvPicPr>
          <p:cNvPr id="838" name="Google Shape;838;p11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39" name="Google Shape;839;p11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40" name="Google Shape;840;p11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41" name="Google Shape;841;p11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42" name="Google Shape;842;p11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43" name="Google Shape;843;p11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44" name="Google Shape;844;p11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845" name="Shape 845"/>
        <p:cNvGrpSpPr/>
        <p:nvPr/>
      </p:nvGrpSpPr>
      <p:grpSpPr>
        <a:xfrm>
          <a:off x="0" y="0"/>
          <a:ext cx="0" cy="0"/>
          <a:chOff x="0" y="0"/>
          <a:chExt cx="0" cy="0"/>
        </a:xfrm>
      </p:grpSpPr>
      <p:pic>
        <p:nvPicPr>
          <p:cNvPr id="846" name="Google Shape;846;p11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47" name="Google Shape;847;p11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848" name="Google Shape;848;p117"/>
          <p:cNvGrpSpPr/>
          <p:nvPr/>
        </p:nvGrpSpPr>
        <p:grpSpPr>
          <a:xfrm>
            <a:off x="5709066" y="201260"/>
            <a:ext cx="2296623" cy="4424889"/>
            <a:chOff x="5598780" y="137712"/>
            <a:chExt cx="2577001" cy="4664652"/>
          </a:xfrm>
        </p:grpSpPr>
        <p:pic>
          <p:nvPicPr>
            <p:cNvPr id="849" name="Google Shape;849;p11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850" name="Google Shape;850;p11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1" name="Google Shape;851;p11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52" name="Google Shape;852;p1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53" name="Google Shape;853;p1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54" name="Google Shape;854;p11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855" name="Shape 855"/>
        <p:cNvGrpSpPr/>
        <p:nvPr/>
      </p:nvGrpSpPr>
      <p:grpSpPr>
        <a:xfrm>
          <a:off x="0" y="0"/>
          <a:ext cx="0" cy="0"/>
          <a:chOff x="0" y="0"/>
          <a:chExt cx="0" cy="0"/>
        </a:xfrm>
      </p:grpSpPr>
      <p:pic>
        <p:nvPicPr>
          <p:cNvPr id="856" name="Google Shape;856;p11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57" name="Google Shape;857;p11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58" name="Google Shape;858;p11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59" name="Google Shape;859;p11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60" name="Google Shape;860;p1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61" name="Google Shape;861;p11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62" name="Google Shape;862;p11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863" name="Shape 863"/>
        <p:cNvGrpSpPr/>
        <p:nvPr/>
      </p:nvGrpSpPr>
      <p:grpSpPr>
        <a:xfrm>
          <a:off x="0" y="0"/>
          <a:ext cx="0" cy="0"/>
          <a:chOff x="0" y="0"/>
          <a:chExt cx="0" cy="0"/>
        </a:xfrm>
      </p:grpSpPr>
      <p:pic>
        <p:nvPicPr>
          <p:cNvPr id="864" name="Google Shape;864;p11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865" name="Google Shape;865;p11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66" name="Google Shape;866;p11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67" name="Google Shape;867;p11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68" name="Google Shape;868;p1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869" name="Google Shape;869;p119"/>
          <p:cNvGrpSpPr/>
          <p:nvPr/>
        </p:nvGrpSpPr>
        <p:grpSpPr>
          <a:xfrm>
            <a:off x="4344100" y="398125"/>
            <a:ext cx="4546500" cy="4222800"/>
            <a:chOff x="4344100" y="398125"/>
            <a:chExt cx="4546500" cy="4222800"/>
          </a:xfrm>
        </p:grpSpPr>
        <p:sp>
          <p:nvSpPr>
            <p:cNvPr id="870" name="Google Shape;870;p11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1" name="Google Shape;871;p119"/>
            <p:cNvGrpSpPr/>
            <p:nvPr/>
          </p:nvGrpSpPr>
          <p:grpSpPr>
            <a:xfrm>
              <a:off x="4445450" y="524200"/>
              <a:ext cx="399495" cy="101100"/>
              <a:chOff x="4445450" y="524200"/>
              <a:chExt cx="399495" cy="101100"/>
            </a:xfrm>
          </p:grpSpPr>
          <p:sp>
            <p:nvSpPr>
              <p:cNvPr id="872" name="Google Shape;872;p11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1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1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5" name="Google Shape;875;p11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876" name="Shape 876"/>
        <p:cNvGrpSpPr/>
        <p:nvPr/>
      </p:nvGrpSpPr>
      <p:grpSpPr>
        <a:xfrm>
          <a:off x="0" y="0"/>
          <a:ext cx="0" cy="0"/>
          <a:chOff x="0" y="0"/>
          <a:chExt cx="0" cy="0"/>
        </a:xfrm>
      </p:grpSpPr>
      <p:pic>
        <p:nvPicPr>
          <p:cNvPr id="877" name="Google Shape;877;p1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78" name="Google Shape;878;p1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79" name="Google Shape;879;p1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80" name="Google Shape;880;p12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81" name="Google Shape;881;p1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882" name="Shape 882"/>
        <p:cNvGrpSpPr/>
        <p:nvPr/>
      </p:nvGrpSpPr>
      <p:grpSpPr>
        <a:xfrm>
          <a:off x="0" y="0"/>
          <a:ext cx="0" cy="0"/>
          <a:chOff x="0" y="0"/>
          <a:chExt cx="0" cy="0"/>
        </a:xfrm>
      </p:grpSpPr>
      <p:pic>
        <p:nvPicPr>
          <p:cNvPr id="883" name="Google Shape;883;p12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884" name="Google Shape;884;p12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21"/>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886" name="Google Shape;886;p1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87" name="Google Shape;887;p1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88" name="Google Shape;888;p12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89" name="Google Shape;889;p12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890" name="Google Shape;890;p12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891" name="Shape 891"/>
        <p:cNvGrpSpPr/>
        <p:nvPr/>
      </p:nvGrpSpPr>
      <p:grpSpPr>
        <a:xfrm>
          <a:off x="0" y="0"/>
          <a:ext cx="0" cy="0"/>
          <a:chOff x="0" y="0"/>
          <a:chExt cx="0" cy="0"/>
        </a:xfrm>
      </p:grpSpPr>
      <p:pic>
        <p:nvPicPr>
          <p:cNvPr id="892" name="Google Shape;892;p12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893" name="Google Shape;893;p12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894" name="Google Shape;894;p12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95" name="Google Shape;895;p12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96" name="Google Shape;896;p1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97" name="Google Shape;897;p12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898" name="Google Shape;898;p12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99" name="Google Shape;899;p12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00" name="Google Shape;900;p12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901" name="Shape 901"/>
        <p:cNvGrpSpPr/>
        <p:nvPr/>
      </p:nvGrpSpPr>
      <p:grpSpPr>
        <a:xfrm>
          <a:off x="0" y="0"/>
          <a:ext cx="0" cy="0"/>
          <a:chOff x="0" y="0"/>
          <a:chExt cx="0" cy="0"/>
        </a:xfrm>
      </p:grpSpPr>
      <p:pic>
        <p:nvPicPr>
          <p:cNvPr id="902" name="Google Shape;902;p12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903" name="Google Shape;903;p12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904" name="Google Shape;904;p12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05" name="Google Shape;905;p12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06" name="Google Shape;906;p1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907" name="Google Shape;907;p12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908" name="Google Shape;908;p12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909" name="Google Shape;909;p12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910" name="Shape 910"/>
        <p:cNvGrpSpPr/>
        <p:nvPr/>
      </p:nvGrpSpPr>
      <p:grpSpPr>
        <a:xfrm>
          <a:off x="0" y="0"/>
          <a:ext cx="0" cy="0"/>
          <a:chOff x="0" y="0"/>
          <a:chExt cx="0" cy="0"/>
        </a:xfrm>
      </p:grpSpPr>
      <p:pic>
        <p:nvPicPr>
          <p:cNvPr id="911" name="Google Shape;911;p12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912" name="Google Shape;912;p12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13" name="Google Shape;913;p12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914" name="Google Shape;914;p12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15" name="Google Shape;915;p12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16" name="Google Shape;916;p1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7" name="Google Shape;917;p12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918" name="Google Shape;918;p12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19" name="Google Shape;919;p12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920" name="Shape 920"/>
        <p:cNvGrpSpPr/>
        <p:nvPr/>
      </p:nvGrpSpPr>
      <p:grpSpPr>
        <a:xfrm>
          <a:off x="0" y="0"/>
          <a:ext cx="0" cy="0"/>
          <a:chOff x="0" y="0"/>
          <a:chExt cx="0" cy="0"/>
        </a:xfrm>
      </p:grpSpPr>
      <p:pic>
        <p:nvPicPr>
          <p:cNvPr id="921" name="Google Shape;921;p12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22" name="Google Shape;922;p12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923" name="Google Shape;923;p12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924" name="Google Shape;924;p12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25" name="Google Shape;925;p12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26" name="Google Shape;926;p1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27" name="Google Shape;927;p1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928" name="Google Shape;928;p1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29" name="Google Shape;929;p1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930" name="Shape 930"/>
        <p:cNvGrpSpPr/>
        <p:nvPr/>
      </p:nvGrpSpPr>
      <p:grpSpPr>
        <a:xfrm>
          <a:off x="0" y="0"/>
          <a:ext cx="0" cy="0"/>
          <a:chOff x="0" y="0"/>
          <a:chExt cx="0" cy="0"/>
        </a:xfrm>
      </p:grpSpPr>
      <p:pic>
        <p:nvPicPr>
          <p:cNvPr id="931" name="Google Shape;931;p12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932" name="Google Shape;932;p12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33" name="Google Shape;933;p12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34" name="Google Shape;934;p12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35" name="Google Shape;935;p12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36" name="Google Shape;936;p1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37" name="Google Shape;937;p1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938" name="Google Shape;938;p12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39" name="Google Shape;939;p12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940" name="Shape 940"/>
        <p:cNvGrpSpPr/>
        <p:nvPr/>
      </p:nvGrpSpPr>
      <p:grpSpPr>
        <a:xfrm>
          <a:off x="0" y="0"/>
          <a:ext cx="0" cy="0"/>
          <a:chOff x="0" y="0"/>
          <a:chExt cx="0" cy="0"/>
        </a:xfrm>
      </p:grpSpPr>
      <p:pic>
        <p:nvPicPr>
          <p:cNvPr id="941" name="Google Shape;941;p12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942" name="Google Shape;942;p12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943" name="Google Shape;943;p12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44" name="Google Shape;944;p12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45" name="Google Shape;945;p1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46" name="Google Shape;946;p1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47" name="Google Shape;947;p12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948" name="Google Shape;948;p1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49" name="Google Shape;949;p1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950" name="Shape 950"/>
        <p:cNvGrpSpPr/>
        <p:nvPr/>
      </p:nvGrpSpPr>
      <p:grpSpPr>
        <a:xfrm>
          <a:off x="0" y="0"/>
          <a:ext cx="0" cy="0"/>
          <a:chOff x="0" y="0"/>
          <a:chExt cx="0" cy="0"/>
        </a:xfrm>
      </p:grpSpPr>
      <p:pic>
        <p:nvPicPr>
          <p:cNvPr id="951" name="Google Shape;951;p128"/>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952" name="Google Shape;952;p128"/>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953" name="Google Shape;953;p128"/>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54" name="Google Shape;954;p12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55" name="Google Shape;955;p1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56" name="Google Shape;956;p128"/>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28"/>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958" name="Google Shape;958;p128"/>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59" name="Google Shape;959;p128"/>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960" name="Google Shape;960;p128"/>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961" name="Shape 961"/>
        <p:cNvGrpSpPr/>
        <p:nvPr/>
      </p:nvGrpSpPr>
      <p:grpSpPr>
        <a:xfrm>
          <a:off x="0" y="0"/>
          <a:ext cx="0" cy="0"/>
          <a:chOff x="0" y="0"/>
          <a:chExt cx="0" cy="0"/>
        </a:xfrm>
      </p:grpSpPr>
      <p:pic>
        <p:nvPicPr>
          <p:cNvPr id="962" name="Google Shape;962;p12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963" name="Google Shape;963;p12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964" name="Google Shape;964;p1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65" name="Google Shape;965;p12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66" name="Google Shape;966;p1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67" name="Google Shape;967;p1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68" name="Google Shape;968;p12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969" name="Google Shape;969;p1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70" name="Google Shape;970;p12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971" name="Shape 971"/>
        <p:cNvGrpSpPr/>
        <p:nvPr/>
      </p:nvGrpSpPr>
      <p:grpSpPr>
        <a:xfrm>
          <a:off x="0" y="0"/>
          <a:ext cx="0" cy="0"/>
          <a:chOff x="0" y="0"/>
          <a:chExt cx="0" cy="0"/>
        </a:xfrm>
      </p:grpSpPr>
      <p:pic>
        <p:nvPicPr>
          <p:cNvPr id="972" name="Google Shape;972;p13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73" name="Google Shape;973;p13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74" name="Google Shape;974;p1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75" name="Google Shape;975;p13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76" name="Google Shape;976;p1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77" name="Google Shape;977;p1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78" name="Google Shape;978;p1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979" name="Google Shape;979;p1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80" name="Google Shape;980;p1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981" name="Shape 981"/>
        <p:cNvGrpSpPr/>
        <p:nvPr/>
      </p:nvGrpSpPr>
      <p:grpSpPr>
        <a:xfrm>
          <a:off x="0" y="0"/>
          <a:ext cx="0" cy="0"/>
          <a:chOff x="0" y="0"/>
          <a:chExt cx="0" cy="0"/>
        </a:xfrm>
      </p:grpSpPr>
      <p:pic>
        <p:nvPicPr>
          <p:cNvPr id="982" name="Google Shape;982;p13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983" name="Google Shape;983;p1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84" name="Google Shape;984;p131"/>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985" name="Google Shape;985;p131"/>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986" name="Google Shape;986;p131"/>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987" name="Google Shape;987;p131"/>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988" name="Shape 988"/>
        <p:cNvGrpSpPr/>
        <p:nvPr/>
      </p:nvGrpSpPr>
      <p:grpSpPr>
        <a:xfrm>
          <a:off x="0" y="0"/>
          <a:ext cx="0" cy="0"/>
          <a:chOff x="0" y="0"/>
          <a:chExt cx="0" cy="0"/>
        </a:xfrm>
      </p:grpSpPr>
      <p:pic>
        <p:nvPicPr>
          <p:cNvPr descr="Divider1.png" id="989" name="Google Shape;989;p13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990" name="Google Shape;990;p132"/>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91" name="Google Shape;991;p13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992" name="Shape 992"/>
        <p:cNvGrpSpPr/>
        <p:nvPr/>
      </p:nvGrpSpPr>
      <p:grpSpPr>
        <a:xfrm>
          <a:off x="0" y="0"/>
          <a:ext cx="0" cy="0"/>
          <a:chOff x="0" y="0"/>
          <a:chExt cx="0" cy="0"/>
        </a:xfrm>
      </p:grpSpPr>
      <p:pic>
        <p:nvPicPr>
          <p:cNvPr id="993" name="Google Shape;993;p133"/>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994" name="Google Shape;994;p133"/>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995" name="Google Shape;995;p133"/>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33"/>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997" name="Shape 997"/>
        <p:cNvGrpSpPr/>
        <p:nvPr/>
      </p:nvGrpSpPr>
      <p:grpSpPr>
        <a:xfrm>
          <a:off x="0" y="0"/>
          <a:ext cx="0" cy="0"/>
          <a:chOff x="0" y="0"/>
          <a:chExt cx="0" cy="0"/>
        </a:xfrm>
      </p:grpSpPr>
      <p:pic>
        <p:nvPicPr>
          <p:cNvPr id="998" name="Google Shape;998;p13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999" name="Shape 999"/>
        <p:cNvGrpSpPr/>
        <p:nvPr/>
      </p:nvGrpSpPr>
      <p:grpSpPr>
        <a:xfrm>
          <a:off x="0" y="0"/>
          <a:ext cx="0" cy="0"/>
          <a:chOff x="0" y="0"/>
          <a:chExt cx="0" cy="0"/>
        </a:xfrm>
      </p:grpSpPr>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1000" name="Shape 1000"/>
        <p:cNvGrpSpPr/>
        <p:nvPr/>
      </p:nvGrpSpPr>
      <p:grpSpPr>
        <a:xfrm>
          <a:off x="0" y="0"/>
          <a:ext cx="0" cy="0"/>
          <a:chOff x="0" y="0"/>
          <a:chExt cx="0" cy="0"/>
        </a:xfrm>
      </p:grpSpPr>
      <p:grpSp>
        <p:nvGrpSpPr>
          <p:cNvPr id="1001" name="Google Shape;1001;p136"/>
          <p:cNvGrpSpPr/>
          <p:nvPr/>
        </p:nvGrpSpPr>
        <p:grpSpPr>
          <a:xfrm>
            <a:off x="6262100" y="-3850"/>
            <a:ext cx="2886900" cy="485125"/>
            <a:chOff x="6262100" y="-3850"/>
            <a:chExt cx="2886900" cy="485125"/>
          </a:xfrm>
        </p:grpSpPr>
        <p:pic>
          <p:nvPicPr>
            <p:cNvPr descr="1.png" id="1002" name="Google Shape;1002;p136"/>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1003" name="Google Shape;1003;p136"/>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1004" name="Google Shape;1004;p136"/>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1005" name="Google Shape;1005;p136"/>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1006" name="Google Shape;1006;p13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7" name="Google Shape;1007;p13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08" name="Google Shape;1008;p136"/>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1009" name="Google Shape;1009;p136"/>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1010" name="Google Shape;1010;p136"/>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1011" name="Google Shape;1011;p136"/>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1012" name="Google Shape;1012;p136"/>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1013" name="Google Shape;1013;p136"/>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1014" name="Google Shape;1014;p136"/>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1015" name="Shape 1015"/>
        <p:cNvGrpSpPr/>
        <p:nvPr/>
      </p:nvGrpSpPr>
      <p:grpSpPr>
        <a:xfrm>
          <a:off x="0" y="0"/>
          <a:ext cx="0" cy="0"/>
          <a:chOff x="0" y="0"/>
          <a:chExt cx="0" cy="0"/>
        </a:xfrm>
      </p:grpSpPr>
      <p:pic>
        <p:nvPicPr>
          <p:cNvPr id="1016" name="Google Shape;1016;p137"/>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017" name="Google Shape;1017;p137"/>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018" name="Google Shape;1018;p13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19" name="Google Shape;1019;p13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20" name="Google Shape;1020;p137"/>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1021" name="Google Shape;1021;p137"/>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1025" name="Shape 1025"/>
        <p:cNvGrpSpPr/>
        <p:nvPr/>
      </p:nvGrpSpPr>
      <p:grpSpPr>
        <a:xfrm>
          <a:off x="0" y="0"/>
          <a:ext cx="0" cy="0"/>
          <a:chOff x="0" y="0"/>
          <a:chExt cx="0" cy="0"/>
        </a:xfrm>
      </p:grpSpPr>
      <p:pic>
        <p:nvPicPr>
          <p:cNvPr id="1026" name="Google Shape;1026;p13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1027" name="Google Shape;1027;p1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1028" name="Shape 1028"/>
        <p:cNvGrpSpPr/>
        <p:nvPr/>
      </p:nvGrpSpPr>
      <p:grpSpPr>
        <a:xfrm>
          <a:off x="0" y="0"/>
          <a:ext cx="0" cy="0"/>
          <a:chOff x="0" y="0"/>
          <a:chExt cx="0" cy="0"/>
        </a:xfrm>
      </p:grpSpPr>
      <p:pic>
        <p:nvPicPr>
          <p:cNvPr id="1029" name="Google Shape;1029;p140"/>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1030" name="Google Shape;1030;p140"/>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1031" name="Google Shape;1031;p14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32" name="Google Shape;1032;p140"/>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1033" name="Shape 1033"/>
        <p:cNvGrpSpPr/>
        <p:nvPr/>
      </p:nvGrpSpPr>
      <p:grpSpPr>
        <a:xfrm>
          <a:off x="0" y="0"/>
          <a:ext cx="0" cy="0"/>
          <a:chOff x="0" y="0"/>
          <a:chExt cx="0" cy="0"/>
        </a:xfrm>
      </p:grpSpPr>
      <p:pic>
        <p:nvPicPr>
          <p:cNvPr descr="Divider4.png" id="1034" name="Google Shape;1034;p141"/>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1035" name="Google Shape;1035;p141"/>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1036" name="Google Shape;1036;p141"/>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1037" name="Google Shape;1037;p141"/>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1038" name="Google Shape;1038;p141"/>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1039" name="Google Shape;1039;p141"/>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1040" name="Shape 1040"/>
        <p:cNvGrpSpPr/>
        <p:nvPr/>
      </p:nvGrpSpPr>
      <p:grpSpPr>
        <a:xfrm>
          <a:off x="0" y="0"/>
          <a:ext cx="0" cy="0"/>
          <a:chOff x="0" y="0"/>
          <a:chExt cx="0" cy="0"/>
        </a:xfrm>
      </p:grpSpPr>
      <p:sp>
        <p:nvSpPr>
          <p:cNvPr id="1041" name="Google Shape;1041;p142"/>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1042" name="Google Shape;1042;p142"/>
          <p:cNvGrpSpPr/>
          <p:nvPr/>
        </p:nvGrpSpPr>
        <p:grpSpPr>
          <a:xfrm rot="5400000">
            <a:off x="5719749" y="1629787"/>
            <a:ext cx="4964577" cy="1883925"/>
            <a:chOff x="4152224" y="1218499"/>
            <a:chExt cx="4964577" cy="1883925"/>
          </a:xfrm>
        </p:grpSpPr>
        <p:pic>
          <p:nvPicPr>
            <p:cNvPr id="1043" name="Google Shape;1043;p142"/>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1044" name="Google Shape;1044;p142"/>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1045" name="Google Shape;1045;p14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46" name="Google Shape;1046;p1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047" name="Google Shape;1047;p142"/>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1048" name="Shape 1048"/>
        <p:cNvGrpSpPr/>
        <p:nvPr/>
      </p:nvGrpSpPr>
      <p:grpSpPr>
        <a:xfrm>
          <a:off x="0" y="0"/>
          <a:ext cx="0" cy="0"/>
          <a:chOff x="0" y="0"/>
          <a:chExt cx="0" cy="0"/>
        </a:xfrm>
      </p:grpSpPr>
      <p:pic>
        <p:nvPicPr>
          <p:cNvPr id="1049" name="Google Shape;1049;p14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050" name="Google Shape;1050;p14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1051" name="Google Shape;1051;p14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2" name="Google Shape;1052;p14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53" name="Google Shape;1053;p14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54" name="Google Shape;1054;p14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055" name="Google Shape;1055;p143"/>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1056" name="Google Shape;1056;p14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1057" name="Shape 1057"/>
        <p:cNvGrpSpPr/>
        <p:nvPr/>
      </p:nvGrpSpPr>
      <p:grpSpPr>
        <a:xfrm>
          <a:off x="0" y="0"/>
          <a:ext cx="0" cy="0"/>
          <a:chOff x="0" y="0"/>
          <a:chExt cx="0" cy="0"/>
        </a:xfrm>
      </p:grpSpPr>
      <p:pic>
        <p:nvPicPr>
          <p:cNvPr id="1058" name="Google Shape;1058;p14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059" name="Google Shape;1059;p14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1060" name="Google Shape;1060;p144"/>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1061" name="Google Shape;1061;p14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1062" name="Google Shape;1062;p14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063" name="Google Shape;1063;p1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64" name="Google Shape;1064;p14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1065" name="Shape 1065"/>
        <p:cNvGrpSpPr/>
        <p:nvPr/>
      </p:nvGrpSpPr>
      <p:grpSpPr>
        <a:xfrm>
          <a:off x="0" y="0"/>
          <a:ext cx="0" cy="0"/>
          <a:chOff x="0" y="0"/>
          <a:chExt cx="0" cy="0"/>
        </a:xfrm>
      </p:grpSpPr>
      <p:pic>
        <p:nvPicPr>
          <p:cNvPr id="1066" name="Google Shape;1066;p14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67" name="Google Shape;1067;p14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1068" name="Google Shape;1068;p145"/>
          <p:cNvGrpSpPr/>
          <p:nvPr/>
        </p:nvGrpSpPr>
        <p:grpSpPr>
          <a:xfrm>
            <a:off x="5709066" y="201260"/>
            <a:ext cx="2296623" cy="4424889"/>
            <a:chOff x="5598780" y="137712"/>
            <a:chExt cx="2577001" cy="4664652"/>
          </a:xfrm>
        </p:grpSpPr>
        <p:pic>
          <p:nvPicPr>
            <p:cNvPr id="1069" name="Google Shape;1069;p145"/>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1070" name="Google Shape;1070;p145"/>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1" name="Google Shape;1071;p14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72" name="Google Shape;1072;p14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73" name="Google Shape;1073;p1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74" name="Google Shape;1074;p145"/>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75" name="Shape 1075"/>
        <p:cNvGrpSpPr/>
        <p:nvPr/>
      </p:nvGrpSpPr>
      <p:grpSpPr>
        <a:xfrm>
          <a:off x="0" y="0"/>
          <a:ext cx="0" cy="0"/>
          <a:chOff x="0" y="0"/>
          <a:chExt cx="0" cy="0"/>
        </a:xfrm>
      </p:grpSpPr>
      <p:pic>
        <p:nvPicPr>
          <p:cNvPr id="1076" name="Google Shape;1076;p14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77" name="Google Shape;1077;p14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78" name="Google Shape;1078;p14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79" name="Google Shape;1079;p14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80" name="Google Shape;1080;p1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1" name="Google Shape;1081;p146"/>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82" name="Google Shape;1082;p146"/>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083" name="Shape 1083"/>
        <p:cNvGrpSpPr/>
        <p:nvPr/>
      </p:nvGrpSpPr>
      <p:grpSpPr>
        <a:xfrm>
          <a:off x="0" y="0"/>
          <a:ext cx="0" cy="0"/>
          <a:chOff x="0" y="0"/>
          <a:chExt cx="0" cy="0"/>
        </a:xfrm>
      </p:grpSpPr>
      <p:pic>
        <p:nvPicPr>
          <p:cNvPr id="1084" name="Google Shape;1084;p147"/>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085" name="Google Shape;1085;p147"/>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86" name="Google Shape;1086;p147"/>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87" name="Google Shape;1087;p14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88" name="Google Shape;1088;p1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089" name="Google Shape;1089;p147"/>
          <p:cNvGrpSpPr/>
          <p:nvPr/>
        </p:nvGrpSpPr>
        <p:grpSpPr>
          <a:xfrm>
            <a:off x="4344100" y="398125"/>
            <a:ext cx="4546500" cy="4222800"/>
            <a:chOff x="4344100" y="398125"/>
            <a:chExt cx="4546500" cy="4222800"/>
          </a:xfrm>
        </p:grpSpPr>
        <p:sp>
          <p:nvSpPr>
            <p:cNvPr id="1090" name="Google Shape;1090;p147"/>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1" name="Google Shape;1091;p147"/>
            <p:cNvGrpSpPr/>
            <p:nvPr/>
          </p:nvGrpSpPr>
          <p:grpSpPr>
            <a:xfrm>
              <a:off x="4445450" y="524200"/>
              <a:ext cx="399495" cy="101100"/>
              <a:chOff x="4445450" y="524200"/>
              <a:chExt cx="399495" cy="101100"/>
            </a:xfrm>
          </p:grpSpPr>
          <p:sp>
            <p:nvSpPr>
              <p:cNvPr id="1092" name="Google Shape;1092;p147"/>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47"/>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47"/>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5" name="Google Shape;1095;p147"/>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096" name="Shape 1096"/>
        <p:cNvGrpSpPr/>
        <p:nvPr/>
      </p:nvGrpSpPr>
      <p:grpSpPr>
        <a:xfrm>
          <a:off x="0" y="0"/>
          <a:ext cx="0" cy="0"/>
          <a:chOff x="0" y="0"/>
          <a:chExt cx="0" cy="0"/>
        </a:xfrm>
      </p:grpSpPr>
      <p:pic>
        <p:nvPicPr>
          <p:cNvPr id="1097" name="Google Shape;1097;p14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98" name="Google Shape;1098;p14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99" name="Google Shape;1099;p14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00" name="Google Shape;1100;p14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01" name="Google Shape;1101;p1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102" name="Shape 1102"/>
        <p:cNvGrpSpPr/>
        <p:nvPr/>
      </p:nvGrpSpPr>
      <p:grpSpPr>
        <a:xfrm>
          <a:off x="0" y="0"/>
          <a:ext cx="0" cy="0"/>
          <a:chOff x="0" y="0"/>
          <a:chExt cx="0" cy="0"/>
        </a:xfrm>
      </p:grpSpPr>
      <p:pic>
        <p:nvPicPr>
          <p:cNvPr id="1103" name="Google Shape;1103;p149"/>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104" name="Google Shape;1104;p149"/>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49"/>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106" name="Google Shape;1106;p14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07" name="Google Shape;1107;p1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08" name="Google Shape;1108;p14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09" name="Google Shape;1109;p14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110" name="Google Shape;1110;p149"/>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111" name="Shape 1111"/>
        <p:cNvGrpSpPr/>
        <p:nvPr/>
      </p:nvGrpSpPr>
      <p:grpSpPr>
        <a:xfrm>
          <a:off x="0" y="0"/>
          <a:ext cx="0" cy="0"/>
          <a:chOff x="0" y="0"/>
          <a:chExt cx="0" cy="0"/>
        </a:xfrm>
      </p:grpSpPr>
      <p:pic>
        <p:nvPicPr>
          <p:cNvPr id="1112" name="Google Shape;1112;p150"/>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113" name="Google Shape;1113;p150"/>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114" name="Google Shape;1114;p150"/>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15" name="Google Shape;1115;p15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16" name="Google Shape;1116;p1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17" name="Google Shape;1117;p15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118" name="Google Shape;1118;p15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19" name="Google Shape;1119;p15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20" name="Google Shape;1120;p150"/>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121" name="Shape 1121"/>
        <p:cNvGrpSpPr/>
        <p:nvPr/>
      </p:nvGrpSpPr>
      <p:grpSpPr>
        <a:xfrm>
          <a:off x="0" y="0"/>
          <a:ext cx="0" cy="0"/>
          <a:chOff x="0" y="0"/>
          <a:chExt cx="0" cy="0"/>
        </a:xfrm>
      </p:grpSpPr>
      <p:pic>
        <p:nvPicPr>
          <p:cNvPr id="1122" name="Google Shape;1122;p15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123" name="Google Shape;1123;p151"/>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124" name="Google Shape;1124;p15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25" name="Google Shape;1125;p15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26" name="Google Shape;1126;p1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127" name="Google Shape;1127;p151"/>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128" name="Google Shape;1128;p15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129" name="Google Shape;1129;p151"/>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130" name="Shape 1130"/>
        <p:cNvGrpSpPr/>
        <p:nvPr/>
      </p:nvGrpSpPr>
      <p:grpSpPr>
        <a:xfrm>
          <a:off x="0" y="0"/>
          <a:ext cx="0" cy="0"/>
          <a:chOff x="0" y="0"/>
          <a:chExt cx="0" cy="0"/>
        </a:xfrm>
      </p:grpSpPr>
      <p:pic>
        <p:nvPicPr>
          <p:cNvPr id="1131" name="Google Shape;1131;p152"/>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132" name="Google Shape;1132;p15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33" name="Google Shape;1133;p152"/>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134" name="Google Shape;1134;p15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35" name="Google Shape;1135;p15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36" name="Google Shape;1136;p1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37" name="Google Shape;1137;p15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138" name="Google Shape;1138;p1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39" name="Google Shape;1139;p1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140" name="Shape 1140"/>
        <p:cNvGrpSpPr/>
        <p:nvPr/>
      </p:nvGrpSpPr>
      <p:grpSpPr>
        <a:xfrm>
          <a:off x="0" y="0"/>
          <a:ext cx="0" cy="0"/>
          <a:chOff x="0" y="0"/>
          <a:chExt cx="0" cy="0"/>
        </a:xfrm>
      </p:grpSpPr>
      <p:pic>
        <p:nvPicPr>
          <p:cNvPr id="1141" name="Google Shape;1141;p15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142" name="Google Shape;1142;p153"/>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143" name="Google Shape;1143;p153"/>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144" name="Google Shape;1144;p15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45" name="Google Shape;1145;p15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46" name="Google Shape;1146;p1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47" name="Google Shape;1147;p1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148" name="Google Shape;1148;p15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49" name="Google Shape;1149;p15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150" name="Shape 1150"/>
        <p:cNvGrpSpPr/>
        <p:nvPr/>
      </p:nvGrpSpPr>
      <p:grpSpPr>
        <a:xfrm>
          <a:off x="0" y="0"/>
          <a:ext cx="0" cy="0"/>
          <a:chOff x="0" y="0"/>
          <a:chExt cx="0" cy="0"/>
        </a:xfrm>
      </p:grpSpPr>
      <p:pic>
        <p:nvPicPr>
          <p:cNvPr id="1151" name="Google Shape;1151;p154"/>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152" name="Google Shape;1152;p15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53" name="Google Shape;1153;p15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54" name="Google Shape;1154;p154"/>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55" name="Google Shape;1155;p1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56" name="Google Shape;1156;p1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57" name="Google Shape;1157;p1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158" name="Google Shape;1158;p1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59" name="Google Shape;1159;p154"/>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160" name="Shape 1160"/>
        <p:cNvGrpSpPr/>
        <p:nvPr/>
      </p:nvGrpSpPr>
      <p:grpSpPr>
        <a:xfrm>
          <a:off x="0" y="0"/>
          <a:ext cx="0" cy="0"/>
          <a:chOff x="0" y="0"/>
          <a:chExt cx="0" cy="0"/>
        </a:xfrm>
      </p:grpSpPr>
      <p:pic>
        <p:nvPicPr>
          <p:cNvPr id="1161" name="Google Shape;1161;p155"/>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162" name="Google Shape;1162;p15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163" name="Google Shape;1163;p15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64" name="Google Shape;1164;p155"/>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65" name="Google Shape;1165;p1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66" name="Google Shape;1166;p1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67" name="Google Shape;1167;p155"/>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168" name="Google Shape;1168;p1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69" name="Google Shape;1169;p1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170" name="Shape 1170"/>
        <p:cNvGrpSpPr/>
        <p:nvPr/>
      </p:nvGrpSpPr>
      <p:grpSpPr>
        <a:xfrm>
          <a:off x="0" y="0"/>
          <a:ext cx="0" cy="0"/>
          <a:chOff x="0" y="0"/>
          <a:chExt cx="0" cy="0"/>
        </a:xfrm>
      </p:grpSpPr>
      <p:pic>
        <p:nvPicPr>
          <p:cNvPr id="1171" name="Google Shape;1171;p156"/>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1172" name="Google Shape;1172;p156"/>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1173" name="Google Shape;1173;p156"/>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74" name="Google Shape;1174;p15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75" name="Google Shape;1175;p1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76" name="Google Shape;1176;p156"/>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56"/>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1178" name="Google Shape;1178;p156"/>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79" name="Google Shape;1179;p156"/>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1180" name="Google Shape;1180;p156"/>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1181" name="Shape 1181"/>
        <p:cNvGrpSpPr/>
        <p:nvPr/>
      </p:nvGrpSpPr>
      <p:grpSpPr>
        <a:xfrm>
          <a:off x="0" y="0"/>
          <a:ext cx="0" cy="0"/>
          <a:chOff x="0" y="0"/>
          <a:chExt cx="0" cy="0"/>
        </a:xfrm>
      </p:grpSpPr>
      <p:pic>
        <p:nvPicPr>
          <p:cNvPr id="1182" name="Google Shape;1182;p157"/>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183" name="Google Shape;1183;p157"/>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184" name="Google Shape;1184;p1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85" name="Google Shape;1185;p157"/>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86" name="Google Shape;1186;p1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87" name="Google Shape;1187;p1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88" name="Google Shape;1188;p15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1189" name="Google Shape;1189;p1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90" name="Google Shape;1190;p1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1191" name="Shape 1191"/>
        <p:cNvGrpSpPr/>
        <p:nvPr/>
      </p:nvGrpSpPr>
      <p:grpSpPr>
        <a:xfrm>
          <a:off x="0" y="0"/>
          <a:ext cx="0" cy="0"/>
          <a:chOff x="0" y="0"/>
          <a:chExt cx="0" cy="0"/>
        </a:xfrm>
      </p:grpSpPr>
      <p:pic>
        <p:nvPicPr>
          <p:cNvPr id="1192" name="Google Shape;1192;p15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193" name="Google Shape;1193;p15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94" name="Google Shape;1194;p15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95" name="Google Shape;1195;p15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96" name="Google Shape;1196;p15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97" name="Google Shape;1197;p1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98" name="Google Shape;1198;p15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1199" name="Google Shape;1199;p15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200" name="Google Shape;1200;p15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1201" name="Shape 1201"/>
        <p:cNvGrpSpPr/>
        <p:nvPr/>
      </p:nvGrpSpPr>
      <p:grpSpPr>
        <a:xfrm>
          <a:off x="0" y="0"/>
          <a:ext cx="0" cy="0"/>
          <a:chOff x="0" y="0"/>
          <a:chExt cx="0" cy="0"/>
        </a:xfrm>
      </p:grpSpPr>
      <p:pic>
        <p:nvPicPr>
          <p:cNvPr id="1202" name="Google Shape;1202;p15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1203" name="Google Shape;1203;p1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04" name="Google Shape;1204;p159"/>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1205" name="Google Shape;1205;p159"/>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1206" name="Google Shape;1206;p159"/>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1207" name="Google Shape;1207;p159"/>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1208" name="Shape 1208"/>
        <p:cNvGrpSpPr/>
        <p:nvPr/>
      </p:nvGrpSpPr>
      <p:grpSpPr>
        <a:xfrm>
          <a:off x="0" y="0"/>
          <a:ext cx="0" cy="0"/>
          <a:chOff x="0" y="0"/>
          <a:chExt cx="0" cy="0"/>
        </a:xfrm>
      </p:grpSpPr>
      <p:pic>
        <p:nvPicPr>
          <p:cNvPr descr="Divider1.png" id="1209" name="Google Shape;1209;p16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10" name="Google Shape;1210;p160"/>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11" name="Google Shape;1211;p160"/>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1212" name="Shape 1212"/>
        <p:cNvGrpSpPr/>
        <p:nvPr/>
      </p:nvGrpSpPr>
      <p:grpSpPr>
        <a:xfrm>
          <a:off x="0" y="0"/>
          <a:ext cx="0" cy="0"/>
          <a:chOff x="0" y="0"/>
          <a:chExt cx="0" cy="0"/>
        </a:xfrm>
      </p:grpSpPr>
      <p:pic>
        <p:nvPicPr>
          <p:cNvPr id="1213" name="Google Shape;1213;p161"/>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1214" name="Google Shape;1214;p161"/>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1215" name="Google Shape;1215;p161"/>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161"/>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1217" name="Shape 1217"/>
        <p:cNvGrpSpPr/>
        <p:nvPr/>
      </p:nvGrpSpPr>
      <p:grpSpPr>
        <a:xfrm>
          <a:off x="0" y="0"/>
          <a:ext cx="0" cy="0"/>
          <a:chOff x="0" y="0"/>
          <a:chExt cx="0" cy="0"/>
        </a:xfrm>
      </p:grpSpPr>
      <p:pic>
        <p:nvPicPr>
          <p:cNvPr id="1218" name="Google Shape;1218;p16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19" name="Shape 1219"/>
        <p:cNvGrpSpPr/>
        <p:nvPr/>
      </p:nvGrpSpPr>
      <p:grpSpPr>
        <a:xfrm>
          <a:off x="0" y="0"/>
          <a:ext cx="0" cy="0"/>
          <a:chOff x="0" y="0"/>
          <a:chExt cx="0" cy="0"/>
        </a:xfrm>
      </p:grpSpPr>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1220" name="Shape 1220"/>
        <p:cNvGrpSpPr/>
        <p:nvPr/>
      </p:nvGrpSpPr>
      <p:grpSpPr>
        <a:xfrm>
          <a:off x="0" y="0"/>
          <a:ext cx="0" cy="0"/>
          <a:chOff x="0" y="0"/>
          <a:chExt cx="0" cy="0"/>
        </a:xfrm>
      </p:grpSpPr>
      <p:grpSp>
        <p:nvGrpSpPr>
          <p:cNvPr id="1221" name="Google Shape;1221;p164"/>
          <p:cNvGrpSpPr/>
          <p:nvPr/>
        </p:nvGrpSpPr>
        <p:grpSpPr>
          <a:xfrm>
            <a:off x="6262100" y="-3850"/>
            <a:ext cx="2886900" cy="485125"/>
            <a:chOff x="6262100" y="-3850"/>
            <a:chExt cx="2886900" cy="485125"/>
          </a:xfrm>
        </p:grpSpPr>
        <p:pic>
          <p:nvPicPr>
            <p:cNvPr descr="1.png" id="1222" name="Google Shape;1222;p164"/>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1223" name="Google Shape;1223;p164"/>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1224" name="Google Shape;1224;p164"/>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1225" name="Google Shape;1225;p164"/>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1226" name="Google Shape;1226;p16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227" name="Google Shape;1227;p16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28" name="Google Shape;1228;p164"/>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1229" name="Google Shape;1229;p164"/>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1230" name="Google Shape;1230;p164"/>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1231" name="Google Shape;1231;p164"/>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1232" name="Google Shape;1232;p164"/>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1233" name="Google Shape;1233;p164"/>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1234" name="Google Shape;1234;p164"/>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1235" name="Shape 1235"/>
        <p:cNvGrpSpPr/>
        <p:nvPr/>
      </p:nvGrpSpPr>
      <p:grpSpPr>
        <a:xfrm>
          <a:off x="0" y="0"/>
          <a:ext cx="0" cy="0"/>
          <a:chOff x="0" y="0"/>
          <a:chExt cx="0" cy="0"/>
        </a:xfrm>
      </p:grpSpPr>
      <p:pic>
        <p:nvPicPr>
          <p:cNvPr id="1236" name="Google Shape;1236;p16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237" name="Google Shape;1237;p165"/>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238" name="Google Shape;1238;p16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239" name="Google Shape;1239;p16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40" name="Google Shape;1240;p165"/>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1241" name="Google Shape;1241;p165"/>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theme" Target="../theme/theme5.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9.xml"/><Relationship Id="rId22" Type="http://schemas.openxmlformats.org/officeDocument/2006/relationships/slideLayout" Target="../slideLayouts/slideLayout61.xml"/><Relationship Id="rId21" Type="http://schemas.openxmlformats.org/officeDocument/2006/relationships/slideLayout" Target="../slideLayouts/slideLayout60.xml"/><Relationship Id="rId24" Type="http://schemas.openxmlformats.org/officeDocument/2006/relationships/slideLayout" Target="../slideLayouts/slideLayout63.xml"/><Relationship Id="rId23" Type="http://schemas.openxmlformats.org/officeDocument/2006/relationships/slideLayout" Target="../slideLayouts/slideLayout62.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9" Type="http://schemas.openxmlformats.org/officeDocument/2006/relationships/slideLayout" Target="../slideLayouts/slideLayout48.xml"/><Relationship Id="rId26" Type="http://schemas.openxmlformats.org/officeDocument/2006/relationships/slideLayout" Target="../slideLayouts/slideLayout65.xml"/><Relationship Id="rId25" Type="http://schemas.openxmlformats.org/officeDocument/2006/relationships/slideLayout" Target="../slideLayouts/slideLayout64.xml"/><Relationship Id="rId28" Type="http://schemas.openxmlformats.org/officeDocument/2006/relationships/theme" Target="../theme/theme6.xml"/><Relationship Id="rId27" Type="http://schemas.openxmlformats.org/officeDocument/2006/relationships/slideLayout" Target="../slideLayouts/slideLayout66.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3" Type="http://schemas.openxmlformats.org/officeDocument/2006/relationships/slideLayout" Target="../slideLayouts/slideLayout52.xml"/><Relationship Id="rId12" Type="http://schemas.openxmlformats.org/officeDocument/2006/relationships/slideLayout" Target="../slideLayouts/slideLayout51.xml"/><Relationship Id="rId15" Type="http://schemas.openxmlformats.org/officeDocument/2006/relationships/slideLayout" Target="../slideLayouts/slideLayout54.xml"/><Relationship Id="rId14" Type="http://schemas.openxmlformats.org/officeDocument/2006/relationships/slideLayout" Target="../slideLayouts/slideLayout53.xml"/><Relationship Id="rId17" Type="http://schemas.openxmlformats.org/officeDocument/2006/relationships/slideLayout" Target="../slideLayouts/slideLayout56.xml"/><Relationship Id="rId16" Type="http://schemas.openxmlformats.org/officeDocument/2006/relationships/slideLayout" Target="../slideLayouts/slideLayout55.xml"/><Relationship Id="rId19" Type="http://schemas.openxmlformats.org/officeDocument/2006/relationships/slideLayout" Target="../slideLayouts/slideLayout58.xml"/><Relationship Id="rId18" Type="http://schemas.openxmlformats.org/officeDocument/2006/relationships/slideLayout" Target="../slideLayouts/slideLayout57.xml"/></Relationships>
</file>

<file path=ppt/slideMasters/_rels/slideMaster4.xml.rels><?xml version="1.0" encoding="UTF-8" standalone="yes"?><Relationships xmlns="http://schemas.openxmlformats.org/package/2006/relationships"><Relationship Id="rId40" Type="http://schemas.openxmlformats.org/officeDocument/2006/relationships/theme" Target="../theme/theme7.xml"/><Relationship Id="rId20" Type="http://schemas.openxmlformats.org/officeDocument/2006/relationships/slideLayout" Target="../slideLayouts/slideLayout86.xml"/><Relationship Id="rId22" Type="http://schemas.openxmlformats.org/officeDocument/2006/relationships/slideLayout" Target="../slideLayouts/slideLayout88.xml"/><Relationship Id="rId21" Type="http://schemas.openxmlformats.org/officeDocument/2006/relationships/slideLayout" Target="../slideLayouts/slideLayout87.xml"/><Relationship Id="rId24" Type="http://schemas.openxmlformats.org/officeDocument/2006/relationships/slideLayout" Target="../slideLayouts/slideLayout90.xml"/><Relationship Id="rId23" Type="http://schemas.openxmlformats.org/officeDocument/2006/relationships/slideLayout" Target="../slideLayouts/slideLayout89.xml"/><Relationship Id="rId1" Type="http://schemas.openxmlformats.org/officeDocument/2006/relationships/slideLayout" Target="../slideLayouts/slideLayout67.xml"/><Relationship Id="rId2" Type="http://schemas.openxmlformats.org/officeDocument/2006/relationships/slideLayout" Target="../slideLayouts/slideLayout68.xml"/><Relationship Id="rId3" Type="http://schemas.openxmlformats.org/officeDocument/2006/relationships/slideLayout" Target="../slideLayouts/slideLayout69.xml"/><Relationship Id="rId4" Type="http://schemas.openxmlformats.org/officeDocument/2006/relationships/slideLayout" Target="../slideLayouts/slideLayout70.xml"/><Relationship Id="rId9" Type="http://schemas.openxmlformats.org/officeDocument/2006/relationships/slideLayout" Target="../slideLayouts/slideLayout75.xml"/><Relationship Id="rId26" Type="http://schemas.openxmlformats.org/officeDocument/2006/relationships/slideLayout" Target="../slideLayouts/slideLayout92.xml"/><Relationship Id="rId25" Type="http://schemas.openxmlformats.org/officeDocument/2006/relationships/slideLayout" Target="../slideLayouts/slideLayout91.xml"/><Relationship Id="rId28" Type="http://schemas.openxmlformats.org/officeDocument/2006/relationships/slideLayout" Target="../slideLayouts/slideLayout94.xml"/><Relationship Id="rId27" Type="http://schemas.openxmlformats.org/officeDocument/2006/relationships/slideLayout" Target="../slideLayouts/slideLayout93.xml"/><Relationship Id="rId5" Type="http://schemas.openxmlformats.org/officeDocument/2006/relationships/slideLayout" Target="../slideLayouts/slideLayout71.xml"/><Relationship Id="rId6" Type="http://schemas.openxmlformats.org/officeDocument/2006/relationships/slideLayout" Target="../slideLayouts/slideLayout72.xml"/><Relationship Id="rId29" Type="http://schemas.openxmlformats.org/officeDocument/2006/relationships/slideLayout" Target="../slideLayouts/slideLayout95.xml"/><Relationship Id="rId7" Type="http://schemas.openxmlformats.org/officeDocument/2006/relationships/slideLayout" Target="../slideLayouts/slideLayout73.xml"/><Relationship Id="rId8" Type="http://schemas.openxmlformats.org/officeDocument/2006/relationships/slideLayout" Target="../slideLayouts/slideLayout74.xml"/><Relationship Id="rId31" Type="http://schemas.openxmlformats.org/officeDocument/2006/relationships/slideLayout" Target="../slideLayouts/slideLayout97.xml"/><Relationship Id="rId30" Type="http://schemas.openxmlformats.org/officeDocument/2006/relationships/slideLayout" Target="../slideLayouts/slideLayout96.xml"/><Relationship Id="rId11" Type="http://schemas.openxmlformats.org/officeDocument/2006/relationships/slideLayout" Target="../slideLayouts/slideLayout77.xml"/><Relationship Id="rId33" Type="http://schemas.openxmlformats.org/officeDocument/2006/relationships/slideLayout" Target="../slideLayouts/slideLayout99.xml"/><Relationship Id="rId10" Type="http://schemas.openxmlformats.org/officeDocument/2006/relationships/slideLayout" Target="../slideLayouts/slideLayout76.xml"/><Relationship Id="rId32" Type="http://schemas.openxmlformats.org/officeDocument/2006/relationships/slideLayout" Target="../slideLayouts/slideLayout98.xml"/><Relationship Id="rId13" Type="http://schemas.openxmlformats.org/officeDocument/2006/relationships/slideLayout" Target="../slideLayouts/slideLayout79.xml"/><Relationship Id="rId35" Type="http://schemas.openxmlformats.org/officeDocument/2006/relationships/slideLayout" Target="../slideLayouts/slideLayout101.xml"/><Relationship Id="rId12" Type="http://schemas.openxmlformats.org/officeDocument/2006/relationships/slideLayout" Target="../slideLayouts/slideLayout78.xml"/><Relationship Id="rId34" Type="http://schemas.openxmlformats.org/officeDocument/2006/relationships/slideLayout" Target="../slideLayouts/slideLayout100.xml"/><Relationship Id="rId15" Type="http://schemas.openxmlformats.org/officeDocument/2006/relationships/slideLayout" Target="../slideLayouts/slideLayout81.xml"/><Relationship Id="rId37" Type="http://schemas.openxmlformats.org/officeDocument/2006/relationships/slideLayout" Target="../slideLayouts/slideLayout103.xml"/><Relationship Id="rId14" Type="http://schemas.openxmlformats.org/officeDocument/2006/relationships/slideLayout" Target="../slideLayouts/slideLayout80.xml"/><Relationship Id="rId36" Type="http://schemas.openxmlformats.org/officeDocument/2006/relationships/slideLayout" Target="../slideLayouts/slideLayout102.xml"/><Relationship Id="rId17" Type="http://schemas.openxmlformats.org/officeDocument/2006/relationships/slideLayout" Target="../slideLayouts/slideLayout83.xml"/><Relationship Id="rId39" Type="http://schemas.openxmlformats.org/officeDocument/2006/relationships/slideLayout" Target="../slideLayouts/slideLayout105.xml"/><Relationship Id="rId16" Type="http://schemas.openxmlformats.org/officeDocument/2006/relationships/slideLayout" Target="../slideLayouts/slideLayout82.xml"/><Relationship Id="rId38" Type="http://schemas.openxmlformats.org/officeDocument/2006/relationships/slideLayout" Target="../slideLayouts/slideLayout104.xml"/><Relationship Id="rId19" Type="http://schemas.openxmlformats.org/officeDocument/2006/relationships/slideLayout" Target="../slideLayouts/slideLayout85.xml"/><Relationship Id="rId18" Type="http://schemas.openxmlformats.org/officeDocument/2006/relationships/slideLayout" Target="../slideLayouts/slideLayout84.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25.xml"/><Relationship Id="rId22" Type="http://schemas.openxmlformats.org/officeDocument/2006/relationships/slideLayout" Target="../slideLayouts/slideLayout127.xml"/><Relationship Id="rId21" Type="http://schemas.openxmlformats.org/officeDocument/2006/relationships/slideLayout" Target="../slideLayouts/slideLayout126.xml"/><Relationship Id="rId24" Type="http://schemas.openxmlformats.org/officeDocument/2006/relationships/slideLayout" Target="../slideLayouts/slideLayout129.xml"/><Relationship Id="rId23" Type="http://schemas.openxmlformats.org/officeDocument/2006/relationships/slideLayout" Target="../slideLayouts/slideLayout128.xml"/><Relationship Id="rId1" Type="http://schemas.openxmlformats.org/officeDocument/2006/relationships/slideLayout" Target="../slideLayouts/slideLayout106.xml"/><Relationship Id="rId2" Type="http://schemas.openxmlformats.org/officeDocument/2006/relationships/slideLayout" Target="../slideLayouts/slideLayout107.xml"/><Relationship Id="rId3" Type="http://schemas.openxmlformats.org/officeDocument/2006/relationships/slideLayout" Target="../slideLayouts/slideLayout108.xml"/><Relationship Id="rId4" Type="http://schemas.openxmlformats.org/officeDocument/2006/relationships/slideLayout" Target="../slideLayouts/slideLayout109.xml"/><Relationship Id="rId9" Type="http://schemas.openxmlformats.org/officeDocument/2006/relationships/slideLayout" Target="../slideLayouts/slideLayout114.xml"/><Relationship Id="rId26" Type="http://schemas.openxmlformats.org/officeDocument/2006/relationships/slideLayout" Target="../slideLayouts/slideLayout131.xml"/><Relationship Id="rId25" Type="http://schemas.openxmlformats.org/officeDocument/2006/relationships/slideLayout" Target="../slideLayouts/slideLayout130.xml"/><Relationship Id="rId28" Type="http://schemas.openxmlformats.org/officeDocument/2006/relationships/theme" Target="../theme/theme4.xml"/><Relationship Id="rId27" Type="http://schemas.openxmlformats.org/officeDocument/2006/relationships/slideLayout" Target="../slideLayouts/slideLayout132.xml"/><Relationship Id="rId5" Type="http://schemas.openxmlformats.org/officeDocument/2006/relationships/slideLayout" Target="../slideLayouts/slideLayout110.xml"/><Relationship Id="rId6" Type="http://schemas.openxmlformats.org/officeDocument/2006/relationships/slideLayout" Target="../slideLayouts/slideLayout111.xml"/><Relationship Id="rId7" Type="http://schemas.openxmlformats.org/officeDocument/2006/relationships/slideLayout" Target="../slideLayouts/slideLayout112.xml"/><Relationship Id="rId8" Type="http://schemas.openxmlformats.org/officeDocument/2006/relationships/slideLayout" Target="../slideLayouts/slideLayout113.xml"/><Relationship Id="rId11" Type="http://schemas.openxmlformats.org/officeDocument/2006/relationships/slideLayout" Target="../slideLayouts/slideLayout116.xml"/><Relationship Id="rId10" Type="http://schemas.openxmlformats.org/officeDocument/2006/relationships/slideLayout" Target="../slideLayouts/slideLayout115.xml"/><Relationship Id="rId13" Type="http://schemas.openxmlformats.org/officeDocument/2006/relationships/slideLayout" Target="../slideLayouts/slideLayout118.xml"/><Relationship Id="rId12" Type="http://schemas.openxmlformats.org/officeDocument/2006/relationships/slideLayout" Target="../slideLayouts/slideLayout117.xml"/><Relationship Id="rId15" Type="http://schemas.openxmlformats.org/officeDocument/2006/relationships/slideLayout" Target="../slideLayouts/slideLayout120.xml"/><Relationship Id="rId14" Type="http://schemas.openxmlformats.org/officeDocument/2006/relationships/slideLayout" Target="../slideLayouts/slideLayout119.xml"/><Relationship Id="rId17" Type="http://schemas.openxmlformats.org/officeDocument/2006/relationships/slideLayout" Target="../slideLayouts/slideLayout122.xml"/><Relationship Id="rId16" Type="http://schemas.openxmlformats.org/officeDocument/2006/relationships/slideLayout" Target="../slideLayouts/slideLayout121.xml"/><Relationship Id="rId19" Type="http://schemas.openxmlformats.org/officeDocument/2006/relationships/slideLayout" Target="../slideLayouts/slideLayout124.xml"/><Relationship Id="rId18" Type="http://schemas.openxmlformats.org/officeDocument/2006/relationships/slideLayout" Target="../slideLayouts/slideLayout123.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52.xml"/><Relationship Id="rId22" Type="http://schemas.openxmlformats.org/officeDocument/2006/relationships/slideLayout" Target="../slideLayouts/slideLayout154.xml"/><Relationship Id="rId21" Type="http://schemas.openxmlformats.org/officeDocument/2006/relationships/slideLayout" Target="../slideLayouts/slideLayout153.xml"/><Relationship Id="rId24" Type="http://schemas.openxmlformats.org/officeDocument/2006/relationships/slideLayout" Target="../slideLayouts/slideLayout156.xml"/><Relationship Id="rId23" Type="http://schemas.openxmlformats.org/officeDocument/2006/relationships/slideLayout" Target="../slideLayouts/slideLayout155.xml"/><Relationship Id="rId1" Type="http://schemas.openxmlformats.org/officeDocument/2006/relationships/slideLayout" Target="../slideLayouts/slideLayout133.xml"/><Relationship Id="rId2" Type="http://schemas.openxmlformats.org/officeDocument/2006/relationships/slideLayout" Target="../slideLayouts/slideLayout134.xml"/><Relationship Id="rId3" Type="http://schemas.openxmlformats.org/officeDocument/2006/relationships/slideLayout" Target="../slideLayouts/slideLayout135.xml"/><Relationship Id="rId4" Type="http://schemas.openxmlformats.org/officeDocument/2006/relationships/slideLayout" Target="../slideLayouts/slideLayout136.xml"/><Relationship Id="rId9" Type="http://schemas.openxmlformats.org/officeDocument/2006/relationships/slideLayout" Target="../slideLayouts/slideLayout141.xml"/><Relationship Id="rId26" Type="http://schemas.openxmlformats.org/officeDocument/2006/relationships/slideLayout" Target="../slideLayouts/slideLayout158.xml"/><Relationship Id="rId25" Type="http://schemas.openxmlformats.org/officeDocument/2006/relationships/slideLayout" Target="../slideLayouts/slideLayout157.xml"/><Relationship Id="rId28" Type="http://schemas.openxmlformats.org/officeDocument/2006/relationships/theme" Target="../theme/theme2.xml"/><Relationship Id="rId27" Type="http://schemas.openxmlformats.org/officeDocument/2006/relationships/slideLayout" Target="../slideLayouts/slideLayout159.xml"/><Relationship Id="rId5" Type="http://schemas.openxmlformats.org/officeDocument/2006/relationships/slideLayout" Target="../slideLayouts/slideLayout137.xml"/><Relationship Id="rId6" Type="http://schemas.openxmlformats.org/officeDocument/2006/relationships/slideLayout" Target="../slideLayouts/slideLayout138.xml"/><Relationship Id="rId7" Type="http://schemas.openxmlformats.org/officeDocument/2006/relationships/slideLayout" Target="../slideLayouts/slideLayout139.xml"/><Relationship Id="rId8" Type="http://schemas.openxmlformats.org/officeDocument/2006/relationships/slideLayout" Target="../slideLayouts/slideLayout140.xml"/><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3" Type="http://schemas.openxmlformats.org/officeDocument/2006/relationships/slideLayout" Target="../slideLayouts/slideLayout145.xml"/><Relationship Id="rId12" Type="http://schemas.openxmlformats.org/officeDocument/2006/relationships/slideLayout" Target="../slideLayouts/slideLayout144.xml"/><Relationship Id="rId15" Type="http://schemas.openxmlformats.org/officeDocument/2006/relationships/slideLayout" Target="../slideLayouts/slideLayout147.xml"/><Relationship Id="rId14" Type="http://schemas.openxmlformats.org/officeDocument/2006/relationships/slideLayout" Target="../slideLayouts/slideLayout146.xml"/><Relationship Id="rId17" Type="http://schemas.openxmlformats.org/officeDocument/2006/relationships/slideLayout" Target="../slideLayouts/slideLayout149.xml"/><Relationship Id="rId16" Type="http://schemas.openxmlformats.org/officeDocument/2006/relationships/slideLayout" Target="../slideLayouts/slideLayout148.xml"/><Relationship Id="rId19" Type="http://schemas.openxmlformats.org/officeDocument/2006/relationships/slideLayout" Target="../slideLayouts/slideLayout151.xml"/><Relationship Id="rId18" Type="http://schemas.openxmlformats.org/officeDocument/2006/relationships/slideLayout" Target="../slideLayouts/slideLayout15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81" name="Shape 281"/>
        <p:cNvGrpSpPr/>
        <p:nvPr/>
      </p:nvGrpSpPr>
      <p:grpSpPr>
        <a:xfrm>
          <a:off x="0" y="0"/>
          <a:ext cx="0" cy="0"/>
          <a:chOff x="0" y="0"/>
          <a:chExt cx="0" cy="0"/>
        </a:xfrm>
      </p:grpSpPr>
      <p:sp>
        <p:nvSpPr>
          <p:cNvPr id="282" name="Google Shape;282;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83" name="Google Shape;283;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1" name="Shape 501"/>
        <p:cNvGrpSpPr/>
        <p:nvPr/>
      </p:nvGrpSpPr>
      <p:grpSpPr>
        <a:xfrm>
          <a:off x="0" y="0"/>
          <a:ext cx="0" cy="0"/>
          <a:chOff x="0" y="0"/>
          <a:chExt cx="0" cy="0"/>
        </a:xfrm>
      </p:grpSpPr>
      <p:sp>
        <p:nvSpPr>
          <p:cNvPr id="502" name="Google Shape;502;p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03" name="Google Shape;503;p7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02" name="Shape 802"/>
        <p:cNvGrpSpPr/>
        <p:nvPr/>
      </p:nvGrpSpPr>
      <p:grpSpPr>
        <a:xfrm>
          <a:off x="0" y="0"/>
          <a:ext cx="0" cy="0"/>
          <a:chOff x="0" y="0"/>
          <a:chExt cx="0" cy="0"/>
        </a:xfrm>
      </p:grpSpPr>
      <p:sp>
        <p:nvSpPr>
          <p:cNvPr id="803" name="Google Shape;803;p1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804" name="Google Shape;804;p1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22" name="Shape 1022"/>
        <p:cNvGrpSpPr/>
        <p:nvPr/>
      </p:nvGrpSpPr>
      <p:grpSpPr>
        <a:xfrm>
          <a:off x="0" y="0"/>
          <a:ext cx="0" cy="0"/>
          <a:chOff x="0" y="0"/>
          <a:chExt cx="0" cy="0"/>
        </a:xfrm>
      </p:grpSpPr>
      <p:sp>
        <p:nvSpPr>
          <p:cNvPr id="1023" name="Google Shape;1023;p1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024" name="Google Shape;1024;p1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 id="2147483799" r:id="rId20"/>
    <p:sldLayoutId id="2147483800" r:id="rId21"/>
    <p:sldLayoutId id="2147483801" r:id="rId22"/>
    <p:sldLayoutId id="2147483802" r:id="rId23"/>
    <p:sldLayoutId id="2147483803" r:id="rId24"/>
    <p:sldLayoutId id="2147483804" r:id="rId25"/>
    <p:sldLayoutId id="2147483805" r:id="rId26"/>
    <p:sldLayoutId id="2147483806"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4.xml"/><Relationship Id="rId3" Type="http://schemas.openxmlformats.org/officeDocument/2006/relationships/image" Target="../media/image193.png"/><Relationship Id="rId4" Type="http://schemas.openxmlformats.org/officeDocument/2006/relationships/image" Target="../media/image19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7.xml"/><Relationship Id="rId3" Type="http://schemas.openxmlformats.org/officeDocument/2006/relationships/image" Target="../media/image19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8.xml"/><Relationship Id="rId3" Type="http://schemas.openxmlformats.org/officeDocument/2006/relationships/hyperlink" Target="https://code.visualstudio.com/docs/configure/extensions/extensions" TargetMode="External"/><Relationship Id="rId4" Type="http://schemas.openxmlformats.org/officeDocument/2006/relationships/hyperlink" Target="https://marketplace.visualstudio.com/items?itemName=MS-vsliveshare.vsliveshare" TargetMode="External"/><Relationship Id="rId5" Type="http://schemas.openxmlformats.org/officeDocument/2006/relationships/image" Target="../media/image19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5.xml"/><Relationship Id="rId3" Type="http://schemas.openxmlformats.org/officeDocument/2006/relationships/image" Target="../media/image20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6.xml"/><Relationship Id="rId3" Type="http://schemas.openxmlformats.org/officeDocument/2006/relationships/image" Target="../media/image20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7.xml"/><Relationship Id="rId3" Type="http://schemas.openxmlformats.org/officeDocument/2006/relationships/image" Target="../media/image20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notesSlide" Target="../notesSlides/notesSlide22.xml"/><Relationship Id="rId3" Type="http://schemas.openxmlformats.org/officeDocument/2006/relationships/hyperlink" Target="http://www.youtube.com/watch?v=Jwd_lkXoLKk" TargetMode="External"/><Relationship Id="rId4" Type="http://schemas.openxmlformats.org/officeDocument/2006/relationships/image" Target="../media/image19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27.xml"/><Relationship Id="rId3" Type="http://schemas.openxmlformats.org/officeDocument/2006/relationships/image" Target="../media/image200.png"/><Relationship Id="rId4" Type="http://schemas.openxmlformats.org/officeDocument/2006/relationships/hyperlink" Target="http://www.youtube.com/watch?v=BTZMUDKSpSs" TargetMode="External"/><Relationship Id="rId5" Type="http://schemas.openxmlformats.org/officeDocument/2006/relationships/image" Target="../media/image20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7.xml"/><Relationship Id="rId2" Type="http://schemas.openxmlformats.org/officeDocument/2006/relationships/notesSlide" Target="../notesSlides/notesSlide28.xml"/><Relationship Id="rId3" Type="http://schemas.openxmlformats.org/officeDocument/2006/relationships/image" Target="../media/image20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166"/>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Recursion</a:t>
            </a:r>
            <a:endParaRPr sz="3600"/>
          </a:p>
        </p:txBody>
      </p:sp>
      <p:sp>
        <p:nvSpPr>
          <p:cNvPr id="1247" name="Google Shape;1247;p166"/>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sp>
        <p:nvSpPr>
          <p:cNvPr id="1252" name="Google Shape;1252;p16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253" name="Google Shape;1253;p167"/>
          <p:cNvGraphicFramePr/>
          <p:nvPr/>
        </p:nvGraphicFramePr>
        <p:xfrm>
          <a:off x="451525" y="1242597"/>
          <a:ext cx="3000000" cy="3000000"/>
        </p:xfrm>
        <a:graphic>
          <a:graphicData uri="http://schemas.openxmlformats.org/drawingml/2006/table">
            <a:tbl>
              <a:tblPr>
                <a:noFill/>
                <a:tableStyleId>{027F5714-2589-4110-8EA2-E2406559112D}</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Recursion</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35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800">
                          <a:solidFill>
                            <a:schemeClr val="dk1"/>
                          </a:solidFill>
                          <a:latin typeface="Poppins"/>
                          <a:ea typeface="Poppins"/>
                          <a:cs typeface="Poppins"/>
                          <a:sym typeface="Poppins"/>
                        </a:rPr>
                        <a:t>BREAK</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168"/>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1259" name="Google Shape;1259;p168"/>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16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65" name="Google Shape;1265;p169"/>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1266" name="Google Shape;1266;p169"/>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1267" name="Google Shape;1267;p169"/>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1268" name="Google Shape;1268;p169"/>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170"/>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1274" name="Google Shape;1274;p17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5" name="Google Shape;1275;p17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a:t>
            </a:r>
            <a:endParaRPr b="1"/>
          </a:p>
          <a:p>
            <a:pPr indent="0" lvl="0" marL="0" rtl="0" algn="l">
              <a:spcBef>
                <a:spcPts val="1000"/>
              </a:spcBef>
              <a:spcAft>
                <a:spcPts val="0"/>
              </a:spcAft>
              <a:buNone/>
            </a:pPr>
            <a:r>
              <a:rPr lang="en"/>
              <a:t>If you could had to choose between only seeing the sunrise or only seeing the sunset, which would you choose and why?</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What kinds of pets do you have if any? If you don’t have any, share what type you would like to have, if any.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171"/>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Mock interviews were a hit!</a:t>
            </a:r>
            <a:endParaRPr/>
          </a:p>
          <a:p>
            <a:pPr indent="-342900" lvl="0" marL="457200" rtl="0" algn="l">
              <a:spcBef>
                <a:spcPts val="0"/>
              </a:spcBef>
              <a:spcAft>
                <a:spcPts val="0"/>
              </a:spcAft>
              <a:buSzPts val="1800"/>
              <a:buChar char="+"/>
            </a:pPr>
            <a:r>
              <a:rPr lang="en"/>
              <a:t>Students feeling confident after watching their peers</a:t>
            </a:r>
            <a:endParaRPr/>
          </a:p>
        </p:txBody>
      </p:sp>
      <p:sp>
        <p:nvSpPr>
          <p:cNvPr id="1281" name="Google Shape;1281;p17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82" name="Google Shape;1282;p171"/>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 Timing is tight on interview days</a:t>
            </a:r>
            <a:endParaRPr sz="1700"/>
          </a:p>
          <a:p>
            <a:pPr indent="0" lvl="0" marL="0" rtl="0" algn="l">
              <a:spcBef>
                <a:spcPts val="1600"/>
              </a:spcBef>
              <a:spcAft>
                <a:spcPts val="1600"/>
              </a:spcAft>
              <a:buNone/>
            </a:pPr>
            <a:r>
              <a:rPr lang="en" sz="1700"/>
              <a:t>- Students looking for additional mock interview opportunities.</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172"/>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a:t>
            </a:r>
            <a:endParaRPr/>
          </a:p>
        </p:txBody>
      </p:sp>
      <p:sp>
        <p:nvSpPr>
          <p:cNvPr id="1288" name="Google Shape;1288;p17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Peer to Peer Mock Interviews</a:t>
            </a:r>
            <a:endParaRPr/>
          </a:p>
          <a:p>
            <a:pPr indent="-342900" lvl="1" marL="914400" rtl="0" algn="l">
              <a:spcBef>
                <a:spcPts val="0"/>
              </a:spcBef>
              <a:spcAft>
                <a:spcPts val="0"/>
              </a:spcAft>
              <a:buSzPts val="1800"/>
              <a:buChar char="●"/>
            </a:pPr>
            <a:r>
              <a:rPr lang="en"/>
              <a:t>All students will participate in 2 rounds.</a:t>
            </a:r>
            <a:endParaRPr/>
          </a:p>
          <a:p>
            <a:pPr indent="-342900" lvl="2" marL="1371600" rtl="0" algn="l">
              <a:spcBef>
                <a:spcPts val="0"/>
              </a:spcBef>
              <a:spcAft>
                <a:spcPts val="0"/>
              </a:spcAft>
              <a:buSzPts val="1800"/>
              <a:buChar char="○"/>
            </a:pPr>
            <a:r>
              <a:rPr lang="en"/>
              <a:t>1 as the interviewer</a:t>
            </a:r>
            <a:endParaRPr/>
          </a:p>
          <a:p>
            <a:pPr indent="-342900" lvl="2" marL="1371600" rtl="0" algn="l">
              <a:spcBef>
                <a:spcPts val="0"/>
              </a:spcBef>
              <a:spcAft>
                <a:spcPts val="0"/>
              </a:spcAft>
              <a:buSzPts val="1800"/>
              <a:buChar char="○"/>
            </a:pPr>
            <a:r>
              <a:rPr lang="en"/>
              <a:t>1 as the interviewee</a:t>
            </a:r>
            <a:endParaRPr/>
          </a:p>
          <a:p>
            <a:pPr indent="-342900" lvl="1" marL="914400" rtl="0" algn="l">
              <a:spcBef>
                <a:spcPts val="0"/>
              </a:spcBef>
              <a:spcAft>
                <a:spcPts val="0"/>
              </a:spcAft>
              <a:buSzPts val="1800"/>
              <a:buChar char="●"/>
            </a:pPr>
            <a:r>
              <a:rPr lang="en"/>
              <a:t>Students must be camera ready and able to share their screen while solving the problem on VS Code.</a:t>
            </a:r>
            <a:endParaRPr/>
          </a:p>
          <a:p>
            <a:pPr indent="-342900" lvl="1" marL="914400" rtl="0" algn="l">
              <a:spcBef>
                <a:spcPts val="0"/>
              </a:spcBef>
              <a:spcAft>
                <a:spcPts val="0"/>
              </a:spcAft>
              <a:buSzPts val="1800"/>
              <a:buChar char="●"/>
            </a:pPr>
            <a:r>
              <a:rPr lang="en"/>
              <a:t>Questions will be shared a little bit ahead of time.</a:t>
            </a:r>
            <a:endParaRPr/>
          </a:p>
        </p:txBody>
      </p:sp>
      <p:sp>
        <p:nvSpPr>
          <p:cNvPr id="1289" name="Google Shape;1289;p17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90" name="Google Shape;1290;p172"/>
          <p:cNvPicPr preferRelativeResize="0"/>
          <p:nvPr/>
        </p:nvPicPr>
        <p:blipFill>
          <a:blip r:embed="rId3">
            <a:alphaModFix/>
          </a:blip>
          <a:stretch>
            <a:fillRect/>
          </a:stretch>
        </p:blipFill>
        <p:spPr>
          <a:xfrm>
            <a:off x="452400" y="350275"/>
            <a:ext cx="679601" cy="679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173"/>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Tool: VS Code Live Share </a:t>
            </a:r>
            <a:endParaRPr/>
          </a:p>
        </p:txBody>
      </p:sp>
      <p:sp>
        <p:nvSpPr>
          <p:cNvPr id="1296" name="Google Shape;1296;p173"/>
          <p:cNvSpPr txBox="1"/>
          <p:nvPr>
            <p:ph idx="1" type="body"/>
          </p:nvPr>
        </p:nvSpPr>
        <p:spPr>
          <a:xfrm>
            <a:off x="304425" y="1132825"/>
            <a:ext cx="8481300" cy="34881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Real-time collaboration - see your peers’ edits live on your device! </a:t>
            </a:r>
            <a:br>
              <a:rPr lang="en" sz="1500"/>
            </a:br>
            <a:endParaRPr sz="1500"/>
          </a:p>
          <a:p>
            <a:pPr indent="-323850" lvl="0" marL="457200" rtl="0" algn="l">
              <a:spcBef>
                <a:spcPts val="0"/>
              </a:spcBef>
              <a:spcAft>
                <a:spcPts val="0"/>
              </a:spcAft>
              <a:buSzPts val="1500"/>
              <a:buChar char="✱"/>
            </a:pPr>
            <a:r>
              <a:rPr b="1" lang="en" sz="1500"/>
              <a:t>VS Code Live Share</a:t>
            </a:r>
            <a:r>
              <a:rPr lang="en" sz="1500"/>
              <a:t> is available through a VS Code Extension -</a:t>
            </a:r>
            <a:endParaRPr sz="1500"/>
          </a:p>
          <a:p>
            <a:pPr indent="-323850" lvl="1" marL="914400" rtl="0" algn="l">
              <a:spcBef>
                <a:spcPts val="0"/>
              </a:spcBef>
              <a:spcAft>
                <a:spcPts val="0"/>
              </a:spcAft>
              <a:buSzPts val="1500"/>
              <a:buChar char="●"/>
            </a:pPr>
            <a:r>
              <a:rPr lang="en" sz="1500" u="sng">
                <a:solidFill>
                  <a:schemeClr val="hlink"/>
                </a:solidFill>
                <a:hlinkClick r:id="rId3"/>
              </a:rPr>
              <a:t>How to install a VS Code extension</a:t>
            </a:r>
            <a:r>
              <a:rPr lang="en" sz="1500"/>
              <a:t> </a:t>
            </a:r>
            <a:endParaRPr sz="1500"/>
          </a:p>
          <a:p>
            <a:pPr indent="-323850" lvl="1" marL="914400" rtl="0" algn="l">
              <a:spcBef>
                <a:spcPts val="0"/>
              </a:spcBef>
              <a:spcAft>
                <a:spcPts val="0"/>
              </a:spcAft>
              <a:buSzPts val="1500"/>
              <a:buChar char="●"/>
            </a:pPr>
            <a:r>
              <a:rPr lang="en" sz="1500" u="sng">
                <a:solidFill>
                  <a:schemeClr val="accent5"/>
                </a:solidFill>
                <a:hlinkClick r:id="rId4">
                  <a:extLst>
                    <a:ext uri="{A12FA001-AC4F-418D-AE19-62706E023703}">
                      <ahyp:hlinkClr val="tx"/>
                    </a:ext>
                  </a:extLst>
                </a:hlinkClick>
              </a:rPr>
              <a:t>VS Code Live Share Extension</a:t>
            </a:r>
            <a:br>
              <a:rPr lang="en" sz="1500"/>
            </a:br>
            <a:endParaRPr sz="1500"/>
          </a:p>
          <a:p>
            <a:pPr indent="-323850" lvl="0" marL="457200" rtl="0" algn="l">
              <a:spcBef>
                <a:spcPts val="0"/>
              </a:spcBef>
              <a:spcAft>
                <a:spcPts val="0"/>
              </a:spcAft>
              <a:buSzPts val="1500"/>
              <a:buChar char="✱"/>
            </a:pPr>
            <a:r>
              <a:rPr b="1" lang="en" sz="1500"/>
              <a:t>Note: </a:t>
            </a:r>
            <a:r>
              <a:rPr lang="en" sz="1500"/>
              <a:t>We expect screen sharing in rooms, even if you utilize VS Code Live Share. During technical interviews, you may be asked to screen share, pair program using a collaborative editor like Live Share, or both. Screen sharing also helps CodePath staff quickly catch up on your progress in breakout rooms without interrupting your workflow. </a:t>
            </a:r>
            <a:endParaRPr sz="1500"/>
          </a:p>
        </p:txBody>
      </p:sp>
      <p:sp>
        <p:nvSpPr>
          <p:cNvPr id="1297" name="Google Shape;1297;p17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98" name="Google Shape;1298;p173"/>
          <p:cNvPicPr preferRelativeResize="0"/>
          <p:nvPr/>
        </p:nvPicPr>
        <p:blipFill>
          <a:blip r:embed="rId5">
            <a:alphaModFix/>
          </a:blip>
          <a:stretch>
            <a:fillRect/>
          </a:stretch>
        </p:blipFill>
        <p:spPr>
          <a:xfrm>
            <a:off x="452400" y="350275"/>
            <a:ext cx="679601" cy="6796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174"/>
          <p:cNvSpPr txBox="1"/>
          <p:nvPr>
            <p:ph type="title"/>
          </p:nvPr>
        </p:nvSpPr>
        <p:spPr>
          <a:xfrm>
            <a:off x="884825" y="2317200"/>
            <a:ext cx="25230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Recursion</a:t>
            </a:r>
            <a:endParaRPr/>
          </a:p>
        </p:txBody>
      </p:sp>
      <p:sp>
        <p:nvSpPr>
          <p:cNvPr id="1304" name="Google Shape;1304;p174"/>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minutes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175"/>
          <p:cNvSpPr txBox="1"/>
          <p:nvPr>
            <p:ph idx="1" type="body"/>
          </p:nvPr>
        </p:nvSpPr>
        <p:spPr>
          <a:xfrm>
            <a:off x="452400" y="458350"/>
            <a:ext cx="8239200" cy="461700"/>
          </a:xfrm>
          <a:prstGeom prst="rect">
            <a:avLst/>
          </a:prstGeom>
        </p:spPr>
        <p:txBody>
          <a:bodyPr anchorCtr="0" anchor="t" bIns="91425" lIns="91425" spcFirstLastPara="1" rIns="91425" wrap="square" tIns="91425">
            <a:spAutoFit/>
          </a:bodyPr>
          <a:lstStyle/>
          <a:p>
            <a:pPr indent="0" lvl="0" marL="0" rtl="0" algn="ctr">
              <a:spcBef>
                <a:spcPts val="0"/>
              </a:spcBef>
              <a:spcAft>
                <a:spcPts val="1000"/>
              </a:spcAft>
              <a:buNone/>
            </a:pPr>
            <a:r>
              <a:rPr b="1" lang="en"/>
              <a:t>Recursion</a:t>
            </a:r>
            <a:r>
              <a:rPr lang="en"/>
              <a:t> is when a method calls itself.</a:t>
            </a:r>
            <a:endParaRPr/>
          </a:p>
        </p:txBody>
      </p:sp>
      <p:sp>
        <p:nvSpPr>
          <p:cNvPr id="1310" name="Google Shape;1310;p175"/>
          <p:cNvSpPr txBox="1"/>
          <p:nvPr/>
        </p:nvSpPr>
        <p:spPr>
          <a:xfrm>
            <a:off x="512350" y="1282025"/>
            <a:ext cx="5442000" cy="2876700"/>
          </a:xfrm>
          <a:prstGeom prst="rect">
            <a:avLst/>
          </a:prstGeom>
          <a:solidFill>
            <a:schemeClr val="lt2"/>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def recursive_sum(num):</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if num &lt;= 1:</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return num</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return num + recursive_sum(num - 1)</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Example usage</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result = recursive_sum(5)</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print(result)  # Output will be 15</a:t>
            </a:r>
            <a:endParaRPr sz="1800">
              <a:solidFill>
                <a:schemeClr val="dk1"/>
              </a:solidFill>
              <a:latin typeface="Consolas"/>
              <a:ea typeface="Consolas"/>
              <a:cs typeface="Consolas"/>
              <a:sym typeface="Consolas"/>
            </a:endParaRPr>
          </a:p>
        </p:txBody>
      </p:sp>
      <p:sp>
        <p:nvSpPr>
          <p:cNvPr id="1311" name="Google Shape;1311;p175"/>
          <p:cNvSpPr/>
          <p:nvPr/>
        </p:nvSpPr>
        <p:spPr>
          <a:xfrm>
            <a:off x="4026250" y="1060625"/>
            <a:ext cx="4818900" cy="1189200"/>
          </a:xfrm>
          <a:prstGeom prst="roundRect">
            <a:avLst>
              <a:gd fmla="val 9956" name="adj"/>
            </a:avLst>
          </a:prstGeom>
          <a:solidFill>
            <a:srgbClr val="D7FFEE"/>
          </a:solidFill>
          <a:ln cap="flat" cmpd="sng" w="9525">
            <a:solidFill>
              <a:srgbClr val="6EC396"/>
            </a:solidFill>
            <a:prstDash val="solid"/>
            <a:round/>
            <a:headEnd len="sm" w="sm" type="none"/>
            <a:tailEnd len="sm" w="sm" type="none"/>
          </a:ln>
        </p:spPr>
        <p:txBody>
          <a:bodyPr anchorCtr="0" anchor="ctr" bIns="137150" lIns="137150" spcFirstLastPara="1" rIns="137150" wrap="square" tIns="137150">
            <a:noAutofit/>
          </a:bodyPr>
          <a:lstStyle/>
          <a:p>
            <a:pPr indent="0" lvl="0" marL="0" rtl="0" algn="ctr">
              <a:lnSpc>
                <a:spcPct val="115000"/>
              </a:lnSpc>
              <a:spcBef>
                <a:spcPts val="0"/>
              </a:spcBef>
              <a:spcAft>
                <a:spcPts val="0"/>
              </a:spcAft>
              <a:buNone/>
            </a:pPr>
            <a:r>
              <a:rPr lang="en" sz="1800">
                <a:latin typeface="Poppins"/>
                <a:ea typeface="Poppins"/>
                <a:cs typeface="Poppins"/>
                <a:sym typeface="Poppins"/>
              </a:rPr>
              <a:t>The </a:t>
            </a:r>
            <a:r>
              <a:rPr b="1" lang="en" sz="1800">
                <a:latin typeface="Poppins"/>
                <a:ea typeface="Poppins"/>
                <a:cs typeface="Poppins"/>
                <a:sym typeface="Poppins"/>
              </a:rPr>
              <a:t>base case</a:t>
            </a:r>
            <a:r>
              <a:rPr lang="en" sz="1800">
                <a:latin typeface="Poppins"/>
                <a:ea typeface="Poppins"/>
                <a:cs typeface="Poppins"/>
                <a:sym typeface="Poppins"/>
              </a:rPr>
              <a:t> is the instance where a recursive method will </a:t>
            </a:r>
            <a:r>
              <a:rPr b="1" lang="en" sz="1800">
                <a:latin typeface="Poppins"/>
                <a:ea typeface="Poppins"/>
                <a:cs typeface="Poppins"/>
                <a:sym typeface="Poppins"/>
              </a:rPr>
              <a:t>return</a:t>
            </a:r>
            <a:r>
              <a:rPr lang="en" sz="1800">
                <a:latin typeface="Poppins"/>
                <a:ea typeface="Poppins"/>
                <a:cs typeface="Poppins"/>
                <a:sym typeface="Poppins"/>
              </a:rPr>
              <a:t> a value rather than calling itself.</a:t>
            </a:r>
            <a:endParaRPr sz="1800">
              <a:latin typeface="Poppins"/>
              <a:ea typeface="Poppins"/>
              <a:cs typeface="Poppins"/>
              <a:sym typeface="Poppins"/>
            </a:endParaRPr>
          </a:p>
        </p:txBody>
      </p:sp>
      <p:sp>
        <p:nvSpPr>
          <p:cNvPr id="1312" name="Google Shape;1312;p175"/>
          <p:cNvSpPr/>
          <p:nvPr/>
        </p:nvSpPr>
        <p:spPr>
          <a:xfrm>
            <a:off x="1143000" y="1750550"/>
            <a:ext cx="1452000" cy="345000"/>
          </a:xfrm>
          <a:prstGeom prst="rect">
            <a:avLst/>
          </a:prstGeom>
          <a:noFill/>
          <a:ln cap="flat" cmpd="sng" w="28575">
            <a:solidFill>
              <a:srgbClr val="00C9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13" name="Google Shape;1313;p175"/>
          <p:cNvSpPr/>
          <p:nvPr/>
        </p:nvSpPr>
        <p:spPr>
          <a:xfrm>
            <a:off x="2016225" y="2399250"/>
            <a:ext cx="3621600" cy="345000"/>
          </a:xfrm>
          <a:prstGeom prst="rect">
            <a:avLst/>
          </a:prstGeom>
          <a:noFill/>
          <a:ln cap="flat" cmpd="sng" w="28575">
            <a:solidFill>
              <a:srgbClr val="00C9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14" name="Google Shape;1314;p175"/>
          <p:cNvSpPr/>
          <p:nvPr/>
        </p:nvSpPr>
        <p:spPr>
          <a:xfrm>
            <a:off x="5231025" y="3118025"/>
            <a:ext cx="3720300" cy="1189200"/>
          </a:xfrm>
          <a:prstGeom prst="roundRect">
            <a:avLst>
              <a:gd fmla="val 9956" name="adj"/>
            </a:avLst>
          </a:prstGeom>
          <a:solidFill>
            <a:srgbClr val="D7FFEE"/>
          </a:solidFill>
          <a:ln cap="flat" cmpd="sng" w="9525">
            <a:solidFill>
              <a:srgbClr val="6EC396"/>
            </a:solidFill>
            <a:prstDash val="solid"/>
            <a:round/>
            <a:headEnd len="sm" w="sm" type="none"/>
            <a:tailEnd len="sm" w="sm" type="none"/>
          </a:ln>
        </p:spPr>
        <p:txBody>
          <a:bodyPr anchorCtr="0" anchor="ctr" bIns="137150" lIns="137150" spcFirstLastPara="1" rIns="137150" wrap="square" tIns="137150">
            <a:noAutofit/>
          </a:bodyPr>
          <a:lstStyle/>
          <a:p>
            <a:pPr indent="0" lvl="0" marL="0" rtl="0" algn="ctr">
              <a:lnSpc>
                <a:spcPct val="115000"/>
              </a:lnSpc>
              <a:spcBef>
                <a:spcPts val="0"/>
              </a:spcBef>
              <a:spcAft>
                <a:spcPts val="0"/>
              </a:spcAft>
              <a:buNone/>
            </a:pPr>
            <a:r>
              <a:rPr lang="en" sz="1800">
                <a:latin typeface="Poppins"/>
                <a:ea typeface="Poppins"/>
                <a:cs typeface="Poppins"/>
                <a:sym typeface="Poppins"/>
              </a:rPr>
              <a:t>The </a:t>
            </a:r>
            <a:r>
              <a:rPr b="1" lang="en" sz="1800">
                <a:latin typeface="Poppins"/>
                <a:ea typeface="Poppins"/>
                <a:cs typeface="Poppins"/>
                <a:sym typeface="Poppins"/>
              </a:rPr>
              <a:t>recursive case</a:t>
            </a:r>
            <a:r>
              <a:rPr lang="en" sz="1800">
                <a:latin typeface="Poppins"/>
                <a:ea typeface="Poppins"/>
                <a:cs typeface="Poppins"/>
                <a:sym typeface="Poppins"/>
              </a:rPr>
              <a:t> is the instance where the recursive method calls itself.</a:t>
            </a:r>
            <a:endParaRPr sz="1800">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176"/>
          <p:cNvSpPr txBox="1"/>
          <p:nvPr>
            <p:ph idx="1" type="body"/>
          </p:nvPr>
        </p:nvSpPr>
        <p:spPr>
          <a:xfrm>
            <a:off x="6049650" y="990725"/>
            <a:ext cx="2888700" cy="35859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The </a:t>
            </a:r>
            <a:r>
              <a:rPr b="1" lang="en"/>
              <a:t>base case</a:t>
            </a:r>
            <a:r>
              <a:rPr lang="en"/>
              <a:t> comes from the part of the iterative method that </a:t>
            </a:r>
            <a:r>
              <a:rPr b="1" lang="en"/>
              <a:t>stops the repetition</a:t>
            </a:r>
            <a:r>
              <a:rPr lang="en"/>
              <a:t>. It occurs when a </a:t>
            </a:r>
            <a:r>
              <a:rPr b="1" lang="en"/>
              <a:t>certain condition is met</a:t>
            </a:r>
            <a:r>
              <a:rPr lang="en"/>
              <a:t>.</a:t>
            </a:r>
            <a:endParaRPr/>
          </a:p>
          <a:p>
            <a:pPr indent="0" lvl="0" marL="0" rtl="0" algn="ctr">
              <a:spcBef>
                <a:spcPts val="1000"/>
              </a:spcBef>
              <a:spcAft>
                <a:spcPts val="0"/>
              </a:spcAft>
              <a:buNone/>
            </a:pPr>
            <a:r>
              <a:t/>
            </a:r>
            <a:endParaRPr/>
          </a:p>
          <a:p>
            <a:pPr indent="0" lvl="0" marL="0" rtl="0" algn="ctr">
              <a:spcBef>
                <a:spcPts val="1000"/>
              </a:spcBef>
              <a:spcAft>
                <a:spcPts val="1000"/>
              </a:spcAft>
              <a:buNone/>
            </a:pPr>
            <a:r>
              <a:rPr lang="en"/>
              <a:t>What happens when we forget the base case?</a:t>
            </a:r>
            <a:endParaRPr/>
          </a:p>
        </p:txBody>
      </p:sp>
      <p:sp>
        <p:nvSpPr>
          <p:cNvPr id="1320" name="Google Shape;1320;p176"/>
          <p:cNvSpPr txBox="1"/>
          <p:nvPr/>
        </p:nvSpPr>
        <p:spPr>
          <a:xfrm>
            <a:off x="409375" y="434525"/>
            <a:ext cx="5442000" cy="1602300"/>
          </a:xfrm>
          <a:prstGeom prst="rect">
            <a:avLst/>
          </a:prstGeom>
          <a:solidFill>
            <a:schemeClr val="lt2"/>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def recursive_sum(num):</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if num &lt;= 1:</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return num</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return num + recursive_sum(num - 1)</a:t>
            </a:r>
            <a:endParaRPr sz="1800">
              <a:solidFill>
                <a:schemeClr val="dk1"/>
              </a:solidFill>
              <a:latin typeface="Consolas"/>
              <a:ea typeface="Consolas"/>
              <a:cs typeface="Consolas"/>
              <a:sym typeface="Consolas"/>
            </a:endParaRPr>
          </a:p>
        </p:txBody>
      </p:sp>
      <p:sp>
        <p:nvSpPr>
          <p:cNvPr id="1321" name="Google Shape;1321;p176"/>
          <p:cNvSpPr txBox="1"/>
          <p:nvPr/>
        </p:nvSpPr>
        <p:spPr>
          <a:xfrm>
            <a:off x="409375" y="2327325"/>
            <a:ext cx="5442000" cy="2239500"/>
          </a:xfrm>
          <a:prstGeom prst="rect">
            <a:avLst/>
          </a:prstGeom>
          <a:solidFill>
            <a:schemeClr val="lt2"/>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def iterative_sum_while(num):</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total = 0</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while num &gt; 0:</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total += num</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num -= 1</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return total</a:t>
            </a:r>
            <a:endParaRPr sz="1800">
              <a:solidFill>
                <a:schemeClr val="dk1"/>
              </a:solidFill>
              <a:latin typeface="Consolas"/>
              <a:ea typeface="Consolas"/>
              <a:cs typeface="Consolas"/>
              <a:sym typeface="Consolas"/>
            </a:endParaRPr>
          </a:p>
        </p:txBody>
      </p:sp>
      <p:sp>
        <p:nvSpPr>
          <p:cNvPr id="1322" name="Google Shape;1322;p176"/>
          <p:cNvSpPr/>
          <p:nvPr/>
        </p:nvSpPr>
        <p:spPr>
          <a:xfrm>
            <a:off x="1436475" y="911300"/>
            <a:ext cx="1050300" cy="345000"/>
          </a:xfrm>
          <a:prstGeom prst="rect">
            <a:avLst/>
          </a:prstGeom>
          <a:noFill/>
          <a:ln cap="flat" cmpd="sng" w="28575">
            <a:solidFill>
              <a:srgbClr val="00C9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23" name="Google Shape;1323;p176"/>
          <p:cNvSpPr/>
          <p:nvPr/>
        </p:nvSpPr>
        <p:spPr>
          <a:xfrm>
            <a:off x="1763900" y="3115275"/>
            <a:ext cx="1000800" cy="345000"/>
          </a:xfrm>
          <a:prstGeom prst="rect">
            <a:avLst/>
          </a:prstGeom>
          <a:noFill/>
          <a:ln cap="flat" cmpd="sng" w="28575">
            <a:solidFill>
              <a:srgbClr val="00C9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177"/>
          <p:cNvSpPr txBox="1"/>
          <p:nvPr>
            <p:ph idx="1" type="body"/>
          </p:nvPr>
        </p:nvSpPr>
        <p:spPr>
          <a:xfrm>
            <a:off x="6049650" y="990725"/>
            <a:ext cx="2888700" cy="1098900"/>
          </a:xfrm>
          <a:prstGeom prst="rect">
            <a:avLst/>
          </a:prstGeom>
        </p:spPr>
        <p:txBody>
          <a:bodyPr anchorCtr="0" anchor="t" bIns="91425" lIns="91425" spcFirstLastPara="1" rIns="91425" wrap="square" tIns="91425">
            <a:spAutoFit/>
          </a:bodyPr>
          <a:lstStyle/>
          <a:p>
            <a:pPr indent="0" lvl="0" marL="0" rtl="0" algn="ctr">
              <a:spcBef>
                <a:spcPts val="0"/>
              </a:spcBef>
              <a:spcAft>
                <a:spcPts val="1000"/>
              </a:spcAft>
              <a:buNone/>
            </a:pPr>
            <a:r>
              <a:rPr lang="en"/>
              <a:t>The </a:t>
            </a:r>
            <a:r>
              <a:rPr b="1" lang="en"/>
              <a:t>recursive case</a:t>
            </a:r>
            <a:r>
              <a:rPr lang="en"/>
              <a:t> is the part of the iterative method that </a:t>
            </a:r>
            <a:r>
              <a:rPr b="1" lang="en"/>
              <a:t>repeats</a:t>
            </a:r>
            <a:r>
              <a:rPr lang="en"/>
              <a:t>.</a:t>
            </a:r>
            <a:endParaRPr/>
          </a:p>
        </p:txBody>
      </p:sp>
      <p:sp>
        <p:nvSpPr>
          <p:cNvPr id="1329" name="Google Shape;1329;p177"/>
          <p:cNvSpPr txBox="1"/>
          <p:nvPr/>
        </p:nvSpPr>
        <p:spPr>
          <a:xfrm>
            <a:off x="409375" y="434525"/>
            <a:ext cx="5442000" cy="1602300"/>
          </a:xfrm>
          <a:prstGeom prst="rect">
            <a:avLst/>
          </a:prstGeom>
          <a:solidFill>
            <a:schemeClr val="lt2"/>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def recursive_sum(num):</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if num &lt;= 1:</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return num</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return num + recursive_sum(num - 1)</a:t>
            </a:r>
            <a:endParaRPr sz="1800">
              <a:solidFill>
                <a:schemeClr val="dk1"/>
              </a:solidFill>
              <a:latin typeface="Consolas"/>
              <a:ea typeface="Consolas"/>
              <a:cs typeface="Consolas"/>
              <a:sym typeface="Consolas"/>
            </a:endParaRPr>
          </a:p>
        </p:txBody>
      </p:sp>
      <p:sp>
        <p:nvSpPr>
          <p:cNvPr id="1330" name="Google Shape;1330;p177"/>
          <p:cNvSpPr txBox="1"/>
          <p:nvPr/>
        </p:nvSpPr>
        <p:spPr>
          <a:xfrm>
            <a:off x="409375" y="2327325"/>
            <a:ext cx="5442000" cy="2239500"/>
          </a:xfrm>
          <a:prstGeom prst="rect">
            <a:avLst/>
          </a:prstGeom>
          <a:solidFill>
            <a:schemeClr val="lt2"/>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def iterative_sum_while(num):</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total = 0</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while num &gt; 0:</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total += num</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num -= 1</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return total</a:t>
            </a:r>
            <a:endParaRPr sz="1800">
              <a:solidFill>
                <a:schemeClr val="dk1"/>
              </a:solidFill>
              <a:latin typeface="Consolas"/>
              <a:ea typeface="Consolas"/>
              <a:cs typeface="Consolas"/>
              <a:sym typeface="Consolas"/>
            </a:endParaRPr>
          </a:p>
        </p:txBody>
      </p:sp>
      <p:sp>
        <p:nvSpPr>
          <p:cNvPr id="1331" name="Google Shape;1331;p177"/>
          <p:cNvSpPr/>
          <p:nvPr/>
        </p:nvSpPr>
        <p:spPr>
          <a:xfrm>
            <a:off x="1899850" y="1526975"/>
            <a:ext cx="3676200" cy="345000"/>
          </a:xfrm>
          <a:prstGeom prst="rect">
            <a:avLst/>
          </a:prstGeom>
          <a:noFill/>
          <a:ln cap="flat" cmpd="sng" w="28575">
            <a:solidFill>
              <a:srgbClr val="00C9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32" name="Google Shape;1332;p177"/>
          <p:cNvSpPr/>
          <p:nvPr/>
        </p:nvSpPr>
        <p:spPr>
          <a:xfrm>
            <a:off x="996750" y="3135875"/>
            <a:ext cx="2221200" cy="962400"/>
          </a:xfrm>
          <a:prstGeom prst="rect">
            <a:avLst/>
          </a:prstGeom>
          <a:noFill/>
          <a:ln cap="flat" cmpd="sng" w="28575">
            <a:solidFill>
              <a:srgbClr val="00C9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p178"/>
          <p:cNvSpPr txBox="1"/>
          <p:nvPr>
            <p:ph idx="1" type="body"/>
          </p:nvPr>
        </p:nvSpPr>
        <p:spPr>
          <a:xfrm>
            <a:off x="1374975" y="442900"/>
            <a:ext cx="6791700" cy="780300"/>
          </a:xfrm>
          <a:prstGeom prst="rect">
            <a:avLst/>
          </a:prstGeom>
        </p:spPr>
        <p:txBody>
          <a:bodyPr anchorCtr="0" anchor="t" bIns="91425" lIns="91425" spcFirstLastPara="1" rIns="91425" wrap="square" tIns="91425">
            <a:spAutoFit/>
          </a:bodyPr>
          <a:lstStyle/>
          <a:p>
            <a:pPr indent="0" lvl="0" marL="0" rtl="0" algn="ctr">
              <a:spcBef>
                <a:spcPts val="0"/>
              </a:spcBef>
              <a:spcAft>
                <a:spcPts val="1000"/>
              </a:spcAft>
              <a:buNone/>
            </a:pPr>
            <a:r>
              <a:rPr lang="en"/>
              <a:t>The </a:t>
            </a:r>
            <a:r>
              <a:rPr b="1" lang="en"/>
              <a:t>recursive call</a:t>
            </a:r>
            <a:r>
              <a:rPr lang="en"/>
              <a:t> has its own set of </a:t>
            </a:r>
            <a:r>
              <a:rPr b="1" lang="en"/>
              <a:t>local variables</a:t>
            </a:r>
            <a:r>
              <a:rPr lang="en"/>
              <a:t>, including the </a:t>
            </a:r>
            <a:r>
              <a:rPr b="1" lang="en"/>
              <a:t>formal parameters</a:t>
            </a:r>
            <a:r>
              <a:rPr lang="en"/>
              <a:t>.</a:t>
            </a:r>
            <a:endParaRPr/>
          </a:p>
        </p:txBody>
      </p:sp>
      <p:sp>
        <p:nvSpPr>
          <p:cNvPr id="1338" name="Google Shape;1338;p178"/>
          <p:cNvSpPr txBox="1"/>
          <p:nvPr/>
        </p:nvSpPr>
        <p:spPr>
          <a:xfrm>
            <a:off x="512350" y="1282025"/>
            <a:ext cx="5442000" cy="2876700"/>
          </a:xfrm>
          <a:prstGeom prst="rect">
            <a:avLst/>
          </a:prstGeom>
          <a:solidFill>
            <a:schemeClr val="lt2"/>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def recursive_sum(num):</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if num &lt;= 1:</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return num</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return num + recursive_sum(num - 1)</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Example usage</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result = recursive_sum(5)</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print(result)  # Output will be 15</a:t>
            </a:r>
            <a:endParaRPr sz="1800">
              <a:solidFill>
                <a:schemeClr val="dk1"/>
              </a:solidFill>
              <a:latin typeface="Consolas"/>
              <a:ea typeface="Consolas"/>
              <a:cs typeface="Consolas"/>
              <a:sym typeface="Consolas"/>
            </a:endParaRPr>
          </a:p>
        </p:txBody>
      </p:sp>
      <p:sp>
        <p:nvSpPr>
          <p:cNvPr id="1339" name="Google Shape;1339;p178"/>
          <p:cNvSpPr/>
          <p:nvPr/>
        </p:nvSpPr>
        <p:spPr>
          <a:xfrm>
            <a:off x="5781950" y="1702800"/>
            <a:ext cx="3017100" cy="2569200"/>
          </a:xfrm>
          <a:prstGeom prst="roundRect">
            <a:avLst>
              <a:gd fmla="val 9956" name="adj"/>
            </a:avLst>
          </a:prstGeom>
          <a:solidFill>
            <a:srgbClr val="D7FFEE"/>
          </a:solidFill>
          <a:ln cap="flat" cmpd="sng" w="9525">
            <a:solidFill>
              <a:srgbClr val="6EC396"/>
            </a:solidFill>
            <a:prstDash val="solid"/>
            <a:round/>
            <a:headEnd len="sm" w="sm" type="none"/>
            <a:tailEnd len="sm" w="sm" type="none"/>
          </a:ln>
        </p:spPr>
        <p:txBody>
          <a:bodyPr anchorCtr="0" anchor="ctr" bIns="137150" lIns="137150" spcFirstLastPara="1" rIns="137150" wrap="square" tIns="137150">
            <a:noAutofit/>
          </a:bodyPr>
          <a:lstStyle/>
          <a:p>
            <a:pPr indent="0" lvl="0" marL="0" rtl="0" algn="l">
              <a:lnSpc>
                <a:spcPct val="115000"/>
              </a:lnSpc>
              <a:spcBef>
                <a:spcPts val="0"/>
              </a:spcBef>
              <a:spcAft>
                <a:spcPts val="0"/>
              </a:spcAft>
              <a:buNone/>
            </a:pPr>
            <a:r>
              <a:rPr lang="en" sz="1800">
                <a:latin typeface="Poppins"/>
                <a:ea typeface="Poppins"/>
                <a:cs typeface="Poppins"/>
                <a:sym typeface="Poppins"/>
              </a:rPr>
              <a:t>The </a:t>
            </a:r>
            <a:r>
              <a:rPr b="1" lang="en" sz="1800">
                <a:latin typeface="Poppins"/>
                <a:ea typeface="Poppins"/>
                <a:cs typeface="Poppins"/>
                <a:sym typeface="Poppins"/>
              </a:rPr>
              <a:t>parameter values</a:t>
            </a:r>
            <a:r>
              <a:rPr lang="en" sz="1800">
                <a:latin typeface="Poppins"/>
                <a:ea typeface="Poppins"/>
                <a:cs typeface="Poppins"/>
                <a:sym typeface="Poppins"/>
              </a:rPr>
              <a:t> capture the </a:t>
            </a:r>
            <a:r>
              <a:rPr b="1" lang="en" sz="1800">
                <a:latin typeface="Poppins"/>
                <a:ea typeface="Poppins"/>
                <a:cs typeface="Poppins"/>
                <a:sym typeface="Poppins"/>
              </a:rPr>
              <a:t>progress of a recursive process</a:t>
            </a:r>
            <a:r>
              <a:rPr lang="en" sz="1800">
                <a:latin typeface="Poppins"/>
                <a:ea typeface="Poppins"/>
                <a:cs typeface="Poppins"/>
                <a:sym typeface="Poppins"/>
              </a:rPr>
              <a:t>, just like how </a:t>
            </a:r>
            <a:r>
              <a:rPr b="1" lang="en" sz="1800">
                <a:latin typeface="Poppins"/>
                <a:ea typeface="Poppins"/>
                <a:cs typeface="Poppins"/>
                <a:sym typeface="Poppins"/>
              </a:rPr>
              <a:t>loop control variables</a:t>
            </a:r>
            <a:r>
              <a:rPr lang="en" sz="1800">
                <a:latin typeface="Poppins"/>
                <a:ea typeface="Poppins"/>
                <a:cs typeface="Poppins"/>
                <a:sym typeface="Poppins"/>
              </a:rPr>
              <a:t> capture the </a:t>
            </a:r>
            <a:r>
              <a:rPr b="1" lang="en" sz="1800">
                <a:latin typeface="Poppins"/>
                <a:ea typeface="Poppins"/>
                <a:cs typeface="Poppins"/>
                <a:sym typeface="Poppins"/>
              </a:rPr>
              <a:t>progress of a loop</a:t>
            </a:r>
            <a:r>
              <a:rPr lang="en" sz="1800">
                <a:latin typeface="Poppins"/>
                <a:ea typeface="Poppins"/>
                <a:cs typeface="Poppins"/>
                <a:sym typeface="Poppins"/>
              </a:rPr>
              <a:t>.</a:t>
            </a:r>
            <a:endParaRPr sz="1800">
              <a:latin typeface="Poppins"/>
              <a:ea typeface="Poppins"/>
              <a:cs typeface="Poppins"/>
              <a:sym typeface="Poppins"/>
            </a:endParaRPr>
          </a:p>
        </p:txBody>
      </p:sp>
      <p:sp>
        <p:nvSpPr>
          <p:cNvPr id="1340" name="Google Shape;1340;p178"/>
          <p:cNvSpPr/>
          <p:nvPr/>
        </p:nvSpPr>
        <p:spPr>
          <a:xfrm>
            <a:off x="2852350" y="1441625"/>
            <a:ext cx="587100" cy="345000"/>
          </a:xfrm>
          <a:prstGeom prst="rect">
            <a:avLst/>
          </a:prstGeom>
          <a:noFill/>
          <a:ln cap="flat" cmpd="sng" w="28575">
            <a:solidFill>
              <a:srgbClr val="00C9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41" name="Google Shape;1341;p178"/>
          <p:cNvSpPr/>
          <p:nvPr/>
        </p:nvSpPr>
        <p:spPr>
          <a:xfrm>
            <a:off x="4477275" y="2399250"/>
            <a:ext cx="587100" cy="345000"/>
          </a:xfrm>
          <a:prstGeom prst="rect">
            <a:avLst/>
          </a:prstGeom>
          <a:noFill/>
          <a:ln cap="flat" cmpd="sng" w="28575">
            <a:solidFill>
              <a:srgbClr val="00C9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17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Recursion?</a:t>
            </a:r>
            <a:endParaRPr/>
          </a:p>
        </p:txBody>
      </p:sp>
      <p:sp>
        <p:nvSpPr>
          <p:cNvPr id="1347" name="Google Shape;1347;p179"/>
          <p:cNvSpPr txBox="1"/>
          <p:nvPr>
            <p:ph idx="1" type="body"/>
          </p:nvPr>
        </p:nvSpPr>
        <p:spPr>
          <a:xfrm>
            <a:off x="452400" y="1184700"/>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Sometimes, it's simpler than the iterative approach, where you need to divide and conquer that have a clear base case.</a:t>
            </a:r>
            <a:endParaRPr/>
          </a:p>
          <a:p>
            <a:pPr indent="-342900" lvl="0" marL="457200" rtl="0" algn="l">
              <a:spcBef>
                <a:spcPts val="1000"/>
              </a:spcBef>
              <a:spcAft>
                <a:spcPts val="0"/>
              </a:spcAft>
              <a:buSzPts val="1800"/>
              <a:buChar char="✱"/>
            </a:pPr>
            <a:r>
              <a:rPr lang="en"/>
              <a:t>Sorting or binary search (divide and conquer)</a:t>
            </a:r>
            <a:endParaRPr/>
          </a:p>
          <a:p>
            <a:pPr indent="-342900" lvl="0" marL="457200" rtl="0" algn="l">
              <a:spcBef>
                <a:spcPts val="1000"/>
              </a:spcBef>
              <a:spcAft>
                <a:spcPts val="0"/>
              </a:spcAft>
              <a:buSzPts val="1800"/>
              <a:buChar char="✱"/>
            </a:pPr>
            <a:r>
              <a:rPr lang="en"/>
              <a:t>Permutations and combinations</a:t>
            </a:r>
            <a:endParaRPr/>
          </a:p>
          <a:p>
            <a:pPr indent="-342900" lvl="0" marL="457200" rtl="0" algn="l">
              <a:spcBef>
                <a:spcPts val="1000"/>
              </a:spcBef>
              <a:spcAft>
                <a:spcPts val="1000"/>
              </a:spcAft>
              <a:buSzPts val="1800"/>
              <a:buChar char="✱"/>
            </a:pPr>
            <a:r>
              <a:rPr lang="en"/>
              <a:t>Tree/graph traversal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p18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Binary tree (coming next)</a:t>
            </a:r>
            <a:endParaRPr/>
          </a:p>
        </p:txBody>
      </p:sp>
      <p:pic>
        <p:nvPicPr>
          <p:cNvPr descr="Lightbox" id="1353" name="Google Shape;1353;p180"/>
          <p:cNvPicPr preferRelativeResize="0"/>
          <p:nvPr/>
        </p:nvPicPr>
        <p:blipFill>
          <a:blip r:embed="rId3">
            <a:alphaModFix/>
          </a:blip>
          <a:stretch>
            <a:fillRect/>
          </a:stretch>
        </p:blipFill>
        <p:spPr>
          <a:xfrm>
            <a:off x="2255500" y="1053675"/>
            <a:ext cx="4224574" cy="3520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181"/>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Print binary tree (recursive)</a:t>
            </a:r>
            <a:endParaRPr/>
          </a:p>
        </p:txBody>
      </p:sp>
      <p:sp>
        <p:nvSpPr>
          <p:cNvPr id="1359" name="Google Shape;1359;p181"/>
          <p:cNvSpPr txBox="1"/>
          <p:nvPr/>
        </p:nvSpPr>
        <p:spPr>
          <a:xfrm>
            <a:off x="512350" y="1282025"/>
            <a:ext cx="4179900" cy="1920900"/>
          </a:xfrm>
          <a:prstGeom prst="rect">
            <a:avLst/>
          </a:prstGeom>
          <a:solidFill>
            <a:schemeClr val="lt2"/>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def print_tree(node):</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if node:</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print(node.value)</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print_tree(node.left)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print_tree(node.right)</a:t>
            </a:r>
            <a:endParaRPr sz="1800">
              <a:solidFill>
                <a:schemeClr val="dk1"/>
              </a:solidFill>
              <a:latin typeface="Consolas"/>
              <a:ea typeface="Consolas"/>
              <a:cs typeface="Consolas"/>
              <a:sym typeface="Consolas"/>
            </a:endParaRPr>
          </a:p>
        </p:txBody>
      </p:sp>
      <p:pic>
        <p:nvPicPr>
          <p:cNvPr descr="Lightbox" id="1360" name="Google Shape;1360;p181"/>
          <p:cNvPicPr preferRelativeResize="0"/>
          <p:nvPr/>
        </p:nvPicPr>
        <p:blipFill>
          <a:blip r:embed="rId3">
            <a:alphaModFix/>
          </a:blip>
          <a:stretch>
            <a:fillRect/>
          </a:stretch>
        </p:blipFill>
        <p:spPr>
          <a:xfrm>
            <a:off x="5159700" y="970875"/>
            <a:ext cx="3842101" cy="3201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18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Print binary tree (iterative)</a:t>
            </a:r>
            <a:endParaRPr/>
          </a:p>
        </p:txBody>
      </p:sp>
      <p:sp>
        <p:nvSpPr>
          <p:cNvPr id="1366" name="Google Shape;1366;p182"/>
          <p:cNvSpPr txBox="1"/>
          <p:nvPr/>
        </p:nvSpPr>
        <p:spPr>
          <a:xfrm>
            <a:off x="512350" y="1282025"/>
            <a:ext cx="5343900" cy="3514200"/>
          </a:xfrm>
          <a:prstGeom prst="rect">
            <a:avLst/>
          </a:prstGeom>
          <a:solidFill>
            <a:schemeClr val="lt2"/>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def print_tree(root):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stack = []</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current = root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while stack or current: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while current: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stack.append(current)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current = current.left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current = stack.pop()</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print(current.value)</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        current = current.right</a:t>
            </a:r>
            <a:endParaRPr sz="1800">
              <a:solidFill>
                <a:schemeClr val="dk1"/>
              </a:solidFill>
              <a:latin typeface="Consolas"/>
              <a:ea typeface="Consolas"/>
              <a:cs typeface="Consolas"/>
              <a:sym typeface="Consolas"/>
            </a:endParaRPr>
          </a:p>
        </p:txBody>
      </p:sp>
      <p:pic>
        <p:nvPicPr>
          <p:cNvPr descr="Lightbox" id="1367" name="Google Shape;1367;p182"/>
          <p:cNvPicPr preferRelativeResize="0"/>
          <p:nvPr/>
        </p:nvPicPr>
        <p:blipFill>
          <a:blip r:embed="rId3">
            <a:alphaModFix/>
          </a:blip>
          <a:stretch>
            <a:fillRect/>
          </a:stretch>
        </p:blipFill>
        <p:spPr>
          <a:xfrm>
            <a:off x="5159700" y="970875"/>
            <a:ext cx="3842101" cy="3201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18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a:t>
            </a:r>
            <a:r>
              <a:rPr i="1" lang="en"/>
              <a:t>Not</a:t>
            </a:r>
            <a:r>
              <a:rPr lang="en"/>
              <a:t> Recursion?</a:t>
            </a:r>
            <a:endParaRPr/>
          </a:p>
        </p:txBody>
      </p:sp>
      <p:sp>
        <p:nvSpPr>
          <p:cNvPr id="1373" name="Google Shape;1373;p183"/>
          <p:cNvSpPr txBox="1"/>
          <p:nvPr>
            <p:ph idx="1" type="body"/>
          </p:nvPr>
        </p:nvSpPr>
        <p:spPr>
          <a:xfrm>
            <a:off x="452400" y="1184700"/>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It's confusing sometimes!</a:t>
            </a:r>
            <a:endParaRPr/>
          </a:p>
          <a:p>
            <a:pPr indent="0" lvl="0" marL="457200" rtl="0" algn="l">
              <a:spcBef>
                <a:spcPts val="1000"/>
              </a:spcBef>
              <a:spcAft>
                <a:spcPts val="0"/>
              </a:spcAft>
              <a:buNone/>
            </a:pPr>
            <a:r>
              <a:t/>
            </a:r>
            <a:endParaRPr/>
          </a:p>
          <a:p>
            <a:pPr indent="-342900" lvl="0" marL="457200" rtl="0" algn="l">
              <a:spcBef>
                <a:spcPts val="1000"/>
              </a:spcBef>
              <a:spcAft>
                <a:spcPts val="0"/>
              </a:spcAft>
              <a:buSzPts val="1800"/>
              <a:buChar char="✱"/>
            </a:pPr>
            <a:r>
              <a:rPr lang="en"/>
              <a:t>Iterative solutions are usually easier to understand and debug for students.</a:t>
            </a:r>
            <a:endParaRPr/>
          </a:p>
          <a:p>
            <a:pPr indent="0" lvl="0" marL="457200" rtl="0" algn="l">
              <a:spcBef>
                <a:spcPts val="1000"/>
              </a:spcBef>
              <a:spcAft>
                <a:spcPts val="0"/>
              </a:spcAft>
              <a:buNone/>
            </a:pPr>
            <a:r>
              <a:t/>
            </a:r>
            <a:endParaRPr/>
          </a:p>
          <a:p>
            <a:pPr indent="-342900" lvl="0" marL="457200" rtl="0" algn="l">
              <a:spcBef>
                <a:spcPts val="1000"/>
              </a:spcBef>
              <a:spcAft>
                <a:spcPts val="0"/>
              </a:spcAft>
              <a:buSzPts val="1800"/>
              <a:buChar char="✱"/>
            </a:pPr>
            <a:r>
              <a:rPr lang="en"/>
              <a:t>In reality, recursion is more commonly used to test conceptual understanding in interviews rather than in production code, where iterative solutions are usually preferred for clarity and traceability.</a:t>
            </a:r>
            <a:endParaRPr/>
          </a:p>
          <a:p>
            <a:pPr indent="0" lvl="0" marL="0" rtl="0" algn="l">
              <a:spcBef>
                <a:spcPts val="1000"/>
              </a:spcBef>
              <a:spcAft>
                <a:spcPts val="10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18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Factorial</a:t>
            </a:r>
            <a:endParaRPr/>
          </a:p>
        </p:txBody>
      </p:sp>
      <p:sp>
        <p:nvSpPr>
          <p:cNvPr id="1379" name="Google Shape;1379;p184"/>
          <p:cNvSpPr txBox="1"/>
          <p:nvPr>
            <p:ph idx="1" type="body"/>
          </p:nvPr>
        </p:nvSpPr>
        <p:spPr>
          <a:xfrm>
            <a:off x="452400" y="1184700"/>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Implement a method to calculate the factorial. What is the base case?</a:t>
            </a:r>
            <a:endParaRPr/>
          </a:p>
          <a:p>
            <a:pPr indent="-342900" lvl="0" marL="457200" rtl="0" algn="l">
              <a:spcBef>
                <a:spcPts val="1000"/>
              </a:spcBef>
              <a:spcAft>
                <a:spcPts val="0"/>
              </a:spcAft>
              <a:buSzPts val="1800"/>
              <a:buChar char="✱"/>
            </a:pPr>
            <a:r>
              <a:rPr lang="en"/>
              <a:t>5! = 5 * 4 * 3 * 2 * 1</a:t>
            </a:r>
            <a:endParaRPr/>
          </a:p>
          <a:p>
            <a:pPr indent="-342900" lvl="0" marL="457200" rtl="0" algn="l">
              <a:spcBef>
                <a:spcPts val="1000"/>
              </a:spcBef>
              <a:spcAft>
                <a:spcPts val="0"/>
              </a:spcAft>
              <a:buSzPts val="1800"/>
              <a:buChar char="✱"/>
            </a:pPr>
            <a:r>
              <a:rPr lang="en"/>
              <a:t>4! = 4 * 3 * 2 * 1</a:t>
            </a:r>
            <a:endParaRPr/>
          </a:p>
          <a:p>
            <a:pPr indent="-342900" lvl="0" marL="457200" rtl="0" algn="l">
              <a:spcBef>
                <a:spcPts val="1000"/>
              </a:spcBef>
              <a:spcAft>
                <a:spcPts val="0"/>
              </a:spcAft>
              <a:buSzPts val="1800"/>
              <a:buChar char="✱"/>
            </a:pPr>
            <a:r>
              <a:rPr lang="en"/>
              <a:t>3! = 3 * 2 * 1</a:t>
            </a:r>
            <a:endParaRPr/>
          </a:p>
          <a:p>
            <a:pPr indent="-342900" lvl="0" marL="457200" rtl="0" algn="l">
              <a:spcBef>
                <a:spcPts val="1000"/>
              </a:spcBef>
              <a:spcAft>
                <a:spcPts val="0"/>
              </a:spcAft>
              <a:buSzPts val="1800"/>
              <a:buChar char="✱"/>
            </a:pPr>
            <a:r>
              <a:rPr lang="en"/>
              <a:t>2! = 2 * 1</a:t>
            </a:r>
            <a:endParaRPr/>
          </a:p>
          <a:p>
            <a:pPr indent="-342900" lvl="0" marL="457200" rtl="0" algn="l">
              <a:spcBef>
                <a:spcPts val="1000"/>
              </a:spcBef>
              <a:spcAft>
                <a:spcPts val="1000"/>
              </a:spcAft>
              <a:buSzPts val="1800"/>
              <a:buChar char="✱"/>
            </a:pPr>
            <a:r>
              <a:rPr lang="en"/>
              <a:t>1! = 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185"/>
          <p:cNvSpPr/>
          <p:nvPr/>
        </p:nvSpPr>
        <p:spPr>
          <a:xfrm>
            <a:off x="213750" y="493550"/>
            <a:ext cx="4064100" cy="1411500"/>
          </a:xfrm>
          <a:prstGeom prst="rect">
            <a:avLst/>
          </a:prstGeom>
          <a:solidFill>
            <a:schemeClr val="lt2"/>
          </a:solidFill>
          <a:ln>
            <a:noFill/>
          </a:ln>
        </p:spPr>
        <p:txBody>
          <a:bodyPr anchorCtr="0" anchor="t" bIns="137150" lIns="137150" spcFirstLastPara="1" rIns="137150" wrap="square" tIns="137150">
            <a:noAutofit/>
          </a:bodyPr>
          <a:lstStyle/>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def factorial(n):</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if n == 1:</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return 1</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else:</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return n * factorial(n - 1)</a:t>
            </a:r>
            <a:endParaRPr>
              <a:latin typeface="Consolas"/>
              <a:ea typeface="Consolas"/>
              <a:cs typeface="Consolas"/>
              <a:sym typeface="Consolas"/>
            </a:endParaRPr>
          </a:p>
        </p:txBody>
      </p:sp>
      <p:sp>
        <p:nvSpPr>
          <p:cNvPr id="1385" name="Google Shape;1385;p185"/>
          <p:cNvSpPr/>
          <p:nvPr/>
        </p:nvSpPr>
        <p:spPr>
          <a:xfrm>
            <a:off x="213750" y="2049175"/>
            <a:ext cx="4064100" cy="712500"/>
          </a:xfrm>
          <a:prstGeom prst="rect">
            <a:avLst/>
          </a:prstGeom>
          <a:solidFill>
            <a:srgbClr val="E7E9A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rgbClr val="000000"/>
                </a:solidFill>
                <a:latin typeface="Poppins"/>
                <a:ea typeface="Poppins"/>
                <a:cs typeface="Poppins"/>
                <a:sym typeface="Poppins"/>
              </a:rPr>
              <a:t>What is the result of </a:t>
            </a:r>
            <a:r>
              <a:rPr lang="en" sz="1700">
                <a:solidFill>
                  <a:srgbClr val="000000"/>
                </a:solidFill>
                <a:latin typeface="Consolas"/>
                <a:ea typeface="Consolas"/>
                <a:cs typeface="Consolas"/>
                <a:sym typeface="Consolas"/>
              </a:rPr>
              <a:t>factorial(5)</a:t>
            </a:r>
            <a:r>
              <a:rPr lang="en" sz="1700">
                <a:solidFill>
                  <a:srgbClr val="000000"/>
                </a:solidFill>
                <a:latin typeface="Poppins"/>
                <a:ea typeface="Poppins"/>
                <a:cs typeface="Poppins"/>
                <a:sym typeface="Poppins"/>
              </a:rPr>
              <a:t>?</a:t>
            </a:r>
            <a:endParaRPr sz="1700">
              <a:solidFill>
                <a:srgbClr val="000000"/>
              </a:solidFill>
              <a:latin typeface="Poppins"/>
              <a:ea typeface="Poppins"/>
              <a:cs typeface="Poppins"/>
              <a:sym typeface="Poppins"/>
            </a:endParaRPr>
          </a:p>
        </p:txBody>
      </p:sp>
      <p:sp>
        <p:nvSpPr>
          <p:cNvPr id="1386" name="Google Shape;1386;p185"/>
          <p:cNvSpPr/>
          <p:nvPr/>
        </p:nvSpPr>
        <p:spPr>
          <a:xfrm>
            <a:off x="4572000" y="510025"/>
            <a:ext cx="1620000" cy="489900"/>
          </a:xfrm>
          <a:prstGeom prst="rect">
            <a:avLst/>
          </a:prstGeom>
          <a:solidFill>
            <a:srgbClr val="FFFFFF"/>
          </a:solidFill>
          <a:ln cap="flat" cmpd="sng" w="19050">
            <a:solidFill>
              <a:srgbClr val="0094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nsolas"/>
                <a:ea typeface="Consolas"/>
                <a:cs typeface="Consolas"/>
                <a:sym typeface="Consolas"/>
              </a:rPr>
              <a:t>factorial(5)</a:t>
            </a:r>
            <a:endParaRPr b="1">
              <a:latin typeface="Consolas"/>
              <a:ea typeface="Consolas"/>
              <a:cs typeface="Consolas"/>
              <a:sym typeface="Consolas"/>
            </a:endParaRPr>
          </a:p>
        </p:txBody>
      </p:sp>
      <p:grpSp>
        <p:nvGrpSpPr>
          <p:cNvPr id="1387" name="Google Shape;1387;p185"/>
          <p:cNvGrpSpPr/>
          <p:nvPr/>
        </p:nvGrpSpPr>
        <p:grpSpPr>
          <a:xfrm>
            <a:off x="4572000" y="999925"/>
            <a:ext cx="1620000" cy="857975"/>
            <a:chOff x="4572000" y="1152325"/>
            <a:chExt cx="1620000" cy="857975"/>
          </a:xfrm>
        </p:grpSpPr>
        <p:cxnSp>
          <p:nvCxnSpPr>
            <p:cNvPr id="1388" name="Google Shape;1388;p185"/>
            <p:cNvCxnSpPr>
              <a:stCxn id="1386" idx="2"/>
              <a:endCxn id="1389" idx="0"/>
            </p:cNvCxnSpPr>
            <p:nvPr/>
          </p:nvCxnSpPr>
          <p:spPr>
            <a:xfrm>
              <a:off x="5382000" y="1152325"/>
              <a:ext cx="0" cy="368100"/>
            </a:xfrm>
            <a:prstGeom prst="straightConnector1">
              <a:avLst/>
            </a:prstGeom>
            <a:noFill/>
            <a:ln cap="flat" cmpd="sng" w="19050">
              <a:solidFill>
                <a:srgbClr val="000000"/>
              </a:solidFill>
              <a:prstDash val="solid"/>
              <a:round/>
              <a:headEnd len="med" w="med" type="none"/>
              <a:tailEnd len="med" w="med" type="triangle"/>
            </a:ln>
          </p:spPr>
        </p:cxnSp>
        <p:sp>
          <p:nvSpPr>
            <p:cNvPr id="1389" name="Google Shape;1389;p185"/>
            <p:cNvSpPr/>
            <p:nvPr/>
          </p:nvSpPr>
          <p:spPr>
            <a:xfrm>
              <a:off x="4572000" y="1520400"/>
              <a:ext cx="1620000" cy="489900"/>
            </a:xfrm>
            <a:prstGeom prst="rect">
              <a:avLst/>
            </a:prstGeom>
            <a:solidFill>
              <a:srgbClr val="FFFFFF"/>
            </a:solidFill>
            <a:ln cap="flat" cmpd="sng" w="19050">
              <a:solidFill>
                <a:srgbClr val="0094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nsolas"/>
                  <a:ea typeface="Consolas"/>
                  <a:cs typeface="Consolas"/>
                  <a:sym typeface="Consolas"/>
                </a:rPr>
                <a:t>factorial(4)</a:t>
              </a:r>
              <a:endParaRPr b="1">
                <a:latin typeface="Consolas"/>
                <a:ea typeface="Consolas"/>
                <a:cs typeface="Consolas"/>
                <a:sym typeface="Consolas"/>
              </a:endParaRPr>
            </a:p>
          </p:txBody>
        </p:sp>
      </p:grpSp>
      <p:grpSp>
        <p:nvGrpSpPr>
          <p:cNvPr id="1390" name="Google Shape;1390;p185"/>
          <p:cNvGrpSpPr/>
          <p:nvPr/>
        </p:nvGrpSpPr>
        <p:grpSpPr>
          <a:xfrm>
            <a:off x="4572000" y="1857900"/>
            <a:ext cx="1620000" cy="857975"/>
            <a:chOff x="4572000" y="2010300"/>
            <a:chExt cx="1620000" cy="857975"/>
          </a:xfrm>
        </p:grpSpPr>
        <p:cxnSp>
          <p:nvCxnSpPr>
            <p:cNvPr id="1391" name="Google Shape;1391;p185"/>
            <p:cNvCxnSpPr>
              <a:stCxn id="1389" idx="2"/>
              <a:endCxn id="1392" idx="0"/>
            </p:cNvCxnSpPr>
            <p:nvPr/>
          </p:nvCxnSpPr>
          <p:spPr>
            <a:xfrm>
              <a:off x="5382000" y="2010300"/>
              <a:ext cx="0" cy="368100"/>
            </a:xfrm>
            <a:prstGeom prst="straightConnector1">
              <a:avLst/>
            </a:prstGeom>
            <a:noFill/>
            <a:ln cap="flat" cmpd="sng" w="19050">
              <a:solidFill>
                <a:srgbClr val="000000"/>
              </a:solidFill>
              <a:prstDash val="solid"/>
              <a:round/>
              <a:headEnd len="med" w="med" type="none"/>
              <a:tailEnd len="med" w="med" type="triangle"/>
            </a:ln>
          </p:spPr>
        </p:cxnSp>
        <p:sp>
          <p:nvSpPr>
            <p:cNvPr id="1392" name="Google Shape;1392;p185"/>
            <p:cNvSpPr/>
            <p:nvPr/>
          </p:nvSpPr>
          <p:spPr>
            <a:xfrm>
              <a:off x="4572000" y="2378375"/>
              <a:ext cx="1620000" cy="489900"/>
            </a:xfrm>
            <a:prstGeom prst="rect">
              <a:avLst/>
            </a:prstGeom>
            <a:solidFill>
              <a:srgbClr val="FFFFFF"/>
            </a:solidFill>
            <a:ln cap="flat" cmpd="sng" w="19050">
              <a:solidFill>
                <a:srgbClr val="0094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nsolas"/>
                  <a:ea typeface="Consolas"/>
                  <a:cs typeface="Consolas"/>
                  <a:sym typeface="Consolas"/>
                </a:rPr>
                <a:t>factorial(3)</a:t>
              </a:r>
              <a:endParaRPr b="1">
                <a:latin typeface="Consolas"/>
                <a:ea typeface="Consolas"/>
                <a:cs typeface="Consolas"/>
                <a:sym typeface="Consolas"/>
              </a:endParaRPr>
            </a:p>
          </p:txBody>
        </p:sp>
      </p:grpSp>
      <p:grpSp>
        <p:nvGrpSpPr>
          <p:cNvPr id="1393" name="Google Shape;1393;p185"/>
          <p:cNvGrpSpPr/>
          <p:nvPr/>
        </p:nvGrpSpPr>
        <p:grpSpPr>
          <a:xfrm>
            <a:off x="4572000" y="2715875"/>
            <a:ext cx="1620000" cy="857975"/>
            <a:chOff x="4572000" y="2868275"/>
            <a:chExt cx="1620000" cy="857975"/>
          </a:xfrm>
        </p:grpSpPr>
        <p:cxnSp>
          <p:nvCxnSpPr>
            <p:cNvPr id="1394" name="Google Shape;1394;p185"/>
            <p:cNvCxnSpPr>
              <a:stCxn id="1392" idx="2"/>
              <a:endCxn id="1395" idx="0"/>
            </p:cNvCxnSpPr>
            <p:nvPr/>
          </p:nvCxnSpPr>
          <p:spPr>
            <a:xfrm>
              <a:off x="5382000" y="2868275"/>
              <a:ext cx="0" cy="368100"/>
            </a:xfrm>
            <a:prstGeom prst="straightConnector1">
              <a:avLst/>
            </a:prstGeom>
            <a:noFill/>
            <a:ln cap="flat" cmpd="sng" w="19050">
              <a:solidFill>
                <a:srgbClr val="000000"/>
              </a:solidFill>
              <a:prstDash val="solid"/>
              <a:round/>
              <a:headEnd len="med" w="med" type="none"/>
              <a:tailEnd len="med" w="med" type="triangle"/>
            </a:ln>
          </p:spPr>
        </p:cxnSp>
        <p:sp>
          <p:nvSpPr>
            <p:cNvPr id="1395" name="Google Shape;1395;p185"/>
            <p:cNvSpPr/>
            <p:nvPr/>
          </p:nvSpPr>
          <p:spPr>
            <a:xfrm>
              <a:off x="4572000" y="3236350"/>
              <a:ext cx="1620000" cy="489900"/>
            </a:xfrm>
            <a:prstGeom prst="rect">
              <a:avLst/>
            </a:prstGeom>
            <a:solidFill>
              <a:srgbClr val="FFFFFF"/>
            </a:solidFill>
            <a:ln cap="flat" cmpd="sng" w="19050">
              <a:solidFill>
                <a:srgbClr val="0094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nsolas"/>
                  <a:ea typeface="Consolas"/>
                  <a:cs typeface="Consolas"/>
                  <a:sym typeface="Consolas"/>
                </a:rPr>
                <a:t>factorial(2)</a:t>
              </a:r>
              <a:endParaRPr b="1">
                <a:latin typeface="Consolas"/>
                <a:ea typeface="Consolas"/>
                <a:cs typeface="Consolas"/>
                <a:sym typeface="Consolas"/>
              </a:endParaRPr>
            </a:p>
          </p:txBody>
        </p:sp>
      </p:grpSp>
      <p:grpSp>
        <p:nvGrpSpPr>
          <p:cNvPr id="1396" name="Google Shape;1396;p185"/>
          <p:cNvGrpSpPr/>
          <p:nvPr/>
        </p:nvGrpSpPr>
        <p:grpSpPr>
          <a:xfrm>
            <a:off x="4572000" y="3573850"/>
            <a:ext cx="1620000" cy="857975"/>
            <a:chOff x="4572000" y="3726250"/>
            <a:chExt cx="1620000" cy="857975"/>
          </a:xfrm>
        </p:grpSpPr>
        <p:cxnSp>
          <p:nvCxnSpPr>
            <p:cNvPr id="1397" name="Google Shape;1397;p185"/>
            <p:cNvCxnSpPr>
              <a:stCxn id="1395" idx="2"/>
              <a:endCxn id="1398" idx="0"/>
            </p:cNvCxnSpPr>
            <p:nvPr/>
          </p:nvCxnSpPr>
          <p:spPr>
            <a:xfrm>
              <a:off x="5382000" y="3726250"/>
              <a:ext cx="0" cy="368100"/>
            </a:xfrm>
            <a:prstGeom prst="straightConnector1">
              <a:avLst/>
            </a:prstGeom>
            <a:noFill/>
            <a:ln cap="flat" cmpd="sng" w="19050">
              <a:solidFill>
                <a:srgbClr val="000000"/>
              </a:solidFill>
              <a:prstDash val="solid"/>
              <a:round/>
              <a:headEnd len="med" w="med" type="none"/>
              <a:tailEnd len="med" w="med" type="triangle"/>
            </a:ln>
          </p:spPr>
        </p:cxnSp>
        <p:sp>
          <p:nvSpPr>
            <p:cNvPr id="1398" name="Google Shape;1398;p185"/>
            <p:cNvSpPr/>
            <p:nvPr/>
          </p:nvSpPr>
          <p:spPr>
            <a:xfrm>
              <a:off x="4572000" y="4094325"/>
              <a:ext cx="1620000" cy="489900"/>
            </a:xfrm>
            <a:prstGeom prst="rect">
              <a:avLst/>
            </a:prstGeom>
            <a:solidFill>
              <a:srgbClr val="FFFFFF"/>
            </a:solidFill>
            <a:ln cap="flat" cmpd="sng" w="19050">
              <a:solidFill>
                <a:srgbClr val="0094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nsolas"/>
                  <a:ea typeface="Consolas"/>
                  <a:cs typeface="Consolas"/>
                  <a:sym typeface="Consolas"/>
                </a:rPr>
                <a:t>factorial(1)</a:t>
              </a:r>
              <a:endParaRPr b="1">
                <a:latin typeface="Consolas"/>
                <a:ea typeface="Consolas"/>
                <a:cs typeface="Consolas"/>
                <a:sym typeface="Consolas"/>
              </a:endParaRPr>
            </a:p>
          </p:txBody>
        </p:sp>
      </p:grpSp>
      <p:sp>
        <p:nvSpPr>
          <p:cNvPr id="1399" name="Google Shape;1399;p185"/>
          <p:cNvSpPr txBox="1"/>
          <p:nvPr/>
        </p:nvSpPr>
        <p:spPr>
          <a:xfrm>
            <a:off x="6579675" y="3986775"/>
            <a:ext cx="236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A400"/>
                </a:solidFill>
                <a:latin typeface="Consolas"/>
                <a:ea typeface="Consolas"/>
                <a:cs typeface="Consolas"/>
                <a:sym typeface="Consolas"/>
              </a:rPr>
              <a:t>return</a:t>
            </a:r>
            <a:r>
              <a:rPr lang="en">
                <a:latin typeface="Consolas"/>
                <a:ea typeface="Consolas"/>
                <a:cs typeface="Consolas"/>
                <a:sym typeface="Consolas"/>
              </a:rPr>
              <a:t> 1</a:t>
            </a:r>
            <a:endParaRPr>
              <a:latin typeface="Consolas"/>
              <a:ea typeface="Consolas"/>
              <a:cs typeface="Consolas"/>
              <a:sym typeface="Consolas"/>
            </a:endParaRPr>
          </a:p>
        </p:txBody>
      </p:sp>
      <p:sp>
        <p:nvSpPr>
          <p:cNvPr id="1400" name="Google Shape;1400;p185"/>
          <p:cNvSpPr txBox="1"/>
          <p:nvPr/>
        </p:nvSpPr>
        <p:spPr>
          <a:xfrm>
            <a:off x="6579675" y="3124125"/>
            <a:ext cx="244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A400"/>
                </a:solidFill>
                <a:latin typeface="Consolas"/>
                <a:ea typeface="Consolas"/>
                <a:cs typeface="Consolas"/>
                <a:sym typeface="Consolas"/>
              </a:rPr>
              <a:t>return</a:t>
            </a:r>
            <a:r>
              <a:rPr lang="en">
                <a:latin typeface="Consolas"/>
                <a:ea typeface="Consolas"/>
                <a:cs typeface="Consolas"/>
                <a:sym typeface="Consolas"/>
              </a:rPr>
              <a:t> 2 * factorial(1)</a:t>
            </a:r>
            <a:endParaRPr>
              <a:latin typeface="Consolas"/>
              <a:ea typeface="Consolas"/>
              <a:cs typeface="Consolas"/>
              <a:sym typeface="Consolas"/>
            </a:endParaRPr>
          </a:p>
        </p:txBody>
      </p:sp>
      <p:sp>
        <p:nvSpPr>
          <p:cNvPr id="1401" name="Google Shape;1401;p185"/>
          <p:cNvSpPr txBox="1"/>
          <p:nvPr/>
        </p:nvSpPr>
        <p:spPr>
          <a:xfrm>
            <a:off x="6579675" y="2261475"/>
            <a:ext cx="244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A400"/>
                </a:solidFill>
                <a:latin typeface="Consolas"/>
                <a:ea typeface="Consolas"/>
                <a:cs typeface="Consolas"/>
                <a:sym typeface="Consolas"/>
              </a:rPr>
              <a:t>return</a:t>
            </a:r>
            <a:r>
              <a:rPr lang="en">
                <a:latin typeface="Consolas"/>
                <a:ea typeface="Consolas"/>
                <a:cs typeface="Consolas"/>
                <a:sym typeface="Consolas"/>
              </a:rPr>
              <a:t> 3 * factorial(2)</a:t>
            </a:r>
            <a:endParaRPr>
              <a:latin typeface="Consolas"/>
              <a:ea typeface="Consolas"/>
              <a:cs typeface="Consolas"/>
              <a:sym typeface="Consolas"/>
            </a:endParaRPr>
          </a:p>
        </p:txBody>
      </p:sp>
      <p:sp>
        <p:nvSpPr>
          <p:cNvPr id="1402" name="Google Shape;1402;p185"/>
          <p:cNvSpPr txBox="1"/>
          <p:nvPr/>
        </p:nvSpPr>
        <p:spPr>
          <a:xfrm>
            <a:off x="6579675" y="1412850"/>
            <a:ext cx="244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A400"/>
                </a:solidFill>
                <a:latin typeface="Consolas"/>
                <a:ea typeface="Consolas"/>
                <a:cs typeface="Consolas"/>
                <a:sym typeface="Consolas"/>
              </a:rPr>
              <a:t>return</a:t>
            </a:r>
            <a:r>
              <a:rPr lang="en">
                <a:latin typeface="Consolas"/>
                <a:ea typeface="Consolas"/>
                <a:cs typeface="Consolas"/>
                <a:sym typeface="Consolas"/>
              </a:rPr>
              <a:t> 4 * factorial(3)</a:t>
            </a:r>
            <a:endParaRPr>
              <a:latin typeface="Consolas"/>
              <a:ea typeface="Consolas"/>
              <a:cs typeface="Consolas"/>
              <a:sym typeface="Consolas"/>
            </a:endParaRPr>
          </a:p>
        </p:txBody>
      </p:sp>
      <p:sp>
        <p:nvSpPr>
          <p:cNvPr id="1403" name="Google Shape;1403;p185"/>
          <p:cNvSpPr txBox="1"/>
          <p:nvPr/>
        </p:nvSpPr>
        <p:spPr>
          <a:xfrm>
            <a:off x="6579675" y="564225"/>
            <a:ext cx="244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A400"/>
                </a:solidFill>
                <a:latin typeface="Consolas"/>
                <a:ea typeface="Consolas"/>
                <a:cs typeface="Consolas"/>
                <a:sym typeface="Consolas"/>
              </a:rPr>
              <a:t>return</a:t>
            </a:r>
            <a:r>
              <a:rPr lang="en">
                <a:latin typeface="Consolas"/>
                <a:ea typeface="Consolas"/>
                <a:cs typeface="Consolas"/>
                <a:sym typeface="Consolas"/>
              </a:rPr>
              <a:t> 5 * factorial(4)</a:t>
            </a:r>
            <a:endParaRPr>
              <a:latin typeface="Consolas"/>
              <a:ea typeface="Consolas"/>
              <a:cs typeface="Consolas"/>
              <a:sym typeface="Consolas"/>
            </a:endParaRPr>
          </a:p>
        </p:txBody>
      </p:sp>
      <p:grpSp>
        <p:nvGrpSpPr>
          <p:cNvPr id="1404" name="Google Shape;1404;p185"/>
          <p:cNvGrpSpPr/>
          <p:nvPr/>
        </p:nvGrpSpPr>
        <p:grpSpPr>
          <a:xfrm>
            <a:off x="6192000" y="754950"/>
            <a:ext cx="2836975" cy="858000"/>
            <a:chOff x="6192000" y="907350"/>
            <a:chExt cx="2836975" cy="858000"/>
          </a:xfrm>
        </p:grpSpPr>
        <p:cxnSp>
          <p:nvCxnSpPr>
            <p:cNvPr id="1405" name="Google Shape;1405;p185"/>
            <p:cNvCxnSpPr>
              <a:stCxn id="1389" idx="3"/>
              <a:endCxn id="1386" idx="3"/>
            </p:cNvCxnSpPr>
            <p:nvPr/>
          </p:nvCxnSpPr>
          <p:spPr>
            <a:xfrm flipH="1" rot="10800000">
              <a:off x="6192000" y="907350"/>
              <a:ext cx="600" cy="858000"/>
            </a:xfrm>
            <a:prstGeom prst="curvedConnector3">
              <a:avLst>
                <a:gd fmla="val 39687500" name="adj1"/>
              </a:avLst>
            </a:prstGeom>
            <a:noFill/>
            <a:ln cap="flat" cmpd="sng" w="19050">
              <a:solidFill>
                <a:srgbClr val="000000"/>
              </a:solidFill>
              <a:prstDash val="solid"/>
              <a:round/>
              <a:headEnd len="med" w="med" type="none"/>
              <a:tailEnd len="med" w="med" type="triangle"/>
            </a:ln>
          </p:spPr>
        </p:cxnSp>
        <p:sp>
          <p:nvSpPr>
            <p:cNvPr id="1406" name="Google Shape;1406;p185"/>
            <p:cNvSpPr/>
            <p:nvPr/>
          </p:nvSpPr>
          <p:spPr>
            <a:xfrm>
              <a:off x="6613075" y="1116825"/>
              <a:ext cx="2415900" cy="400200"/>
            </a:xfrm>
            <a:prstGeom prst="rect">
              <a:avLst/>
            </a:prstGeom>
            <a:solidFill>
              <a:srgbClr val="FFE0A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5 * 24 = 120</a:t>
              </a:r>
              <a:endParaRPr>
                <a:latin typeface="Consolas"/>
                <a:ea typeface="Consolas"/>
                <a:cs typeface="Consolas"/>
                <a:sym typeface="Consolas"/>
              </a:endParaRPr>
            </a:p>
          </p:txBody>
        </p:sp>
      </p:grpSp>
      <p:grpSp>
        <p:nvGrpSpPr>
          <p:cNvPr id="1407" name="Google Shape;1407;p185"/>
          <p:cNvGrpSpPr/>
          <p:nvPr/>
        </p:nvGrpSpPr>
        <p:grpSpPr>
          <a:xfrm>
            <a:off x="6192000" y="1612925"/>
            <a:ext cx="2836975" cy="858000"/>
            <a:chOff x="6192000" y="1765325"/>
            <a:chExt cx="2836975" cy="858000"/>
          </a:xfrm>
        </p:grpSpPr>
        <p:cxnSp>
          <p:nvCxnSpPr>
            <p:cNvPr id="1408" name="Google Shape;1408;p185"/>
            <p:cNvCxnSpPr>
              <a:stCxn id="1392" idx="3"/>
              <a:endCxn id="1389" idx="3"/>
            </p:cNvCxnSpPr>
            <p:nvPr/>
          </p:nvCxnSpPr>
          <p:spPr>
            <a:xfrm flipH="1" rot="10800000">
              <a:off x="6192000" y="1765325"/>
              <a:ext cx="600" cy="858000"/>
            </a:xfrm>
            <a:prstGeom prst="curvedConnector3">
              <a:avLst>
                <a:gd fmla="val 39687500" name="adj1"/>
              </a:avLst>
            </a:prstGeom>
            <a:noFill/>
            <a:ln cap="flat" cmpd="sng" w="19050">
              <a:solidFill>
                <a:srgbClr val="000000"/>
              </a:solidFill>
              <a:prstDash val="solid"/>
              <a:round/>
              <a:headEnd len="med" w="med" type="none"/>
              <a:tailEnd len="med" w="med" type="triangle"/>
            </a:ln>
          </p:spPr>
        </p:cxnSp>
        <p:sp>
          <p:nvSpPr>
            <p:cNvPr id="1409" name="Google Shape;1409;p185"/>
            <p:cNvSpPr/>
            <p:nvPr/>
          </p:nvSpPr>
          <p:spPr>
            <a:xfrm>
              <a:off x="6613075" y="1965450"/>
              <a:ext cx="2415900" cy="400200"/>
            </a:xfrm>
            <a:prstGeom prst="rect">
              <a:avLst/>
            </a:prstGeom>
            <a:solidFill>
              <a:srgbClr val="FFE0A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4 * 6 = 24</a:t>
              </a:r>
              <a:endParaRPr>
                <a:latin typeface="Consolas"/>
                <a:ea typeface="Consolas"/>
                <a:cs typeface="Consolas"/>
                <a:sym typeface="Consolas"/>
              </a:endParaRPr>
            </a:p>
          </p:txBody>
        </p:sp>
      </p:grpSp>
      <p:grpSp>
        <p:nvGrpSpPr>
          <p:cNvPr id="1410" name="Google Shape;1410;p185"/>
          <p:cNvGrpSpPr/>
          <p:nvPr/>
        </p:nvGrpSpPr>
        <p:grpSpPr>
          <a:xfrm>
            <a:off x="6192000" y="2470900"/>
            <a:ext cx="2836975" cy="858000"/>
            <a:chOff x="6192000" y="2623300"/>
            <a:chExt cx="2836975" cy="858000"/>
          </a:xfrm>
        </p:grpSpPr>
        <p:cxnSp>
          <p:nvCxnSpPr>
            <p:cNvPr id="1411" name="Google Shape;1411;p185"/>
            <p:cNvCxnSpPr>
              <a:stCxn id="1395" idx="3"/>
              <a:endCxn id="1392" idx="3"/>
            </p:cNvCxnSpPr>
            <p:nvPr/>
          </p:nvCxnSpPr>
          <p:spPr>
            <a:xfrm flipH="1" rot="10800000">
              <a:off x="6192000" y="2623300"/>
              <a:ext cx="600" cy="858000"/>
            </a:xfrm>
            <a:prstGeom prst="curvedConnector3">
              <a:avLst>
                <a:gd fmla="val 39687500" name="adj1"/>
              </a:avLst>
            </a:prstGeom>
            <a:noFill/>
            <a:ln cap="flat" cmpd="sng" w="19050">
              <a:solidFill>
                <a:srgbClr val="000000"/>
              </a:solidFill>
              <a:prstDash val="solid"/>
              <a:round/>
              <a:headEnd len="med" w="med" type="none"/>
              <a:tailEnd len="med" w="med" type="triangle"/>
            </a:ln>
          </p:spPr>
        </p:cxnSp>
        <p:sp>
          <p:nvSpPr>
            <p:cNvPr id="1412" name="Google Shape;1412;p185"/>
            <p:cNvSpPr/>
            <p:nvPr/>
          </p:nvSpPr>
          <p:spPr>
            <a:xfrm>
              <a:off x="6613075" y="2814075"/>
              <a:ext cx="2415900" cy="400200"/>
            </a:xfrm>
            <a:prstGeom prst="rect">
              <a:avLst/>
            </a:prstGeom>
            <a:solidFill>
              <a:srgbClr val="FFE0A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3 * 2 = 6</a:t>
              </a:r>
              <a:endParaRPr>
                <a:latin typeface="Consolas"/>
                <a:ea typeface="Consolas"/>
                <a:cs typeface="Consolas"/>
                <a:sym typeface="Consolas"/>
              </a:endParaRPr>
            </a:p>
          </p:txBody>
        </p:sp>
      </p:grpSp>
      <p:grpSp>
        <p:nvGrpSpPr>
          <p:cNvPr id="1413" name="Google Shape;1413;p185"/>
          <p:cNvGrpSpPr/>
          <p:nvPr/>
        </p:nvGrpSpPr>
        <p:grpSpPr>
          <a:xfrm>
            <a:off x="6191400" y="3328900"/>
            <a:ext cx="2837575" cy="858000"/>
            <a:chOff x="6191400" y="3481300"/>
            <a:chExt cx="2837575" cy="858000"/>
          </a:xfrm>
        </p:grpSpPr>
        <p:cxnSp>
          <p:nvCxnSpPr>
            <p:cNvPr id="1414" name="Google Shape;1414;p185"/>
            <p:cNvCxnSpPr>
              <a:endCxn id="1395" idx="3"/>
            </p:cNvCxnSpPr>
            <p:nvPr/>
          </p:nvCxnSpPr>
          <p:spPr>
            <a:xfrm rot="-5400000">
              <a:off x="5762700" y="3910000"/>
              <a:ext cx="858000" cy="600"/>
            </a:xfrm>
            <a:prstGeom prst="curvedConnector4">
              <a:avLst>
                <a:gd fmla="val 35726" name="adj1"/>
                <a:gd fmla="val 39787500" name="adj2"/>
              </a:avLst>
            </a:prstGeom>
            <a:noFill/>
            <a:ln cap="flat" cmpd="sng" w="19050">
              <a:solidFill>
                <a:srgbClr val="000000"/>
              </a:solidFill>
              <a:prstDash val="solid"/>
              <a:round/>
              <a:headEnd len="med" w="med" type="none"/>
              <a:tailEnd len="med" w="med" type="triangle"/>
            </a:ln>
          </p:spPr>
        </p:cxnSp>
        <p:sp>
          <p:nvSpPr>
            <p:cNvPr id="1415" name="Google Shape;1415;p185"/>
            <p:cNvSpPr/>
            <p:nvPr/>
          </p:nvSpPr>
          <p:spPr>
            <a:xfrm>
              <a:off x="6613075" y="3662700"/>
              <a:ext cx="2415900" cy="400200"/>
            </a:xfrm>
            <a:prstGeom prst="rect">
              <a:avLst/>
            </a:prstGeom>
            <a:solidFill>
              <a:srgbClr val="FFE0A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 * 1 = 2</a:t>
              </a:r>
              <a:endParaRPr>
                <a:latin typeface="Consolas"/>
                <a:ea typeface="Consolas"/>
                <a:cs typeface="Consolas"/>
                <a:sym typeface="Consolas"/>
              </a:endParaRPr>
            </a:p>
          </p:txBody>
        </p:sp>
      </p:grpSp>
      <p:sp>
        <p:nvSpPr>
          <p:cNvPr id="1416" name="Google Shape;1416;p185"/>
          <p:cNvSpPr/>
          <p:nvPr/>
        </p:nvSpPr>
        <p:spPr>
          <a:xfrm>
            <a:off x="1733100" y="2914725"/>
            <a:ext cx="1025400" cy="629100"/>
          </a:xfrm>
          <a:prstGeom prst="rect">
            <a:avLst/>
          </a:prstGeom>
          <a:solidFill>
            <a:srgbClr val="FFE0A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nsolas"/>
                <a:ea typeface="Consolas"/>
                <a:cs typeface="Consolas"/>
                <a:sym typeface="Consolas"/>
              </a:rPr>
              <a:t>120</a:t>
            </a:r>
            <a:endParaRPr sz="3000">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id="1421" name="Google Shape;1421;p186"/>
          <p:cNvSpPr/>
          <p:nvPr/>
        </p:nvSpPr>
        <p:spPr>
          <a:xfrm>
            <a:off x="5989025" y="2122550"/>
            <a:ext cx="1123800" cy="1123800"/>
          </a:xfrm>
          <a:prstGeom prst="rect">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86"/>
          <p:cNvSpPr/>
          <p:nvPr/>
        </p:nvSpPr>
        <p:spPr>
          <a:xfrm>
            <a:off x="3350463" y="2133900"/>
            <a:ext cx="1123800" cy="1123800"/>
          </a:xfrm>
          <a:prstGeom prst="rect">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86"/>
          <p:cNvSpPr txBox="1"/>
          <p:nvPr>
            <p:ph idx="1" type="body"/>
          </p:nvPr>
        </p:nvSpPr>
        <p:spPr>
          <a:xfrm>
            <a:off x="452400" y="627975"/>
            <a:ext cx="8239200" cy="9126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2200">
                <a:solidFill>
                  <a:schemeClr val="dk1"/>
                </a:solidFill>
              </a:rPr>
              <a:t>The </a:t>
            </a:r>
            <a:r>
              <a:rPr b="1" lang="en" sz="2200">
                <a:solidFill>
                  <a:schemeClr val="dk1"/>
                </a:solidFill>
              </a:rPr>
              <a:t>binary search</a:t>
            </a:r>
            <a:r>
              <a:rPr lang="en" sz="2200">
                <a:solidFill>
                  <a:schemeClr val="dk1"/>
                </a:solidFill>
              </a:rPr>
              <a:t> algorithm finds a target element in a </a:t>
            </a:r>
            <a:r>
              <a:rPr b="1" lang="en" sz="2200">
                <a:solidFill>
                  <a:schemeClr val="dk1"/>
                </a:solidFill>
              </a:rPr>
              <a:t>sorted list</a:t>
            </a:r>
            <a:r>
              <a:rPr lang="en" sz="2200">
                <a:solidFill>
                  <a:schemeClr val="dk1"/>
                </a:solidFill>
              </a:rPr>
              <a:t> by </a:t>
            </a:r>
            <a:r>
              <a:rPr b="1" lang="en" sz="2200">
                <a:solidFill>
                  <a:schemeClr val="dk1"/>
                </a:solidFill>
              </a:rPr>
              <a:t>dividing the list in half</a:t>
            </a:r>
            <a:r>
              <a:rPr lang="en" sz="2200">
                <a:solidFill>
                  <a:schemeClr val="dk1"/>
                </a:solidFill>
              </a:rPr>
              <a:t> in each iteration.</a:t>
            </a:r>
            <a:endParaRPr sz="2200">
              <a:solidFill>
                <a:schemeClr val="dk1"/>
              </a:solidFill>
            </a:endParaRPr>
          </a:p>
        </p:txBody>
      </p:sp>
      <p:grpSp>
        <p:nvGrpSpPr>
          <p:cNvPr id="1424" name="Google Shape;1424;p186"/>
          <p:cNvGrpSpPr/>
          <p:nvPr/>
        </p:nvGrpSpPr>
        <p:grpSpPr>
          <a:xfrm>
            <a:off x="813150" y="2223800"/>
            <a:ext cx="3559860" cy="921300"/>
            <a:chOff x="813150" y="2681000"/>
            <a:chExt cx="3559860" cy="921300"/>
          </a:xfrm>
        </p:grpSpPr>
        <p:sp>
          <p:nvSpPr>
            <p:cNvPr id="1425" name="Google Shape;1425;p186"/>
            <p:cNvSpPr/>
            <p:nvPr/>
          </p:nvSpPr>
          <p:spPr>
            <a:xfrm>
              <a:off x="813150" y="2681000"/>
              <a:ext cx="921300" cy="921300"/>
            </a:xfrm>
            <a:prstGeom prst="rect">
              <a:avLst/>
            </a:prstGeom>
            <a:solidFill>
              <a:schemeClr val="lt1"/>
            </a:solidFill>
            <a:ln cap="flat" cmpd="sng" w="28575">
              <a:solidFill>
                <a:srgbClr val="00AD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rgbClr val="00ADBC"/>
                  </a:solidFill>
                  <a:latin typeface="Consolas"/>
                  <a:ea typeface="Consolas"/>
                  <a:cs typeface="Consolas"/>
                  <a:sym typeface="Consolas"/>
                </a:rPr>
                <a:t>10</a:t>
              </a:r>
              <a:endParaRPr b="1" sz="3200">
                <a:solidFill>
                  <a:srgbClr val="00ADBC"/>
                </a:solidFill>
                <a:latin typeface="Consolas"/>
                <a:ea typeface="Consolas"/>
                <a:cs typeface="Consolas"/>
                <a:sym typeface="Consolas"/>
              </a:endParaRPr>
            </a:p>
            <a:p>
              <a:pPr indent="0" lvl="0" marL="0" rtl="0" algn="ctr">
                <a:spcBef>
                  <a:spcPts val="0"/>
                </a:spcBef>
                <a:spcAft>
                  <a:spcPts val="0"/>
                </a:spcAft>
                <a:buNone/>
              </a:pPr>
              <a:r>
                <a:rPr lang="en" sz="1600">
                  <a:solidFill>
                    <a:schemeClr val="dk1"/>
                  </a:solidFill>
                  <a:latin typeface="Consolas"/>
                  <a:ea typeface="Consolas"/>
                  <a:cs typeface="Consolas"/>
                  <a:sym typeface="Consolas"/>
                </a:rPr>
                <a:t>0</a:t>
              </a:r>
              <a:endParaRPr sz="1600">
                <a:solidFill>
                  <a:schemeClr val="dk1"/>
                </a:solidFill>
                <a:latin typeface="Consolas"/>
                <a:ea typeface="Consolas"/>
                <a:cs typeface="Consolas"/>
                <a:sym typeface="Consolas"/>
              </a:endParaRPr>
            </a:p>
          </p:txBody>
        </p:sp>
        <p:sp>
          <p:nvSpPr>
            <p:cNvPr id="1426" name="Google Shape;1426;p186"/>
            <p:cNvSpPr/>
            <p:nvPr/>
          </p:nvSpPr>
          <p:spPr>
            <a:xfrm>
              <a:off x="2132430" y="2681000"/>
              <a:ext cx="921300" cy="921300"/>
            </a:xfrm>
            <a:prstGeom prst="rect">
              <a:avLst/>
            </a:prstGeom>
            <a:solidFill>
              <a:schemeClr val="lt1"/>
            </a:solidFill>
            <a:ln cap="flat" cmpd="sng" w="28575">
              <a:solidFill>
                <a:srgbClr val="00AD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rgbClr val="00ADBC"/>
                  </a:solidFill>
                  <a:latin typeface="Consolas"/>
                  <a:ea typeface="Consolas"/>
                  <a:cs typeface="Consolas"/>
                  <a:sym typeface="Consolas"/>
                </a:rPr>
                <a:t>20</a:t>
              </a:r>
              <a:endParaRPr b="1" sz="3200">
                <a:solidFill>
                  <a:srgbClr val="00ADBC"/>
                </a:solidFill>
                <a:latin typeface="Consolas"/>
                <a:ea typeface="Consolas"/>
                <a:cs typeface="Consolas"/>
                <a:sym typeface="Consolas"/>
              </a:endParaRPr>
            </a:p>
            <a:p>
              <a:pPr indent="0" lvl="0" marL="0" rtl="0" algn="ctr">
                <a:spcBef>
                  <a:spcPts val="0"/>
                </a:spcBef>
                <a:spcAft>
                  <a:spcPts val="0"/>
                </a:spcAft>
                <a:buNone/>
              </a:pPr>
              <a:r>
                <a:rPr lang="en" sz="1600">
                  <a:solidFill>
                    <a:schemeClr val="dk1"/>
                  </a:solidFill>
                  <a:latin typeface="Consolas"/>
                  <a:ea typeface="Consolas"/>
                  <a:cs typeface="Consolas"/>
                  <a:sym typeface="Consolas"/>
                </a:rPr>
                <a:t>1</a:t>
              </a:r>
              <a:endParaRPr sz="1600">
                <a:solidFill>
                  <a:schemeClr val="dk1"/>
                </a:solidFill>
                <a:latin typeface="Consolas"/>
                <a:ea typeface="Consolas"/>
                <a:cs typeface="Consolas"/>
                <a:sym typeface="Consolas"/>
              </a:endParaRPr>
            </a:p>
          </p:txBody>
        </p:sp>
        <p:sp>
          <p:nvSpPr>
            <p:cNvPr id="1427" name="Google Shape;1427;p186"/>
            <p:cNvSpPr/>
            <p:nvPr/>
          </p:nvSpPr>
          <p:spPr>
            <a:xfrm>
              <a:off x="3451710" y="2681000"/>
              <a:ext cx="921300" cy="921300"/>
            </a:xfrm>
            <a:prstGeom prst="rect">
              <a:avLst/>
            </a:prstGeom>
            <a:solidFill>
              <a:schemeClr val="lt1"/>
            </a:solidFill>
            <a:ln cap="flat" cmpd="sng" w="28575">
              <a:solidFill>
                <a:srgbClr val="00AD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rgbClr val="00ADBC"/>
                  </a:solidFill>
                  <a:latin typeface="Consolas"/>
                  <a:ea typeface="Consolas"/>
                  <a:cs typeface="Consolas"/>
                  <a:sym typeface="Consolas"/>
                </a:rPr>
                <a:t>30</a:t>
              </a:r>
              <a:endParaRPr b="1" sz="3200">
                <a:solidFill>
                  <a:srgbClr val="00ADBC"/>
                </a:solidFill>
                <a:latin typeface="Consolas"/>
                <a:ea typeface="Consolas"/>
                <a:cs typeface="Consolas"/>
                <a:sym typeface="Consolas"/>
              </a:endParaRPr>
            </a:p>
            <a:p>
              <a:pPr indent="0" lvl="0" marL="0" rtl="0" algn="ctr">
                <a:spcBef>
                  <a:spcPts val="0"/>
                </a:spcBef>
                <a:spcAft>
                  <a:spcPts val="0"/>
                </a:spcAft>
                <a:buNone/>
              </a:pPr>
              <a:r>
                <a:rPr lang="en" sz="1600">
                  <a:solidFill>
                    <a:schemeClr val="dk1"/>
                  </a:solidFill>
                  <a:latin typeface="Consolas"/>
                  <a:ea typeface="Consolas"/>
                  <a:cs typeface="Consolas"/>
                  <a:sym typeface="Consolas"/>
                </a:rPr>
                <a:t>2</a:t>
              </a:r>
              <a:endParaRPr sz="1600">
                <a:solidFill>
                  <a:schemeClr val="dk1"/>
                </a:solidFill>
                <a:latin typeface="Consolas"/>
                <a:ea typeface="Consolas"/>
                <a:cs typeface="Consolas"/>
                <a:sym typeface="Consolas"/>
              </a:endParaRPr>
            </a:p>
          </p:txBody>
        </p:sp>
      </p:grpSp>
      <p:sp>
        <p:nvSpPr>
          <p:cNvPr id="1428" name="Google Shape;1428;p186"/>
          <p:cNvSpPr/>
          <p:nvPr/>
        </p:nvSpPr>
        <p:spPr>
          <a:xfrm>
            <a:off x="4770990" y="2223800"/>
            <a:ext cx="921300" cy="921300"/>
          </a:xfrm>
          <a:prstGeom prst="rect">
            <a:avLst/>
          </a:prstGeom>
          <a:solidFill>
            <a:schemeClr val="lt1"/>
          </a:solidFill>
          <a:ln cap="flat" cmpd="sng" w="28575">
            <a:solidFill>
              <a:srgbClr val="00AD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rgbClr val="00ADBC"/>
                </a:solidFill>
                <a:latin typeface="Consolas"/>
                <a:ea typeface="Consolas"/>
                <a:cs typeface="Consolas"/>
                <a:sym typeface="Consolas"/>
              </a:rPr>
              <a:t>40</a:t>
            </a:r>
            <a:endParaRPr b="1" sz="3200">
              <a:solidFill>
                <a:srgbClr val="00ADBC"/>
              </a:solidFill>
              <a:latin typeface="Consolas"/>
              <a:ea typeface="Consolas"/>
              <a:cs typeface="Consolas"/>
              <a:sym typeface="Consolas"/>
            </a:endParaRPr>
          </a:p>
          <a:p>
            <a:pPr indent="0" lvl="0" marL="0" rtl="0" algn="ctr">
              <a:spcBef>
                <a:spcPts val="0"/>
              </a:spcBef>
              <a:spcAft>
                <a:spcPts val="0"/>
              </a:spcAft>
              <a:buNone/>
            </a:pPr>
            <a:r>
              <a:rPr lang="en" sz="1600">
                <a:solidFill>
                  <a:schemeClr val="dk1"/>
                </a:solidFill>
                <a:latin typeface="Consolas"/>
                <a:ea typeface="Consolas"/>
                <a:cs typeface="Consolas"/>
                <a:sym typeface="Consolas"/>
              </a:rPr>
              <a:t>3</a:t>
            </a:r>
            <a:endParaRPr sz="1600">
              <a:solidFill>
                <a:schemeClr val="dk1"/>
              </a:solidFill>
              <a:latin typeface="Consolas"/>
              <a:ea typeface="Consolas"/>
              <a:cs typeface="Consolas"/>
              <a:sym typeface="Consolas"/>
            </a:endParaRPr>
          </a:p>
        </p:txBody>
      </p:sp>
      <p:sp>
        <p:nvSpPr>
          <p:cNvPr id="1429" name="Google Shape;1429;p186"/>
          <p:cNvSpPr txBox="1"/>
          <p:nvPr/>
        </p:nvSpPr>
        <p:spPr>
          <a:xfrm>
            <a:off x="3135150" y="4106600"/>
            <a:ext cx="28737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latin typeface="Poppins"/>
                <a:ea typeface="Poppins"/>
                <a:cs typeface="Poppins"/>
                <a:sym typeface="Poppins"/>
              </a:rPr>
              <a:t>Target: </a:t>
            </a:r>
            <a:r>
              <a:rPr lang="en" sz="3000">
                <a:latin typeface="Poppins"/>
                <a:ea typeface="Poppins"/>
                <a:cs typeface="Poppins"/>
                <a:sym typeface="Poppins"/>
              </a:rPr>
              <a:t>40</a:t>
            </a:r>
            <a:endParaRPr sz="3000">
              <a:latin typeface="Poppins"/>
              <a:ea typeface="Poppins"/>
              <a:cs typeface="Poppins"/>
              <a:sym typeface="Poppins"/>
            </a:endParaRPr>
          </a:p>
        </p:txBody>
      </p:sp>
      <p:sp>
        <p:nvSpPr>
          <p:cNvPr id="1430" name="Google Shape;1430;p186"/>
          <p:cNvSpPr txBox="1"/>
          <p:nvPr/>
        </p:nvSpPr>
        <p:spPr>
          <a:xfrm>
            <a:off x="813163" y="3196400"/>
            <a:ext cx="921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rgbClr val="D70040"/>
                </a:solidFill>
                <a:latin typeface="Consolas"/>
                <a:ea typeface="Consolas"/>
                <a:cs typeface="Consolas"/>
                <a:sym typeface="Consolas"/>
              </a:rPr>
              <a:t>low</a:t>
            </a:r>
            <a:endParaRPr b="1" sz="2400">
              <a:solidFill>
                <a:srgbClr val="D70040"/>
              </a:solidFill>
              <a:latin typeface="Consolas"/>
              <a:ea typeface="Consolas"/>
              <a:cs typeface="Consolas"/>
              <a:sym typeface="Consolas"/>
            </a:endParaRPr>
          </a:p>
        </p:txBody>
      </p:sp>
      <p:sp>
        <p:nvSpPr>
          <p:cNvPr id="1431" name="Google Shape;1431;p186"/>
          <p:cNvSpPr txBox="1"/>
          <p:nvPr/>
        </p:nvSpPr>
        <p:spPr>
          <a:xfrm>
            <a:off x="3451713" y="3196400"/>
            <a:ext cx="921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rgbClr val="4CB944"/>
                </a:solidFill>
                <a:latin typeface="Consolas"/>
                <a:ea typeface="Consolas"/>
                <a:cs typeface="Consolas"/>
                <a:sym typeface="Consolas"/>
              </a:rPr>
              <a:t>mid</a:t>
            </a:r>
            <a:endParaRPr b="1" sz="2400">
              <a:solidFill>
                <a:srgbClr val="4CB944"/>
              </a:solidFill>
              <a:latin typeface="Consolas"/>
              <a:ea typeface="Consolas"/>
              <a:cs typeface="Consolas"/>
              <a:sym typeface="Consolas"/>
            </a:endParaRPr>
          </a:p>
        </p:txBody>
      </p:sp>
      <p:sp>
        <p:nvSpPr>
          <p:cNvPr id="1432" name="Google Shape;1432;p186"/>
          <p:cNvSpPr txBox="1"/>
          <p:nvPr/>
        </p:nvSpPr>
        <p:spPr>
          <a:xfrm>
            <a:off x="7409538" y="3196400"/>
            <a:ext cx="921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chemeClr val="accent2"/>
                </a:solidFill>
                <a:latin typeface="Consolas"/>
                <a:ea typeface="Consolas"/>
                <a:cs typeface="Consolas"/>
                <a:sym typeface="Consolas"/>
              </a:rPr>
              <a:t>high</a:t>
            </a:r>
            <a:endParaRPr b="1" sz="2400">
              <a:solidFill>
                <a:schemeClr val="accent2"/>
              </a:solidFill>
              <a:latin typeface="Consolas"/>
              <a:ea typeface="Consolas"/>
              <a:cs typeface="Consolas"/>
              <a:sym typeface="Consolas"/>
            </a:endParaRPr>
          </a:p>
        </p:txBody>
      </p:sp>
      <p:grpSp>
        <p:nvGrpSpPr>
          <p:cNvPr id="1433" name="Google Shape;1433;p186"/>
          <p:cNvGrpSpPr/>
          <p:nvPr/>
        </p:nvGrpSpPr>
        <p:grpSpPr>
          <a:xfrm>
            <a:off x="3498363" y="2161525"/>
            <a:ext cx="828000" cy="1123671"/>
            <a:chOff x="4158000" y="2630100"/>
            <a:chExt cx="828000" cy="1123671"/>
          </a:xfrm>
        </p:grpSpPr>
        <p:cxnSp>
          <p:nvCxnSpPr>
            <p:cNvPr id="1434" name="Google Shape;1434;p186"/>
            <p:cNvCxnSpPr/>
            <p:nvPr/>
          </p:nvCxnSpPr>
          <p:spPr>
            <a:xfrm>
              <a:off x="4165822" y="2645871"/>
              <a:ext cx="804300" cy="1107900"/>
            </a:xfrm>
            <a:prstGeom prst="straightConnector1">
              <a:avLst/>
            </a:prstGeom>
            <a:noFill/>
            <a:ln cap="flat" cmpd="sng" w="76200">
              <a:solidFill>
                <a:srgbClr val="FF0000"/>
              </a:solidFill>
              <a:prstDash val="solid"/>
              <a:round/>
              <a:headEnd len="med" w="med" type="none"/>
              <a:tailEnd len="med" w="med" type="none"/>
            </a:ln>
          </p:spPr>
        </p:cxnSp>
        <p:cxnSp>
          <p:nvCxnSpPr>
            <p:cNvPr id="1435" name="Google Shape;1435;p186"/>
            <p:cNvCxnSpPr/>
            <p:nvPr/>
          </p:nvCxnSpPr>
          <p:spPr>
            <a:xfrm flipH="1">
              <a:off x="4158000" y="2630100"/>
              <a:ext cx="828000" cy="1116000"/>
            </a:xfrm>
            <a:prstGeom prst="straightConnector1">
              <a:avLst/>
            </a:prstGeom>
            <a:noFill/>
            <a:ln cap="flat" cmpd="sng" w="76200">
              <a:solidFill>
                <a:srgbClr val="FF0000"/>
              </a:solidFill>
              <a:prstDash val="solid"/>
              <a:round/>
              <a:headEnd len="med" w="med" type="none"/>
              <a:tailEnd len="med" w="med" type="none"/>
            </a:ln>
          </p:spPr>
        </p:cxnSp>
      </p:grpSp>
      <p:grpSp>
        <p:nvGrpSpPr>
          <p:cNvPr id="1436" name="Google Shape;1436;p186"/>
          <p:cNvGrpSpPr/>
          <p:nvPr/>
        </p:nvGrpSpPr>
        <p:grpSpPr>
          <a:xfrm>
            <a:off x="6090270" y="2223788"/>
            <a:ext cx="2240575" cy="921313"/>
            <a:chOff x="6090270" y="2680988"/>
            <a:chExt cx="2240575" cy="921313"/>
          </a:xfrm>
        </p:grpSpPr>
        <p:sp>
          <p:nvSpPr>
            <p:cNvPr id="1437" name="Google Shape;1437;p186"/>
            <p:cNvSpPr/>
            <p:nvPr/>
          </p:nvSpPr>
          <p:spPr>
            <a:xfrm>
              <a:off x="6090270" y="2681000"/>
              <a:ext cx="921300" cy="921300"/>
            </a:xfrm>
            <a:prstGeom prst="rect">
              <a:avLst/>
            </a:prstGeom>
            <a:solidFill>
              <a:schemeClr val="lt1"/>
            </a:solidFill>
            <a:ln cap="flat" cmpd="sng" w="28575">
              <a:solidFill>
                <a:srgbClr val="00AD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rgbClr val="00ADBC"/>
                  </a:solidFill>
                  <a:latin typeface="Consolas"/>
                  <a:ea typeface="Consolas"/>
                  <a:cs typeface="Consolas"/>
                  <a:sym typeface="Consolas"/>
                </a:rPr>
                <a:t>50</a:t>
              </a:r>
              <a:endParaRPr b="1" sz="3200">
                <a:solidFill>
                  <a:srgbClr val="00ADBC"/>
                </a:solidFill>
                <a:latin typeface="Consolas"/>
                <a:ea typeface="Consolas"/>
                <a:cs typeface="Consolas"/>
                <a:sym typeface="Consolas"/>
              </a:endParaRPr>
            </a:p>
            <a:p>
              <a:pPr indent="0" lvl="0" marL="0" rtl="0" algn="ctr">
                <a:spcBef>
                  <a:spcPts val="0"/>
                </a:spcBef>
                <a:spcAft>
                  <a:spcPts val="0"/>
                </a:spcAft>
                <a:buNone/>
              </a:pPr>
              <a:r>
                <a:rPr lang="en" sz="1600">
                  <a:solidFill>
                    <a:schemeClr val="dk1"/>
                  </a:solidFill>
                  <a:latin typeface="Consolas"/>
                  <a:ea typeface="Consolas"/>
                  <a:cs typeface="Consolas"/>
                  <a:sym typeface="Consolas"/>
                </a:rPr>
                <a:t>4</a:t>
              </a:r>
              <a:endParaRPr sz="1600">
                <a:solidFill>
                  <a:schemeClr val="dk1"/>
                </a:solidFill>
                <a:latin typeface="Consolas"/>
                <a:ea typeface="Consolas"/>
                <a:cs typeface="Consolas"/>
                <a:sym typeface="Consolas"/>
              </a:endParaRPr>
            </a:p>
          </p:txBody>
        </p:sp>
        <p:sp>
          <p:nvSpPr>
            <p:cNvPr id="1438" name="Google Shape;1438;p186"/>
            <p:cNvSpPr/>
            <p:nvPr/>
          </p:nvSpPr>
          <p:spPr>
            <a:xfrm>
              <a:off x="7409545" y="2680988"/>
              <a:ext cx="921300" cy="921300"/>
            </a:xfrm>
            <a:prstGeom prst="rect">
              <a:avLst/>
            </a:prstGeom>
            <a:solidFill>
              <a:schemeClr val="lt1"/>
            </a:solidFill>
            <a:ln cap="flat" cmpd="sng" w="28575">
              <a:solidFill>
                <a:srgbClr val="00AD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rgbClr val="00ADBC"/>
                  </a:solidFill>
                  <a:latin typeface="Consolas"/>
                  <a:ea typeface="Consolas"/>
                  <a:cs typeface="Consolas"/>
                  <a:sym typeface="Consolas"/>
                </a:rPr>
                <a:t>60</a:t>
              </a:r>
              <a:endParaRPr b="1" sz="3200">
                <a:solidFill>
                  <a:srgbClr val="00ADBC"/>
                </a:solidFill>
                <a:latin typeface="Consolas"/>
                <a:ea typeface="Consolas"/>
                <a:cs typeface="Consolas"/>
                <a:sym typeface="Consolas"/>
              </a:endParaRPr>
            </a:p>
            <a:p>
              <a:pPr indent="0" lvl="0" marL="0" rtl="0" algn="ctr">
                <a:spcBef>
                  <a:spcPts val="0"/>
                </a:spcBef>
                <a:spcAft>
                  <a:spcPts val="0"/>
                </a:spcAft>
                <a:buNone/>
              </a:pPr>
              <a:r>
                <a:rPr lang="en" sz="1600">
                  <a:solidFill>
                    <a:schemeClr val="dk1"/>
                  </a:solidFill>
                  <a:latin typeface="Consolas"/>
                  <a:ea typeface="Consolas"/>
                  <a:cs typeface="Consolas"/>
                  <a:sym typeface="Consolas"/>
                </a:rPr>
                <a:t>5</a:t>
              </a:r>
              <a:endParaRPr sz="1600">
                <a:solidFill>
                  <a:schemeClr val="dk1"/>
                </a:solidFill>
                <a:latin typeface="Consolas"/>
                <a:ea typeface="Consolas"/>
                <a:cs typeface="Consolas"/>
                <a:sym typeface="Consolas"/>
              </a:endParaRPr>
            </a:p>
          </p:txBody>
        </p:sp>
      </p:grpSp>
      <p:grpSp>
        <p:nvGrpSpPr>
          <p:cNvPr id="1439" name="Google Shape;1439;p186"/>
          <p:cNvGrpSpPr/>
          <p:nvPr/>
        </p:nvGrpSpPr>
        <p:grpSpPr>
          <a:xfrm>
            <a:off x="6136925" y="2122613"/>
            <a:ext cx="828000" cy="1123671"/>
            <a:chOff x="4158000" y="2630100"/>
            <a:chExt cx="828000" cy="1123671"/>
          </a:xfrm>
        </p:grpSpPr>
        <p:cxnSp>
          <p:nvCxnSpPr>
            <p:cNvPr id="1440" name="Google Shape;1440;p186"/>
            <p:cNvCxnSpPr/>
            <p:nvPr/>
          </p:nvCxnSpPr>
          <p:spPr>
            <a:xfrm>
              <a:off x="4165822" y="2645871"/>
              <a:ext cx="804300" cy="1107900"/>
            </a:xfrm>
            <a:prstGeom prst="straightConnector1">
              <a:avLst/>
            </a:prstGeom>
            <a:noFill/>
            <a:ln cap="flat" cmpd="sng" w="76200">
              <a:solidFill>
                <a:srgbClr val="FF0000"/>
              </a:solidFill>
              <a:prstDash val="solid"/>
              <a:round/>
              <a:headEnd len="med" w="med" type="none"/>
              <a:tailEnd len="med" w="med" type="none"/>
            </a:ln>
          </p:spPr>
        </p:cxnSp>
        <p:cxnSp>
          <p:nvCxnSpPr>
            <p:cNvPr id="1441" name="Google Shape;1441;p186"/>
            <p:cNvCxnSpPr/>
            <p:nvPr/>
          </p:nvCxnSpPr>
          <p:spPr>
            <a:xfrm flipH="1">
              <a:off x="4158000" y="2630100"/>
              <a:ext cx="828000" cy="1116000"/>
            </a:xfrm>
            <a:prstGeom prst="straightConnector1">
              <a:avLst/>
            </a:prstGeom>
            <a:noFill/>
            <a:ln cap="flat" cmpd="sng" w="76200">
              <a:solidFill>
                <a:srgbClr val="FF0000"/>
              </a:solidFill>
              <a:prstDash val="solid"/>
              <a:round/>
              <a:headEnd len="med" w="med" type="none"/>
              <a:tailEnd len="med" w="med" type="none"/>
            </a:ln>
          </p:spPr>
        </p:cxnSp>
      </p:grpSp>
      <p:grpSp>
        <p:nvGrpSpPr>
          <p:cNvPr id="1442" name="Google Shape;1442;p186"/>
          <p:cNvGrpSpPr/>
          <p:nvPr/>
        </p:nvGrpSpPr>
        <p:grpSpPr>
          <a:xfrm>
            <a:off x="813163" y="2223800"/>
            <a:ext cx="3559860" cy="921300"/>
            <a:chOff x="1472788" y="2311375"/>
            <a:chExt cx="3559860" cy="921300"/>
          </a:xfrm>
        </p:grpSpPr>
        <p:sp>
          <p:nvSpPr>
            <p:cNvPr id="1443" name="Google Shape;1443;p186"/>
            <p:cNvSpPr/>
            <p:nvPr/>
          </p:nvSpPr>
          <p:spPr>
            <a:xfrm>
              <a:off x="1472788" y="2311375"/>
              <a:ext cx="921300" cy="921300"/>
            </a:xfrm>
            <a:prstGeom prst="rect">
              <a:avLst/>
            </a:prstGeom>
            <a:solidFill>
              <a:schemeClr val="lt1"/>
            </a:solid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rgbClr val="D9D9D9"/>
                  </a:solidFill>
                  <a:latin typeface="Consolas"/>
                  <a:ea typeface="Consolas"/>
                  <a:cs typeface="Consolas"/>
                  <a:sym typeface="Consolas"/>
                </a:rPr>
                <a:t>10</a:t>
              </a:r>
              <a:endParaRPr b="1" sz="3200">
                <a:solidFill>
                  <a:srgbClr val="D9D9D9"/>
                </a:solidFill>
                <a:latin typeface="Consolas"/>
                <a:ea typeface="Consolas"/>
                <a:cs typeface="Consolas"/>
                <a:sym typeface="Consolas"/>
              </a:endParaRPr>
            </a:p>
            <a:p>
              <a:pPr indent="0" lvl="0" marL="0" rtl="0" algn="ctr">
                <a:spcBef>
                  <a:spcPts val="0"/>
                </a:spcBef>
                <a:spcAft>
                  <a:spcPts val="0"/>
                </a:spcAft>
                <a:buNone/>
              </a:pPr>
              <a:r>
                <a:rPr lang="en" sz="1600">
                  <a:solidFill>
                    <a:srgbClr val="D9D9D9"/>
                  </a:solidFill>
                  <a:latin typeface="Consolas"/>
                  <a:ea typeface="Consolas"/>
                  <a:cs typeface="Consolas"/>
                  <a:sym typeface="Consolas"/>
                </a:rPr>
                <a:t>0</a:t>
              </a:r>
              <a:endParaRPr sz="1600">
                <a:solidFill>
                  <a:srgbClr val="D9D9D9"/>
                </a:solidFill>
                <a:latin typeface="Consolas"/>
                <a:ea typeface="Consolas"/>
                <a:cs typeface="Consolas"/>
                <a:sym typeface="Consolas"/>
              </a:endParaRPr>
            </a:p>
          </p:txBody>
        </p:sp>
        <p:sp>
          <p:nvSpPr>
            <p:cNvPr id="1444" name="Google Shape;1444;p186"/>
            <p:cNvSpPr/>
            <p:nvPr/>
          </p:nvSpPr>
          <p:spPr>
            <a:xfrm>
              <a:off x="2792067" y="2311375"/>
              <a:ext cx="921300" cy="921300"/>
            </a:xfrm>
            <a:prstGeom prst="rect">
              <a:avLst/>
            </a:prstGeom>
            <a:solidFill>
              <a:schemeClr val="lt1"/>
            </a:solid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rgbClr val="D9D9D9"/>
                  </a:solidFill>
                  <a:latin typeface="Consolas"/>
                  <a:ea typeface="Consolas"/>
                  <a:cs typeface="Consolas"/>
                  <a:sym typeface="Consolas"/>
                </a:rPr>
                <a:t>20</a:t>
              </a:r>
              <a:endParaRPr b="1" sz="3200">
                <a:solidFill>
                  <a:srgbClr val="D9D9D9"/>
                </a:solidFill>
                <a:latin typeface="Consolas"/>
                <a:ea typeface="Consolas"/>
                <a:cs typeface="Consolas"/>
                <a:sym typeface="Consolas"/>
              </a:endParaRPr>
            </a:p>
            <a:p>
              <a:pPr indent="0" lvl="0" marL="0" rtl="0" algn="ctr">
                <a:spcBef>
                  <a:spcPts val="0"/>
                </a:spcBef>
                <a:spcAft>
                  <a:spcPts val="0"/>
                </a:spcAft>
                <a:buNone/>
              </a:pPr>
              <a:r>
                <a:rPr lang="en" sz="1600">
                  <a:solidFill>
                    <a:srgbClr val="D9D9D9"/>
                  </a:solidFill>
                  <a:latin typeface="Consolas"/>
                  <a:ea typeface="Consolas"/>
                  <a:cs typeface="Consolas"/>
                  <a:sym typeface="Consolas"/>
                </a:rPr>
                <a:t>1</a:t>
              </a:r>
              <a:endParaRPr sz="1600">
                <a:solidFill>
                  <a:srgbClr val="D9D9D9"/>
                </a:solidFill>
                <a:latin typeface="Consolas"/>
                <a:ea typeface="Consolas"/>
                <a:cs typeface="Consolas"/>
                <a:sym typeface="Consolas"/>
              </a:endParaRPr>
            </a:p>
          </p:txBody>
        </p:sp>
        <p:sp>
          <p:nvSpPr>
            <p:cNvPr id="1445" name="Google Shape;1445;p186"/>
            <p:cNvSpPr/>
            <p:nvPr/>
          </p:nvSpPr>
          <p:spPr>
            <a:xfrm>
              <a:off x="4111348" y="2311375"/>
              <a:ext cx="921300" cy="921300"/>
            </a:xfrm>
            <a:prstGeom prst="rect">
              <a:avLst/>
            </a:prstGeom>
            <a:solidFill>
              <a:schemeClr val="lt1"/>
            </a:solid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rgbClr val="D9D9D9"/>
                  </a:solidFill>
                  <a:latin typeface="Consolas"/>
                  <a:ea typeface="Consolas"/>
                  <a:cs typeface="Consolas"/>
                  <a:sym typeface="Consolas"/>
                </a:rPr>
                <a:t>30</a:t>
              </a:r>
              <a:endParaRPr b="1" sz="3200">
                <a:solidFill>
                  <a:srgbClr val="D9D9D9"/>
                </a:solidFill>
                <a:latin typeface="Consolas"/>
                <a:ea typeface="Consolas"/>
                <a:cs typeface="Consolas"/>
                <a:sym typeface="Consolas"/>
              </a:endParaRPr>
            </a:p>
            <a:p>
              <a:pPr indent="0" lvl="0" marL="0" rtl="0" algn="ctr">
                <a:spcBef>
                  <a:spcPts val="0"/>
                </a:spcBef>
                <a:spcAft>
                  <a:spcPts val="0"/>
                </a:spcAft>
                <a:buNone/>
              </a:pPr>
              <a:r>
                <a:rPr lang="en" sz="1600">
                  <a:solidFill>
                    <a:srgbClr val="D9D9D9"/>
                  </a:solidFill>
                  <a:latin typeface="Consolas"/>
                  <a:ea typeface="Consolas"/>
                  <a:cs typeface="Consolas"/>
                  <a:sym typeface="Consolas"/>
                </a:rPr>
                <a:t>2</a:t>
              </a:r>
              <a:endParaRPr sz="1600">
                <a:solidFill>
                  <a:srgbClr val="D9D9D9"/>
                </a:solidFill>
                <a:latin typeface="Consolas"/>
                <a:ea typeface="Consolas"/>
                <a:cs typeface="Consolas"/>
                <a:sym typeface="Consolas"/>
              </a:endParaRPr>
            </a:p>
          </p:txBody>
        </p:sp>
      </p:grpSp>
      <p:sp>
        <p:nvSpPr>
          <p:cNvPr id="1446" name="Google Shape;1446;p186"/>
          <p:cNvSpPr txBox="1"/>
          <p:nvPr/>
        </p:nvSpPr>
        <p:spPr>
          <a:xfrm>
            <a:off x="4771000" y="3196400"/>
            <a:ext cx="921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rgbClr val="D70040"/>
                </a:solidFill>
                <a:latin typeface="Consolas"/>
                <a:ea typeface="Consolas"/>
                <a:cs typeface="Consolas"/>
                <a:sym typeface="Consolas"/>
              </a:rPr>
              <a:t>low</a:t>
            </a:r>
            <a:endParaRPr b="1" sz="2400">
              <a:solidFill>
                <a:srgbClr val="D70040"/>
              </a:solidFill>
              <a:latin typeface="Consolas"/>
              <a:ea typeface="Consolas"/>
              <a:cs typeface="Consolas"/>
              <a:sym typeface="Consolas"/>
            </a:endParaRPr>
          </a:p>
        </p:txBody>
      </p:sp>
      <p:sp>
        <p:nvSpPr>
          <p:cNvPr id="1447" name="Google Shape;1447;p186"/>
          <p:cNvSpPr txBox="1"/>
          <p:nvPr/>
        </p:nvSpPr>
        <p:spPr>
          <a:xfrm>
            <a:off x="6090275" y="3196400"/>
            <a:ext cx="921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rgbClr val="4CB944"/>
                </a:solidFill>
                <a:latin typeface="Consolas"/>
                <a:ea typeface="Consolas"/>
                <a:cs typeface="Consolas"/>
                <a:sym typeface="Consolas"/>
              </a:rPr>
              <a:t>mid</a:t>
            </a:r>
            <a:endParaRPr b="1" sz="2400">
              <a:solidFill>
                <a:srgbClr val="4CB944"/>
              </a:solidFill>
              <a:latin typeface="Consolas"/>
              <a:ea typeface="Consolas"/>
              <a:cs typeface="Consolas"/>
              <a:sym typeface="Consolas"/>
            </a:endParaRPr>
          </a:p>
        </p:txBody>
      </p:sp>
      <p:grpSp>
        <p:nvGrpSpPr>
          <p:cNvPr id="1448" name="Google Shape;1448;p186"/>
          <p:cNvGrpSpPr/>
          <p:nvPr/>
        </p:nvGrpSpPr>
        <p:grpSpPr>
          <a:xfrm>
            <a:off x="6090270" y="2223788"/>
            <a:ext cx="2240575" cy="921313"/>
            <a:chOff x="6090270" y="2680988"/>
            <a:chExt cx="2240575" cy="921313"/>
          </a:xfrm>
        </p:grpSpPr>
        <p:sp>
          <p:nvSpPr>
            <p:cNvPr id="1449" name="Google Shape;1449;p186"/>
            <p:cNvSpPr/>
            <p:nvPr/>
          </p:nvSpPr>
          <p:spPr>
            <a:xfrm>
              <a:off x="6090270" y="2681000"/>
              <a:ext cx="921300" cy="921300"/>
            </a:xfrm>
            <a:prstGeom prst="rect">
              <a:avLst/>
            </a:prstGeom>
            <a:solidFill>
              <a:schemeClr val="lt1"/>
            </a:solid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rgbClr val="D9D9D9"/>
                  </a:solidFill>
                  <a:latin typeface="Consolas"/>
                  <a:ea typeface="Consolas"/>
                  <a:cs typeface="Consolas"/>
                  <a:sym typeface="Consolas"/>
                </a:rPr>
                <a:t>50</a:t>
              </a:r>
              <a:endParaRPr b="1" sz="3200">
                <a:solidFill>
                  <a:srgbClr val="D9D9D9"/>
                </a:solidFill>
                <a:latin typeface="Consolas"/>
                <a:ea typeface="Consolas"/>
                <a:cs typeface="Consolas"/>
                <a:sym typeface="Consolas"/>
              </a:endParaRPr>
            </a:p>
            <a:p>
              <a:pPr indent="0" lvl="0" marL="0" rtl="0" algn="ctr">
                <a:spcBef>
                  <a:spcPts val="0"/>
                </a:spcBef>
                <a:spcAft>
                  <a:spcPts val="0"/>
                </a:spcAft>
                <a:buNone/>
              </a:pPr>
              <a:r>
                <a:rPr lang="en" sz="1600">
                  <a:solidFill>
                    <a:srgbClr val="D9D9D9"/>
                  </a:solidFill>
                  <a:latin typeface="Consolas"/>
                  <a:ea typeface="Consolas"/>
                  <a:cs typeface="Consolas"/>
                  <a:sym typeface="Consolas"/>
                </a:rPr>
                <a:t>4</a:t>
              </a:r>
              <a:endParaRPr sz="1600">
                <a:solidFill>
                  <a:srgbClr val="D9D9D9"/>
                </a:solidFill>
                <a:latin typeface="Consolas"/>
                <a:ea typeface="Consolas"/>
                <a:cs typeface="Consolas"/>
                <a:sym typeface="Consolas"/>
              </a:endParaRPr>
            </a:p>
          </p:txBody>
        </p:sp>
        <p:sp>
          <p:nvSpPr>
            <p:cNvPr id="1450" name="Google Shape;1450;p186"/>
            <p:cNvSpPr/>
            <p:nvPr/>
          </p:nvSpPr>
          <p:spPr>
            <a:xfrm>
              <a:off x="7409545" y="2680988"/>
              <a:ext cx="921300" cy="921300"/>
            </a:xfrm>
            <a:prstGeom prst="rect">
              <a:avLst/>
            </a:prstGeom>
            <a:solidFill>
              <a:schemeClr val="lt1"/>
            </a:solid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rgbClr val="D9D9D9"/>
                  </a:solidFill>
                  <a:latin typeface="Consolas"/>
                  <a:ea typeface="Consolas"/>
                  <a:cs typeface="Consolas"/>
                  <a:sym typeface="Consolas"/>
                </a:rPr>
                <a:t>60</a:t>
              </a:r>
              <a:endParaRPr b="1" sz="3200">
                <a:solidFill>
                  <a:srgbClr val="D9D9D9"/>
                </a:solidFill>
                <a:latin typeface="Consolas"/>
                <a:ea typeface="Consolas"/>
                <a:cs typeface="Consolas"/>
                <a:sym typeface="Consolas"/>
              </a:endParaRPr>
            </a:p>
            <a:p>
              <a:pPr indent="0" lvl="0" marL="0" rtl="0" algn="ctr">
                <a:spcBef>
                  <a:spcPts val="0"/>
                </a:spcBef>
                <a:spcAft>
                  <a:spcPts val="0"/>
                </a:spcAft>
                <a:buNone/>
              </a:pPr>
              <a:r>
                <a:rPr lang="en" sz="1600">
                  <a:solidFill>
                    <a:srgbClr val="D9D9D9"/>
                  </a:solidFill>
                  <a:latin typeface="Consolas"/>
                  <a:ea typeface="Consolas"/>
                  <a:cs typeface="Consolas"/>
                  <a:sym typeface="Consolas"/>
                </a:rPr>
                <a:t>5</a:t>
              </a:r>
              <a:endParaRPr sz="1600">
                <a:solidFill>
                  <a:srgbClr val="D9D9D9"/>
                </a:solidFill>
                <a:latin typeface="Consolas"/>
                <a:ea typeface="Consolas"/>
                <a:cs typeface="Consolas"/>
                <a:sym typeface="Consolas"/>
              </a:endParaRPr>
            </a:p>
          </p:txBody>
        </p:sp>
      </p:grpSp>
      <p:sp>
        <p:nvSpPr>
          <p:cNvPr id="1451" name="Google Shape;1451;p186"/>
          <p:cNvSpPr txBox="1"/>
          <p:nvPr/>
        </p:nvSpPr>
        <p:spPr>
          <a:xfrm>
            <a:off x="4771000" y="3196400"/>
            <a:ext cx="921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rgbClr val="4CB944"/>
                </a:solidFill>
                <a:latin typeface="Consolas"/>
                <a:ea typeface="Consolas"/>
                <a:cs typeface="Consolas"/>
                <a:sym typeface="Consolas"/>
              </a:rPr>
              <a:t>mid</a:t>
            </a:r>
            <a:endParaRPr b="1" sz="2400">
              <a:solidFill>
                <a:srgbClr val="4CB944"/>
              </a:solidFill>
              <a:latin typeface="Consolas"/>
              <a:ea typeface="Consolas"/>
              <a:cs typeface="Consolas"/>
              <a:sym typeface="Consolas"/>
            </a:endParaRPr>
          </a:p>
        </p:txBody>
      </p:sp>
      <p:sp>
        <p:nvSpPr>
          <p:cNvPr id="1452" name="Google Shape;1452;p186"/>
          <p:cNvSpPr/>
          <p:nvPr/>
        </p:nvSpPr>
        <p:spPr>
          <a:xfrm>
            <a:off x="4669750" y="2122550"/>
            <a:ext cx="1123800" cy="1123800"/>
          </a:xfrm>
          <a:prstGeom prst="rect">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186"/>
          <p:cNvSpPr txBox="1"/>
          <p:nvPr/>
        </p:nvSpPr>
        <p:spPr>
          <a:xfrm>
            <a:off x="1005840" y="0"/>
            <a:ext cx="45720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Poppins"/>
                <a:ea typeface="Poppins"/>
                <a:cs typeface="Poppins"/>
                <a:sym typeface="Poppins"/>
              </a:rPr>
              <a:t>Binary Search</a:t>
            </a:r>
            <a:r>
              <a:rPr lang="en">
                <a:solidFill>
                  <a:srgbClr val="FFFFFF"/>
                </a:solidFill>
                <a:latin typeface="Poppins"/>
                <a:ea typeface="Poppins"/>
                <a:cs typeface="Poppins"/>
                <a:sym typeface="Poppins"/>
              </a:rPr>
              <a:t> - Activity</a:t>
            </a:r>
            <a:endParaRPr>
              <a:solidFill>
                <a:srgbClr val="FFFFFF"/>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2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3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4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2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3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3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2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3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3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4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4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3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4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 name="Shape 1457"/>
        <p:cNvGrpSpPr/>
        <p:nvPr/>
      </p:nvGrpSpPr>
      <p:grpSpPr>
        <a:xfrm>
          <a:off x="0" y="0"/>
          <a:ext cx="0" cy="0"/>
          <a:chOff x="0" y="0"/>
          <a:chExt cx="0" cy="0"/>
        </a:xfrm>
      </p:grpSpPr>
      <p:sp>
        <p:nvSpPr>
          <p:cNvPr id="1458" name="Google Shape;1458;p187"/>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1459" name="Google Shape;1459;p187"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188"/>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1465" name="Google Shape;1465;p188"/>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 minutes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 name="Shape 1469"/>
        <p:cNvGrpSpPr/>
        <p:nvPr/>
      </p:nvGrpSpPr>
      <p:grpSpPr>
        <a:xfrm>
          <a:off x="0" y="0"/>
          <a:ext cx="0" cy="0"/>
          <a:chOff x="0" y="0"/>
          <a:chExt cx="0" cy="0"/>
        </a:xfrm>
      </p:grpSpPr>
      <p:sp>
        <p:nvSpPr>
          <p:cNvPr id="1470" name="Google Shape;1470;p189"/>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60 minutes</a:t>
            </a:r>
            <a:endParaRPr/>
          </a:p>
        </p:txBody>
      </p:sp>
      <p:sp>
        <p:nvSpPr>
          <p:cNvPr id="1471" name="Google Shape;1471;p18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2" name="Google Shape;1472;p189"/>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6" name="Shape 1476"/>
        <p:cNvGrpSpPr/>
        <p:nvPr/>
      </p:nvGrpSpPr>
      <p:grpSpPr>
        <a:xfrm>
          <a:off x="0" y="0"/>
          <a:ext cx="0" cy="0"/>
          <a:chOff x="0" y="0"/>
          <a:chExt cx="0" cy="0"/>
        </a:xfrm>
      </p:grpSpPr>
      <p:sp>
        <p:nvSpPr>
          <p:cNvPr id="1477" name="Google Shape;1477;p190"/>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1478" name="Google Shape;1478;p190"/>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19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7" name="Shape 1487"/>
        <p:cNvGrpSpPr/>
        <p:nvPr/>
      </p:nvGrpSpPr>
      <p:grpSpPr>
        <a:xfrm>
          <a:off x="0" y="0"/>
          <a:ext cx="0" cy="0"/>
          <a:chOff x="0" y="0"/>
          <a:chExt cx="0" cy="0"/>
        </a:xfrm>
      </p:grpSpPr>
      <p:sp>
        <p:nvSpPr>
          <p:cNvPr id="1488" name="Google Shape;1488;p19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89" name="Google Shape;1489;p192"/>
          <p:cNvSpPr txBox="1"/>
          <p:nvPr/>
        </p:nvSpPr>
        <p:spPr>
          <a:xfrm>
            <a:off x="1048400" y="1031050"/>
            <a:ext cx="4693200" cy="1662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800">
                <a:solidFill>
                  <a:schemeClr val="dk1"/>
                </a:solidFill>
                <a:latin typeface="Poppins"/>
                <a:ea typeface="Poppins"/>
                <a:cs typeface="Poppins"/>
                <a:sym typeface="Poppins"/>
              </a:rPr>
              <a:t>Session Survey Time!</a:t>
            </a:r>
            <a:endParaRPr b="1" sz="4800">
              <a:solidFill>
                <a:schemeClr val="dk1"/>
              </a:solidFill>
              <a:latin typeface="Poppins"/>
              <a:ea typeface="Poppins"/>
              <a:cs typeface="Poppins"/>
              <a:sym typeface="Poppins"/>
            </a:endParaRPr>
          </a:p>
        </p:txBody>
      </p:sp>
      <p:pic>
        <p:nvPicPr>
          <p:cNvPr id="1490" name="Google Shape;1490;p192"/>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3 Minute Timer Relaxing Music Lofi Sky Background&#10;&#10;&#10;&#10;&#10;&#10;&#10;&#10;&#10;Tags&#10;1 minute&#10;1 minute countdown&#10;1 minute lo-fi hiphop timer&#10;1 minute timer&#10;countdown&#10;lo-fi music&#10;lofi study song&#10;study music&#10;study timer&#10;time&#10;timer&#10;working music&#10;1 minute timer with music&#10;1 minute clock&#10;lofi hiphop&#10;relaxing timers&#10;relaxing music&#10;relaxing lofi timer&#10;nature timer&#10;meditation&#10;meditation music&#10;relaxing sleep music&#10;school timer&#10;sleep timer&#10;chill timer&#10;chill music&#10;lofi timer&#10;lofi hiphop timer&#10;lofi hip hop" id="1491" name="Google Shape;1491;p192" title="3 Minute Timer Relaxing Music Lofi Sky Background">
            <a:hlinkClick r:id="rId4"/>
          </p:cNvPr>
          <p:cNvPicPr preferRelativeResize="0"/>
          <p:nvPr/>
        </p:nvPicPr>
        <p:blipFill>
          <a:blip r:embed="rId5">
            <a:alphaModFix/>
          </a:blip>
          <a:stretch>
            <a:fillRect/>
          </a:stretch>
        </p:blipFill>
        <p:spPr>
          <a:xfrm>
            <a:off x="3437925" y="3125450"/>
            <a:ext cx="2268150" cy="127584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193"/>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1497" name="Google Shape;1497;p19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98" name="Google Shape;1498;p19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Take the weekly HackerRank assessment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p:txBody>
      </p:sp>
      <p:pic>
        <p:nvPicPr>
          <p:cNvPr id="1499" name="Google Shape;1499;p193"/>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