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804" r:id="rId5"/>
    <p:sldMasterId id="2147483805" r:id="rId6"/>
    <p:sldMasterId id="2147483806" r:id="rId7"/>
    <p:sldMasterId id="2147483807" r:id="rId8"/>
    <p:sldMasterId id="2147483808" r:id="rId9"/>
    <p:sldMasterId id="2147483809"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Lst>
  <p:sldSz cy="5143500" cx="9144000"/>
  <p:notesSz cx="6858000" cy="9144000"/>
  <p:embeddedFontLst>
    <p:embeddedFont>
      <p:font typeface="Space Mono"/>
      <p:regular r:id="rId36"/>
      <p:bold r:id="rId37"/>
      <p:italic r:id="rId38"/>
      <p:boldItalic r:id="rId39"/>
    </p:embeddedFont>
    <p:embeddedFont>
      <p:font typeface="Proxima Nova"/>
      <p:regular r:id="rId40"/>
      <p:bold r:id="rId41"/>
      <p:italic r:id="rId42"/>
      <p:boldItalic r:id="rId43"/>
    </p:embeddedFont>
    <p:embeddedFont>
      <p:font typeface="Poppins"/>
      <p:regular r:id="rId44"/>
      <p:bold r:id="rId45"/>
      <p:italic r:id="rId46"/>
      <p:boldItalic r:id="rId47"/>
    </p:embeddedFont>
    <p:embeddedFont>
      <p:font typeface="Poppins Light"/>
      <p:regular r:id="rId48"/>
      <p:bold r:id="rId49"/>
      <p:italic r:id="rId50"/>
      <p:boldItalic r:id="rId51"/>
    </p:embeddedFont>
    <p:embeddedFont>
      <p:font typeface="Poppins Medium"/>
      <p:regular r:id="rId52"/>
      <p:bold r:id="rId53"/>
      <p:italic r:id="rId54"/>
      <p:boldItalic r:id="rId55"/>
    </p:embeddedFont>
    <p:embeddedFont>
      <p:font typeface="Helvetica Neue"/>
      <p:regular r:id="rId56"/>
      <p:bold r:id="rId57"/>
      <p:italic r:id="rId58"/>
      <p:boldItalic r:id="rId59"/>
    </p:embeddedFont>
    <p:embeddedFont>
      <p:font typeface="Roboto Mono"/>
      <p:regular r:id="rId60"/>
      <p:bold r:id="rId61"/>
      <p:italic r:id="rId62"/>
      <p:boldItalic r:id="rId63"/>
    </p:embeddedFont>
    <p:embeddedFont>
      <p:font typeface="Helvetica Neue Light"/>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576">
          <p15:clr>
            <a:srgbClr val="9AA0A6"/>
          </p15:clr>
        </p15:guide>
        <p15:guide id="4" pos="1152">
          <p15:clr>
            <a:srgbClr val="9AA0A6"/>
          </p15:clr>
        </p15:guide>
        <p15:guide id="5" pos="1728">
          <p15:clr>
            <a:srgbClr val="9AA0A6"/>
          </p15:clr>
        </p15:guide>
        <p15:guide id="6" pos="2304">
          <p15:clr>
            <a:srgbClr val="9AA0A6"/>
          </p15:clr>
        </p15:guide>
        <p15:guide id="7" pos="3456">
          <p15:clr>
            <a:srgbClr val="9AA0A6"/>
          </p15:clr>
        </p15:guide>
        <p15:guide id="8" pos="4032">
          <p15:clr>
            <a:srgbClr val="9AA0A6"/>
          </p15:clr>
        </p15:guide>
        <p15:guide id="9" pos="4608">
          <p15:clr>
            <a:srgbClr val="9AA0A6"/>
          </p15:clr>
        </p15:guide>
        <p15:guide id="10" pos="5184">
          <p15:clr>
            <a:srgbClr val="9AA0A6"/>
          </p15:clr>
        </p15:guide>
        <p15:guide id="11" orient="horz" pos="468">
          <p15:clr>
            <a:srgbClr val="9AA0A6"/>
          </p15:clr>
        </p15:guide>
        <p15:guide id="12" orient="horz" pos="1044">
          <p15:clr>
            <a:srgbClr val="9AA0A6"/>
          </p15:clr>
        </p15:guide>
        <p15:guide id="13" orient="horz" pos="2772">
          <p15:clr>
            <a:srgbClr val="9AA0A6"/>
          </p15:clr>
        </p15:guide>
        <p15:guide id="14" orient="horz" pos="219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3D070DB-B12F-40E9-819C-9C5E2D12455D}">
  <a:tblStyle styleId="{83D070DB-B12F-40E9-819C-9C5E2D12455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576"/>
        <p:guide pos="1152"/>
        <p:guide pos="1728"/>
        <p:guide pos="2304"/>
        <p:guide pos="3456"/>
        <p:guide pos="4032"/>
        <p:guide pos="4608"/>
        <p:guide pos="5184"/>
        <p:guide pos="468" orient="horz"/>
        <p:guide pos="1044" orient="horz"/>
        <p:guide pos="2772" orient="horz"/>
        <p:guide pos="219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regular.fntdata"/><Relationship Id="rId42" Type="http://schemas.openxmlformats.org/officeDocument/2006/relationships/font" Target="fonts/ProximaNova-italic.fntdata"/><Relationship Id="rId41" Type="http://schemas.openxmlformats.org/officeDocument/2006/relationships/font" Target="fonts/ProximaNova-bold.fntdata"/><Relationship Id="rId44" Type="http://schemas.openxmlformats.org/officeDocument/2006/relationships/font" Target="fonts/Poppins-regular.fntdata"/><Relationship Id="rId43" Type="http://schemas.openxmlformats.org/officeDocument/2006/relationships/font" Target="fonts/ProximaNova-boldItalic.fntdata"/><Relationship Id="rId46" Type="http://schemas.openxmlformats.org/officeDocument/2006/relationships/font" Target="fonts/Poppins-italic.fntdata"/><Relationship Id="rId45" Type="http://schemas.openxmlformats.org/officeDocument/2006/relationships/font" Target="fonts/Poppi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font" Target="fonts/PoppinsLight-regular.fntdata"/><Relationship Id="rId47" Type="http://schemas.openxmlformats.org/officeDocument/2006/relationships/font" Target="fonts/Poppins-boldItalic.fntdata"/><Relationship Id="rId49" Type="http://schemas.openxmlformats.org/officeDocument/2006/relationships/font" Target="fonts/PoppinsLight-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0.xml"/><Relationship Id="rId30" Type="http://schemas.openxmlformats.org/officeDocument/2006/relationships/slide" Target="slides/slide19.xml"/><Relationship Id="rId33" Type="http://schemas.openxmlformats.org/officeDocument/2006/relationships/slide" Target="slides/slide22.xml"/><Relationship Id="rId32" Type="http://schemas.openxmlformats.org/officeDocument/2006/relationships/slide" Target="slides/slide21.xml"/><Relationship Id="rId35" Type="http://schemas.openxmlformats.org/officeDocument/2006/relationships/slide" Target="slides/slide24.xml"/><Relationship Id="rId34" Type="http://schemas.openxmlformats.org/officeDocument/2006/relationships/slide" Target="slides/slide23.xml"/><Relationship Id="rId37" Type="http://schemas.openxmlformats.org/officeDocument/2006/relationships/font" Target="fonts/SpaceMono-bold.fntdata"/><Relationship Id="rId36" Type="http://schemas.openxmlformats.org/officeDocument/2006/relationships/font" Target="fonts/SpaceMono-regular.fntdata"/><Relationship Id="rId39" Type="http://schemas.openxmlformats.org/officeDocument/2006/relationships/font" Target="fonts/SpaceMono-boldItalic.fntdata"/><Relationship Id="rId38" Type="http://schemas.openxmlformats.org/officeDocument/2006/relationships/font" Target="fonts/SpaceMono-italic.fntdata"/><Relationship Id="rId62" Type="http://schemas.openxmlformats.org/officeDocument/2006/relationships/font" Target="fonts/RobotoMono-italic.fntdata"/><Relationship Id="rId61" Type="http://schemas.openxmlformats.org/officeDocument/2006/relationships/font" Target="fonts/RobotoMono-bold.fntdata"/><Relationship Id="rId20" Type="http://schemas.openxmlformats.org/officeDocument/2006/relationships/slide" Target="slides/slide9.xml"/><Relationship Id="rId64" Type="http://schemas.openxmlformats.org/officeDocument/2006/relationships/font" Target="fonts/HelveticaNeueLight-regular.fntdata"/><Relationship Id="rId63" Type="http://schemas.openxmlformats.org/officeDocument/2006/relationships/font" Target="fonts/RobotoMono-boldItalic.fntdata"/><Relationship Id="rId22" Type="http://schemas.openxmlformats.org/officeDocument/2006/relationships/slide" Target="slides/slide11.xml"/><Relationship Id="rId66" Type="http://schemas.openxmlformats.org/officeDocument/2006/relationships/font" Target="fonts/HelveticaNeueLight-italic.fntdata"/><Relationship Id="rId21" Type="http://schemas.openxmlformats.org/officeDocument/2006/relationships/slide" Target="slides/slide10.xml"/><Relationship Id="rId65" Type="http://schemas.openxmlformats.org/officeDocument/2006/relationships/font" Target="fonts/HelveticaNeueLight-bold.fntdata"/><Relationship Id="rId24" Type="http://schemas.openxmlformats.org/officeDocument/2006/relationships/slide" Target="slides/slide13.xml"/><Relationship Id="rId23" Type="http://schemas.openxmlformats.org/officeDocument/2006/relationships/slide" Target="slides/slide12.xml"/><Relationship Id="rId67" Type="http://schemas.openxmlformats.org/officeDocument/2006/relationships/font" Target="fonts/HelveticaNeueLight-boldItalic.fntdata"/><Relationship Id="rId60" Type="http://schemas.openxmlformats.org/officeDocument/2006/relationships/font" Target="fonts/RobotoMono-regular.fntdata"/><Relationship Id="rId26" Type="http://schemas.openxmlformats.org/officeDocument/2006/relationships/slide" Target="slides/slide15.xml"/><Relationship Id="rId25" Type="http://schemas.openxmlformats.org/officeDocument/2006/relationships/slide" Target="slides/slide14.xml"/><Relationship Id="rId28" Type="http://schemas.openxmlformats.org/officeDocument/2006/relationships/slide" Target="slides/slide17.xml"/><Relationship Id="rId27" Type="http://schemas.openxmlformats.org/officeDocument/2006/relationships/slide" Target="slides/slide16.xml"/><Relationship Id="rId29" Type="http://schemas.openxmlformats.org/officeDocument/2006/relationships/slide" Target="slides/slide18.xml"/><Relationship Id="rId51" Type="http://schemas.openxmlformats.org/officeDocument/2006/relationships/font" Target="fonts/PoppinsLight-boldItalic.fntdata"/><Relationship Id="rId50" Type="http://schemas.openxmlformats.org/officeDocument/2006/relationships/font" Target="fonts/PoppinsLight-italic.fntdata"/><Relationship Id="rId53" Type="http://schemas.openxmlformats.org/officeDocument/2006/relationships/font" Target="fonts/PoppinsMedium-bold.fntdata"/><Relationship Id="rId52" Type="http://schemas.openxmlformats.org/officeDocument/2006/relationships/font" Target="fonts/PoppinsMedium-regular.fntdata"/><Relationship Id="rId11" Type="http://schemas.openxmlformats.org/officeDocument/2006/relationships/notesMaster" Target="notesMasters/notesMaster1.xml"/><Relationship Id="rId55" Type="http://schemas.openxmlformats.org/officeDocument/2006/relationships/font" Target="fonts/PoppinsMedium-boldItalic.fntdata"/><Relationship Id="rId10" Type="http://schemas.openxmlformats.org/officeDocument/2006/relationships/slideMaster" Target="slideMasters/slideMaster6.xml"/><Relationship Id="rId54" Type="http://schemas.openxmlformats.org/officeDocument/2006/relationships/font" Target="fonts/PoppinsMedium-italic.fntdata"/><Relationship Id="rId13" Type="http://schemas.openxmlformats.org/officeDocument/2006/relationships/slide" Target="slides/slide2.xml"/><Relationship Id="rId57" Type="http://schemas.openxmlformats.org/officeDocument/2006/relationships/font" Target="fonts/HelveticaNeue-bold.fntdata"/><Relationship Id="rId12" Type="http://schemas.openxmlformats.org/officeDocument/2006/relationships/slide" Target="slides/slide1.xml"/><Relationship Id="rId56" Type="http://schemas.openxmlformats.org/officeDocument/2006/relationships/font" Target="fonts/HelveticaNeue-regular.fntdata"/><Relationship Id="rId15" Type="http://schemas.openxmlformats.org/officeDocument/2006/relationships/slide" Target="slides/slide4.xml"/><Relationship Id="rId59" Type="http://schemas.openxmlformats.org/officeDocument/2006/relationships/font" Target="fonts/HelveticaNeue-boldItalic.fntdata"/><Relationship Id="rId14" Type="http://schemas.openxmlformats.org/officeDocument/2006/relationships/slide" Target="slides/slide3.xml"/><Relationship Id="rId58" Type="http://schemas.openxmlformats.org/officeDocument/2006/relationships/font" Target="fonts/HelveticaNeue-italic.fntdata"/><Relationship Id="rId17" Type="http://schemas.openxmlformats.org/officeDocument/2006/relationships/slide" Target="slides/slide6.xml"/><Relationship Id="rId16" Type="http://schemas.openxmlformats.org/officeDocument/2006/relationships/slide" Target="slides/slide5.xml"/><Relationship Id="rId19" Type="http://schemas.openxmlformats.org/officeDocument/2006/relationships/slide" Target="slides/slide8.xml"/><Relationship Id="rId1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g3220564810f_0_20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8" name="Google Shape;1218;g3220564810f_0_20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Welcome students and set expectations for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Greet students warmly and review key takeaways from the previous session.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Set an energetic tone for the day’s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Welcome back to TIP101 Week 1, Session 2! Last session, we explored basic Python concepts and started working on problem-solving strategies. Today, we’ll build on that with the UMPIRE strategy and collaborative problem-solving.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"What’s one thing you remember from last session?" Acknowledge responses to encourage participation.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3220564810f_0_20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4" name="Google Shape;1224;g3220564810f_0_20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Provide a clear outline of the session's activities.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Review the agenda and ensure students know what to expect.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Here’s today’s plan: We’ll start by diving into the UMPIRE strategy, take a short break, and then practice collaborative problem-solving.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Pause and ask if anyone has questions or needs clarification about the agenda.</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3220564810f_0_20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0" name="Google Shape;1230;g3220564810f_0_20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SLIDES_API342746251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6" name="Google Shape;1236;SLIDES_API342746251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Encourage visual engagement to foster connection during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enable their cameras and submit the entry ticket.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kick off our session by turning on our cameras!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Also, don’t forget to fill out the entry ticket to help us organize breakout rooms later.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Use humor or compliments: "Let’s see those smiles!"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and thank students who turn on their cameras.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g3e73d28f5b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5" name="Google Shape;1245;g3e73d28f5b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g3e87bfde0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2" name="Google Shape;1252;g3e87bfde0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Share feedback from the previous session and highlight areas of success and improvement.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feedback from the previous session's survey and present key takeaways.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From your feedback, it seems many of you enjoyed [highlighted aspect]. One suggestion was [area for improvement]. We’ll work on that today.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"Does anyone have additional feedback or suggestions?"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SLIDES_API34274625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9" name="Google Shape;1259;SLIDES_API34274625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purpose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g322357d7e32_0_6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8" name="Google Shape;1268;g322357d7e32_0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Prepare students for the breakout room process.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Explain how breakout rooms are assigned and ensure everyone understands.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We’ll use your entry tickets to assign breakout rooms based on your unit. Once your room is assigned, you’ll navigate there for collaborative problem-solving.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Answer questions about breakout rooms and provide troubleshooting tips.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3225bd42f2b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6" name="Google Shape;1276;g3225bd42f2b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g3225bd42f2b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2" name="Google Shape;1282;g3225bd42f2b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Introduce the UMPIRE problem-solving framework.</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Define the UMPIRE strategy and explain how it structures technical problem-solving.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UMPIRE stands for Understand, Match, Plan, Implement, Review, and Evaluate. It’s a step-by-step guide to approaching coding problems methodically.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"Which of these steps do you think will be the most challenging for you?"</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g3225bd42f2b_0_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9" name="Google Shape;1299;g3225bd42f2b_0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Narrow the focus to the first three UMPIRE steps.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Highlight the importance of the Understand, Plan, and Implement steps.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For now, we’ll focus on UPI: Understand, Plan, and Implement. Mastering these sets a strong foundation for solving problems.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g3225bd42f2b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6" name="Google Shape;1316;g3225bd42f2b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Teach students how to break down and fully comprehend the problem statement.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Guide students through asking clarifying questions and identifying sample inputs and outputs.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them to explore edge cases and constraints.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first step in solving any problem is to truly understand it. This means breaking it down into smaller parts and asking clarifying questions. For example, if the problem involves a list, you might ask: 'Can the list be empty?' or 'What happens if all the elements are the same?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Next, generate basic examples and edge cases. For instance, if the input is </a:t>
            </a:r>
            <a:r>
              <a:rPr lang="en">
                <a:solidFill>
                  <a:srgbClr val="188038"/>
                </a:solidFill>
                <a:latin typeface="Roboto Mono"/>
                <a:ea typeface="Roboto Mono"/>
                <a:cs typeface="Roboto Mono"/>
                <a:sym typeface="Roboto Mono"/>
              </a:rPr>
              <a:t>[1, 2, 3]</a:t>
            </a:r>
            <a:r>
              <a:rPr lang="en">
                <a:solidFill>
                  <a:schemeClr val="dk1"/>
                </a:solidFill>
              </a:rPr>
              <a:t>, what output should we expect? What about an empty list or one with negative numbers?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Finally, think about tradeoffs. Should our solution prioritize memory efficiency, speed, or simplicity?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"Can someone share an edge case they’ve encountered in past coding problems?"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3225bd42f2b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8" name="Google Shape;1328;g3225bd42f2b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Help students organize their thoughts and create a clear roadmap before coding.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Demonstrate how to outline a solution using step-by-step instructions in plain language.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Highlight the importance of simplicity and clarity in the plan.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 good plan is like a map that guides your coding process. Start by describing your approach in one or two sentences. For instance, if we’re filtering numbers from a list, the plan might be: 'Loop through the list, check each element, and add valid elements to a new list.'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Break this down further into smaller, manageable steps. For example: Step 1, initialize an empty list. Step 2, iterate through the original list. Step 3, append elements greater than the threshold to the new list.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Remember, if your plan seems difficult to implement, it’s a sign you need to refine it.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"If we were planning a solution to reverse a string, what steps would you include?"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share their steps and discuss the clarity of their approaches.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g3225bd42f2b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0" name="Google Shape;1340;g3225bd42f2b_0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Guide students in translating a clear plan into Python code.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Show how to implement the outlined plan while encouraging debugging and iteration.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Normalize challenges by discussing common mistakes.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Now it’s time to bring our plan to life. Start coding step by step. If you encounter difficulties, revisit your plan—it might need adjustment.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It’s okay to look up syntax or refer to cheat sheets. Debugging and fixing errors are integral parts of programming. For example, if our code isn’t appending to the list as expected, we might add a print statement to see what’s happening in each iteration.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Writing clean, efficient code that aligns with your plan will make debugging and reviewing much easier.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"What’s one way you debug your code when something goes wrong?"</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g3225bd42f2b_0_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2" name="Google Shape;1352;g3225bd42f2b_0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Demonstrate problem-solving using UPI while normalizing challenges.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Solve the given problem live using UPI. Highlight mistakes and demonstrate troubleshooting strategies.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solve a problem together using UPI. First, we’ll understand the problem by clarifying inputs and outputs. Then, we’ll plan and finally implement our solution.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g322357d7e32_0_3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9" name="Google Shape;1359;g322357d7e32_0_3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Demonstrate solving a problem using the UMPIRE strategy, with an emphasis on planning, implementation, and debugging.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the given problem to showcase the UMPIRE strategy, specifically focusing on Understand, Plan, and Implement.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Normalize mistakes by intentionally making errors and demonstrating debugging techniques.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Engage students by prompting them for input and encouraging critical thinking.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Understand:</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"Let’s start with the first step of UMPIRE—Understand. The problem asks us to write a function </a:t>
            </a:r>
            <a:r>
              <a:rPr lang="en">
                <a:solidFill>
                  <a:srgbClr val="188038"/>
                </a:solidFill>
                <a:latin typeface="Roboto Mono"/>
                <a:ea typeface="Roboto Mono"/>
                <a:cs typeface="Roboto Mono"/>
                <a:sym typeface="Roboto Mono"/>
              </a:rPr>
              <a:t>above_threshold()</a:t>
            </a:r>
            <a:r>
              <a:rPr lang="en">
                <a:solidFill>
                  <a:schemeClr val="dk1"/>
                </a:solidFill>
              </a:rPr>
              <a:t> that takes a list of integers and a threshold. It should return a new list containing only the numbers greater than the threshold."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"What’s the input? A list of integers and an integer threshold. What’s the output? A new list with integers greater than the threshold."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"Let’s consider some edge cases. For instance, what happens if the list is empty? Or if all numbers are below the threshold? These are questions we should clarify."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Ask Students:</a:t>
            </a:r>
            <a:r>
              <a:rPr lang="en">
                <a:solidFill>
                  <a:schemeClr val="dk1"/>
                </a:solidFill>
              </a:rPr>
              <a:t> "Can someone suggest another edge case we should consider?"</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Plan:</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"Now that we understand the problem, let’s move to Plan. Here’s what we’ll do:</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Initialize an empty list.</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Loop through each number in the input list.</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Check if the number is greater than the threshold.</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If it is, append it to the new list.</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Finally, return the new list."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Ask Students:</a:t>
            </a:r>
            <a:r>
              <a:rPr lang="en">
                <a:solidFill>
                  <a:schemeClr val="dk1"/>
                </a:solidFill>
              </a:rPr>
              <a:t> "Does this plan make sense? Is there anything we might have missed?"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Write the pseudocode on the shared screen or whiteboard to make the plan visible.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Implement:</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"Now let’s translate our plan into Python code. I’ll start with the function definition and follow each step of our plan."</a:t>
            </a:r>
            <a:endParaRPr>
              <a:solidFill>
                <a:schemeClr val="dk1"/>
              </a:solidFill>
            </a:endParaRPr>
          </a:p>
          <a:p>
            <a:pPr indent="0" lvl="0" marL="0" rtl="0" algn="l">
              <a:spcBef>
                <a:spcPts val="1200"/>
              </a:spcBef>
              <a:spcAft>
                <a:spcPts val="0"/>
              </a:spcAft>
              <a:buNone/>
            </a:pPr>
            <a:r>
              <a:rPr lang="en">
                <a:solidFill>
                  <a:schemeClr val="dk1"/>
                </a:solidFill>
              </a:rPr>
              <a:t>Begin coding, explaining each line as you write. For example:</a:t>
            </a:r>
            <a:br>
              <a:rPr lang="en">
                <a:solidFill>
                  <a:schemeClr val="dk1"/>
                </a:solidFill>
              </a:rPr>
            </a:br>
            <a:r>
              <a:rPr lang="en">
                <a:solidFill>
                  <a:schemeClr val="dk1"/>
                </a:solidFill>
                <a:latin typeface="Consolas"/>
                <a:ea typeface="Consolas"/>
                <a:cs typeface="Consolas"/>
                <a:sym typeface="Consolas"/>
              </a:rPr>
              <a:t> def above_threshold(lst, threshold):</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result = []  # Step 1</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for num in lst:  # Step 2</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if num &gt; threshold:  # Step 3</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result.append(num)  # Step 4</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return result  # Step 5</a:t>
            </a:r>
            <a:endParaRPr>
              <a:solidFill>
                <a:schemeClr val="dk1"/>
              </a:solidFill>
            </a:endParaRPr>
          </a:p>
          <a:p>
            <a:pPr indent="-298450" lvl="1" marL="914400" rtl="0" algn="l">
              <a:lnSpc>
                <a:spcPct val="115000"/>
              </a:lnSpc>
              <a:spcBef>
                <a:spcPts val="1200"/>
              </a:spcBef>
              <a:spcAft>
                <a:spcPts val="0"/>
              </a:spcAft>
              <a:buClr>
                <a:schemeClr val="dk1"/>
              </a:buClr>
              <a:buSzPts val="1100"/>
              <a:buChar char="○"/>
            </a:pPr>
            <a:r>
              <a:rPr b="1" lang="en">
                <a:solidFill>
                  <a:schemeClr val="dk1"/>
                </a:solidFill>
              </a:rPr>
              <a:t>Normalize Mistakes:</a:t>
            </a:r>
            <a:r>
              <a:rPr lang="en">
                <a:solidFill>
                  <a:schemeClr val="dk1"/>
                </a:solidFill>
              </a:rPr>
              <a:t> Intentionally add an error, such as a typo in the variable name (</a:t>
            </a:r>
            <a:r>
              <a:rPr lang="en">
                <a:solidFill>
                  <a:srgbClr val="188038"/>
                </a:solidFill>
                <a:latin typeface="Roboto Mono"/>
                <a:ea typeface="Roboto Mono"/>
                <a:cs typeface="Roboto Mono"/>
                <a:sym typeface="Roboto Mono"/>
              </a:rPr>
              <a:t>result.append</a:t>
            </a:r>
            <a:r>
              <a:rPr lang="en">
                <a:solidFill>
                  <a:schemeClr val="dk1"/>
                </a:solidFill>
              </a:rPr>
              <a:t> misspelled as </a:t>
            </a:r>
            <a:r>
              <a:rPr lang="en">
                <a:solidFill>
                  <a:srgbClr val="188038"/>
                </a:solidFill>
                <a:latin typeface="Roboto Mono"/>
                <a:ea typeface="Roboto Mono"/>
                <a:cs typeface="Roboto Mono"/>
                <a:sym typeface="Roboto Mono"/>
              </a:rPr>
              <a:t>results.append</a:t>
            </a:r>
            <a:r>
              <a:rPr lang="en">
                <a:solidFill>
                  <a:schemeClr val="dk1"/>
                </a:solidFill>
              </a:rPr>
              <a:t>).</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Debug by running the function with a test case.</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"Oops, it looks like we’ve got a NameError. Let’s double-check the variable names in our code."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Ask Students:</a:t>
            </a:r>
            <a:r>
              <a:rPr lang="en">
                <a:solidFill>
                  <a:schemeClr val="dk1"/>
                </a:solidFill>
              </a:rPr>
              <a:t> "What do you think caused this error? How should we fix it?"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Test the Solution:</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"Let’s test our function with some cases. For example, if the input is </a:t>
            </a:r>
            <a:r>
              <a:rPr lang="en">
                <a:solidFill>
                  <a:srgbClr val="188038"/>
                </a:solidFill>
                <a:latin typeface="Roboto Mono"/>
                <a:ea typeface="Roboto Mono"/>
                <a:cs typeface="Roboto Mono"/>
                <a:sym typeface="Roboto Mono"/>
              </a:rPr>
              <a:t>[8, 2, 13, 11, 4, 10, 14]</a:t>
            </a:r>
            <a:r>
              <a:rPr lang="en">
                <a:solidFill>
                  <a:schemeClr val="dk1"/>
                </a:solidFill>
              </a:rPr>
              <a:t> and the threshold is </a:t>
            </a:r>
            <a:r>
              <a:rPr lang="en">
                <a:solidFill>
                  <a:srgbClr val="188038"/>
                </a:solidFill>
                <a:latin typeface="Roboto Mono"/>
                <a:ea typeface="Roboto Mono"/>
                <a:cs typeface="Roboto Mono"/>
                <a:sym typeface="Roboto Mono"/>
              </a:rPr>
              <a:t>10</a:t>
            </a:r>
            <a:r>
              <a:rPr lang="en">
                <a:solidFill>
                  <a:schemeClr val="dk1"/>
                </a:solidFill>
              </a:rPr>
              <a:t>, we should get </a:t>
            </a:r>
            <a:r>
              <a:rPr lang="en">
                <a:solidFill>
                  <a:srgbClr val="188038"/>
                </a:solidFill>
                <a:latin typeface="Roboto Mono"/>
                <a:ea typeface="Roboto Mono"/>
                <a:cs typeface="Roboto Mono"/>
                <a:sym typeface="Roboto Mono"/>
              </a:rPr>
              <a:t>[13, 11, 14]</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Run the test and verify the output. If it fails, debug with print statements or logical checks.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Ask Students:</a:t>
            </a:r>
            <a:r>
              <a:rPr lang="en">
                <a:solidFill>
                  <a:schemeClr val="dk1"/>
                </a:solidFill>
              </a:rPr>
              <a:t> "What additional test case should we try?"</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Throughout the demo, invite students to contribute: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"What’s our next step?"</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"Why do you think this approach works?"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"Can you spot any potential issues with this code?"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Celebrate correct contributions and offer constructive feedback on areas for improvement.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Use mistakes as teachable moments to reinforce debugging skills.</a:t>
            </a:r>
            <a:endParaRPr b="1">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g32877a5b8f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7" name="Google Shape;1367;g32877a5b8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Provide a short break to refresh and re-energize.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Announce the break and remind students to return on time.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Play the countdown timer video (be sure to share sound).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5 minutes to step away from the screen. Be sure to return promptly.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1" name="Shape 1371"/>
        <p:cNvGrpSpPr/>
        <p:nvPr/>
      </p:nvGrpSpPr>
      <p:grpSpPr>
        <a:xfrm>
          <a:off x="0" y="0"/>
          <a:ext cx="0" cy="0"/>
          <a:chOff x="0" y="0"/>
          <a:chExt cx="0" cy="0"/>
        </a:xfrm>
      </p:grpSpPr>
      <p:sp>
        <p:nvSpPr>
          <p:cNvPr id="1372" name="Google Shape;1372;g32877a5b8f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3" name="Google Shape;1373;g32877a5b8f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g322357d7e32_0_3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9" name="Google Shape;1379;g322357d7e32_0_3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Smoothly transition students into breakout rooms for collaboration.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Share room assignments and explain how to join breakout rooms.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Use the link to find your room and introduce yourself to your group.</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Check that everyone understands the process before sending them to breakout rooms.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5" name="Shape 1385"/>
        <p:cNvGrpSpPr/>
        <p:nvPr/>
      </p:nvGrpSpPr>
      <p:grpSpPr>
        <a:xfrm>
          <a:off x="0" y="0"/>
          <a:ext cx="0" cy="0"/>
          <a:chOff x="0" y="0"/>
          <a:chExt cx="0" cy="0"/>
        </a:xfrm>
      </p:grpSpPr>
      <p:sp>
        <p:nvSpPr>
          <p:cNvPr id="1386" name="Google Shape;1386;g32877a5b8f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7" name="Google Shape;1387;g32877a5b8f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32877a5b8f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4" name="Google Shape;1394;g32877a5b8f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g32877a5b8f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0" name="Google Shape;1400;g32877a5b8f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End the session on a positive note.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share their reflections in the chat.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celebrate your wins. Share one good thing you learned or accomplished today!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and celebrate with enthusiasm.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g32877a5b8f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5" name="Google Shape;1405;g32877a5b8f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Gather feedback to improve future sessions.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Share the survey link and emphasize its importance.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Your feedback helps us make these sessions even better. Please take a moment to complete the survey.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Thank students for their input and explain how feedback has been used in the past.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SLIDES_API342746251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3" name="Google Shape;1413;SLIDES_API342746251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4.png"/><Relationship Id="rId3" Type="http://schemas.openxmlformats.org/officeDocument/2006/relationships/image" Target="../media/image3.png"/><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23.png"/><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4.png"/><Relationship Id="rId4" Type="http://schemas.openxmlformats.org/officeDocument/2006/relationships/image" Target="../media/image2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17.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9.png"/><Relationship Id="rId4" Type="http://schemas.openxmlformats.org/officeDocument/2006/relationships/image" Target="../media/image27.png"/><Relationship Id="rId5"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41.png"/><Relationship Id="rId5"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4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9.png"/><Relationship Id="rId4" Type="http://schemas.openxmlformats.org/officeDocument/2006/relationships/image" Target="../media/image33.png"/><Relationship Id="rId5"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29.png"/><Relationship Id="rId4" Type="http://schemas.openxmlformats.org/officeDocument/2006/relationships/image" Target="../media/image44.png"/><Relationship Id="rId5"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2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7.png"/><Relationship Id="rId3" Type="http://schemas.openxmlformats.org/officeDocument/2006/relationships/image" Target="../media/image4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29.png"/><Relationship Id="rId4" Type="http://schemas.openxmlformats.org/officeDocument/2006/relationships/image" Target="../media/image44.png"/><Relationship Id="rId5" Type="http://schemas.openxmlformats.org/officeDocument/2006/relationships/image" Target="../media/image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4.png"/><Relationship Id="rId3" Type="http://schemas.openxmlformats.org/officeDocument/2006/relationships/image" Target="../media/image6.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5.png"/><Relationship Id="rId3" Type="http://schemas.openxmlformats.org/officeDocument/2006/relationships/image" Target="../media/image4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4.png"/><Relationship Id="rId3" Type="http://schemas.openxmlformats.org/officeDocument/2006/relationships/image" Target="../media/image3.png"/><Relationship Id="rId4" Type="http://schemas.openxmlformats.org/officeDocument/2006/relationships/image" Target="../media/image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60.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png"/><Relationship Id="rId3" Type="http://schemas.openxmlformats.org/officeDocument/2006/relationships/image" Target="../media/image23.png"/><Relationship Id="rId4" Type="http://schemas.openxmlformats.org/officeDocument/2006/relationships/image" Target="../media/image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png"/><Relationship Id="rId3" Type="http://schemas.openxmlformats.org/officeDocument/2006/relationships/image" Target="../media/image4.png"/><Relationship Id="rId4" Type="http://schemas.openxmlformats.org/officeDocument/2006/relationships/image" Target="../media/image2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png"/><Relationship Id="rId3" Type="http://schemas.openxmlformats.org/officeDocument/2006/relationships/image" Target="../media/image4.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png"/><Relationship Id="rId3" Type="http://schemas.openxmlformats.org/officeDocument/2006/relationships/image" Target="../media/image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 Id="rId3" Type="http://schemas.openxmlformats.org/officeDocument/2006/relationships/image" Target="../media/image17.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5.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4.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6.png"/><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4.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29.png"/><Relationship Id="rId4" Type="http://schemas.openxmlformats.org/officeDocument/2006/relationships/image" Target="../media/image27.png"/><Relationship Id="rId5" Type="http://schemas.openxmlformats.org/officeDocument/2006/relationships/image" Target="../media/image4.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41.png"/><Relationship Id="rId5"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4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29.png"/><Relationship Id="rId4" Type="http://schemas.openxmlformats.org/officeDocument/2006/relationships/image" Target="../media/image33.png"/><Relationship Id="rId5" Type="http://schemas.openxmlformats.org/officeDocument/2006/relationships/image" Target="../media/image4.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6.png"/><Relationship Id="rId3" Type="http://schemas.openxmlformats.org/officeDocument/2006/relationships/image" Target="../media/image29.png"/><Relationship Id="rId4" Type="http://schemas.openxmlformats.org/officeDocument/2006/relationships/image" Target="../media/image44.png"/><Relationship Id="rId5" Type="http://schemas.openxmlformats.org/officeDocument/2006/relationships/image" Target="../media/image4.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91.png"/><Relationship Id="rId4" Type="http://schemas.openxmlformats.org/officeDocument/2006/relationships/image" Target="../media/image103.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5.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9.png"/><Relationship Id="rId3" Type="http://schemas.openxmlformats.org/officeDocument/2006/relationships/image" Target="../media/image29.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9.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96.png"/><Relationship Id="rId6" Type="http://schemas.openxmlformats.org/officeDocument/2006/relationships/image" Target="../media/image97.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29.png"/><Relationship Id="rId4"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4.png"/><Relationship Id="rId3" Type="http://schemas.openxmlformats.org/officeDocument/2006/relationships/image" Target="../media/image3.png"/><Relationship Id="rId4"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3.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4.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9.png"/><Relationship Id="rId3" Type="http://schemas.openxmlformats.org/officeDocument/2006/relationships/image" Target="../media/image23.png"/><Relationship Id="rId4" Type="http://schemas.openxmlformats.org/officeDocument/2006/relationships/image" Target="../media/image4.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9.png"/><Relationship Id="rId3" Type="http://schemas.openxmlformats.org/officeDocument/2006/relationships/image" Target="../media/image4.png"/><Relationship Id="rId4" Type="http://schemas.openxmlformats.org/officeDocument/2006/relationships/image" Target="../media/image21.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9.png"/><Relationship Id="rId3" Type="http://schemas.openxmlformats.org/officeDocument/2006/relationships/image" Target="../media/image4.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9.png"/><Relationship Id="rId3" Type="http://schemas.openxmlformats.org/officeDocument/2006/relationships/image" Target="../media/image4.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2.png"/><Relationship Id="rId3" Type="http://schemas.openxmlformats.org/officeDocument/2006/relationships/image" Target="../media/image17.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5.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4.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6.png"/><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4.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29.png"/><Relationship Id="rId4" Type="http://schemas.openxmlformats.org/officeDocument/2006/relationships/image" Target="../media/image27.png"/><Relationship Id="rId5" Type="http://schemas.openxmlformats.org/officeDocument/2006/relationships/image" Target="../media/image4.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41.png"/><Relationship Id="rId5" Type="http://schemas.openxmlformats.org/officeDocument/2006/relationships/image" Target="../media/image4.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41.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29.png"/><Relationship Id="rId4" Type="http://schemas.openxmlformats.org/officeDocument/2006/relationships/image" Target="../media/image33.png"/><Relationship Id="rId5" Type="http://schemas.openxmlformats.org/officeDocument/2006/relationships/image" Target="../media/image4.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6.png"/><Relationship Id="rId3" Type="http://schemas.openxmlformats.org/officeDocument/2006/relationships/image" Target="../media/image29.png"/><Relationship Id="rId4" Type="http://schemas.openxmlformats.org/officeDocument/2006/relationships/image" Target="../media/image44.png"/><Relationship Id="rId5" Type="http://schemas.openxmlformats.org/officeDocument/2006/relationships/image" Target="../media/image4.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91.png"/><Relationship Id="rId4" Type="http://schemas.openxmlformats.org/officeDocument/2006/relationships/image" Target="../media/image103.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5.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9.png"/><Relationship Id="rId3" Type="http://schemas.openxmlformats.org/officeDocument/2006/relationships/image" Target="../media/image29.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9.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96.png"/><Relationship Id="rId6" Type="http://schemas.openxmlformats.org/officeDocument/2006/relationships/image" Target="../media/image97.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64.png"/><Relationship Id="rId3" Type="http://schemas.openxmlformats.org/officeDocument/2006/relationships/image" Target="../media/image3.png"/><Relationship Id="rId4" Type="http://schemas.openxmlformats.org/officeDocument/2006/relationships/image" Target="../media/image6.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60.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3.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4.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9.png"/><Relationship Id="rId3" Type="http://schemas.openxmlformats.org/officeDocument/2006/relationships/image" Target="../media/image23.png"/><Relationship Id="rId4" Type="http://schemas.openxmlformats.org/officeDocument/2006/relationships/image" Target="../media/image4.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9.png"/><Relationship Id="rId3" Type="http://schemas.openxmlformats.org/officeDocument/2006/relationships/image" Target="../media/image4.png"/><Relationship Id="rId4" Type="http://schemas.openxmlformats.org/officeDocument/2006/relationships/image" Target="../media/image21.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9.png"/><Relationship Id="rId3" Type="http://schemas.openxmlformats.org/officeDocument/2006/relationships/image" Target="../media/image4.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9.png"/><Relationship Id="rId3" Type="http://schemas.openxmlformats.org/officeDocument/2006/relationships/image" Target="../media/image4.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2.png"/><Relationship Id="rId3" Type="http://schemas.openxmlformats.org/officeDocument/2006/relationships/image" Target="../media/image17.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5.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7.png"/><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4.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6.png"/><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4.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29.png"/><Relationship Id="rId4" Type="http://schemas.openxmlformats.org/officeDocument/2006/relationships/image" Target="../media/image27.png"/><Relationship Id="rId5" Type="http://schemas.openxmlformats.org/officeDocument/2006/relationships/image" Target="../media/image4.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41.png"/><Relationship Id="rId5" Type="http://schemas.openxmlformats.org/officeDocument/2006/relationships/image" Target="../media/image4.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41.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29.png"/><Relationship Id="rId4" Type="http://schemas.openxmlformats.org/officeDocument/2006/relationships/image" Target="../media/image33.png"/><Relationship Id="rId5" Type="http://schemas.openxmlformats.org/officeDocument/2006/relationships/image" Target="../media/image4.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6.png"/><Relationship Id="rId3" Type="http://schemas.openxmlformats.org/officeDocument/2006/relationships/image" Target="../media/image29.png"/><Relationship Id="rId4" Type="http://schemas.openxmlformats.org/officeDocument/2006/relationships/image" Target="../media/image44.png"/><Relationship Id="rId5" Type="http://schemas.openxmlformats.org/officeDocument/2006/relationships/image" Target="../media/image4.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 Id="rId3" Type="http://schemas.openxmlformats.org/officeDocument/2006/relationships/image" Target="../media/image91.png"/><Relationship Id="rId4" Type="http://schemas.openxmlformats.org/officeDocument/2006/relationships/image" Target="../media/image103.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05.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9.png"/><Relationship Id="rId3" Type="http://schemas.openxmlformats.org/officeDocument/2006/relationships/image" Target="../media/image29.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09.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96.png"/><Relationship Id="rId6" Type="http://schemas.openxmlformats.org/officeDocument/2006/relationships/image" Target="../media/image97.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29.png"/><Relationship Id="rId4" Type="http://schemas.openxmlformats.org/officeDocument/2006/relationships/image" Target="../media/image4.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64.png"/><Relationship Id="rId3" Type="http://schemas.openxmlformats.org/officeDocument/2006/relationships/image" Target="../media/image3.png"/><Relationship Id="rId4" Type="http://schemas.openxmlformats.org/officeDocument/2006/relationships/image" Target="../media/image6.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60.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3.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4.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9.png"/><Relationship Id="rId3" Type="http://schemas.openxmlformats.org/officeDocument/2006/relationships/image" Target="../media/image23.png"/><Relationship Id="rId4" Type="http://schemas.openxmlformats.org/officeDocument/2006/relationships/image" Target="../media/image4.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9.png"/><Relationship Id="rId3" Type="http://schemas.openxmlformats.org/officeDocument/2006/relationships/image" Target="../media/image4.png"/><Relationship Id="rId4" Type="http://schemas.openxmlformats.org/officeDocument/2006/relationships/image" Target="../media/image21.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9.png"/><Relationship Id="rId3" Type="http://schemas.openxmlformats.org/officeDocument/2006/relationships/image" Target="../media/image4.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9.png"/><Relationship Id="rId3" Type="http://schemas.openxmlformats.org/officeDocument/2006/relationships/image" Target="../media/image4.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2.png"/><Relationship Id="rId3" Type="http://schemas.openxmlformats.org/officeDocument/2006/relationships/image" Target="../media/image17.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5.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7.png"/><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4.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6.png"/><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4.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png"/><Relationship Id="rId3" Type="http://schemas.openxmlformats.org/officeDocument/2006/relationships/image" Target="../media/image29.png"/><Relationship Id="rId4" Type="http://schemas.openxmlformats.org/officeDocument/2006/relationships/image" Target="../media/image27.png"/><Relationship Id="rId5" Type="http://schemas.openxmlformats.org/officeDocument/2006/relationships/image" Target="../media/image4.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41.png"/><Relationship Id="rId5" Type="http://schemas.openxmlformats.org/officeDocument/2006/relationships/image" Target="../media/image4.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41.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png"/><Relationship Id="rId3" Type="http://schemas.openxmlformats.org/officeDocument/2006/relationships/image" Target="../media/image29.png"/><Relationship Id="rId4" Type="http://schemas.openxmlformats.org/officeDocument/2006/relationships/image" Target="../media/image33.png"/><Relationship Id="rId5" Type="http://schemas.openxmlformats.org/officeDocument/2006/relationships/image" Target="../media/image4.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6.png"/><Relationship Id="rId3" Type="http://schemas.openxmlformats.org/officeDocument/2006/relationships/image" Target="../media/image29.png"/><Relationship Id="rId4" Type="http://schemas.openxmlformats.org/officeDocument/2006/relationships/image" Target="../media/image44.png"/><Relationship Id="rId5" Type="http://schemas.openxmlformats.org/officeDocument/2006/relationships/image" Target="../media/image4.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png"/><Relationship Id="rId3" Type="http://schemas.openxmlformats.org/officeDocument/2006/relationships/image" Target="../media/image91.png"/><Relationship Id="rId4" Type="http://schemas.openxmlformats.org/officeDocument/2006/relationships/image" Target="../media/image103.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5.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9.png"/><Relationship Id="rId3" Type="http://schemas.openxmlformats.org/officeDocument/2006/relationships/image" Target="../media/image29.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09.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96.png"/><Relationship Id="rId6" Type="http://schemas.openxmlformats.org/officeDocument/2006/relationships/image" Target="../media/image97.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png"/><Relationship Id="rId3" Type="http://schemas.openxmlformats.org/officeDocument/2006/relationships/image" Target="../media/image29.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3" name="Shape 53"/>
        <p:cNvGrpSpPr/>
        <p:nvPr/>
      </p:nvGrpSpPr>
      <p:grpSpPr>
        <a:xfrm>
          <a:off x="0" y="0"/>
          <a:ext cx="0" cy="0"/>
          <a:chOff x="0" y="0"/>
          <a:chExt cx="0" cy="0"/>
        </a:xfrm>
      </p:grpSpPr>
      <p:pic>
        <p:nvPicPr>
          <p:cNvPr id="54" name="Google Shape;54;p1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5" name="Google Shape;55;p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6" name="Shape 56"/>
        <p:cNvGrpSpPr/>
        <p:nvPr/>
      </p:nvGrpSpPr>
      <p:grpSpPr>
        <a:xfrm>
          <a:off x="0" y="0"/>
          <a:ext cx="0" cy="0"/>
          <a:chOff x="0" y="0"/>
          <a:chExt cx="0" cy="0"/>
        </a:xfrm>
      </p:grpSpPr>
      <p:pic>
        <p:nvPicPr>
          <p:cNvPr id="57" name="Google Shape;57;p1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8" name="Google Shape;58;p15"/>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9" name="Google Shape;59;p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5"/>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61" name="Shape 61"/>
        <p:cNvGrpSpPr/>
        <p:nvPr/>
      </p:nvGrpSpPr>
      <p:grpSpPr>
        <a:xfrm>
          <a:off x="0" y="0"/>
          <a:ext cx="0" cy="0"/>
          <a:chOff x="0" y="0"/>
          <a:chExt cx="0" cy="0"/>
        </a:xfrm>
      </p:grpSpPr>
      <p:pic>
        <p:nvPicPr>
          <p:cNvPr descr="Divider4.png" id="62" name="Google Shape;62;p16"/>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63" name="Google Shape;63;p16"/>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64" name="Google Shape;64;p16"/>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65" name="Google Shape;65;p16"/>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66" name="Google Shape;66;p16"/>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67" name="Google Shape;67;p16"/>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68" name="Shape 68"/>
        <p:cNvGrpSpPr/>
        <p:nvPr/>
      </p:nvGrpSpPr>
      <p:grpSpPr>
        <a:xfrm>
          <a:off x="0" y="0"/>
          <a:ext cx="0" cy="0"/>
          <a:chOff x="0" y="0"/>
          <a:chExt cx="0" cy="0"/>
        </a:xfrm>
      </p:grpSpPr>
      <p:sp>
        <p:nvSpPr>
          <p:cNvPr id="69" name="Google Shape;69;p17"/>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70" name="Google Shape;70;p17"/>
          <p:cNvGrpSpPr/>
          <p:nvPr/>
        </p:nvGrpSpPr>
        <p:grpSpPr>
          <a:xfrm rot="5400000">
            <a:off x="5719749" y="1629787"/>
            <a:ext cx="4964577" cy="1883925"/>
            <a:chOff x="4152224" y="1218499"/>
            <a:chExt cx="4964577" cy="1883925"/>
          </a:xfrm>
        </p:grpSpPr>
        <p:pic>
          <p:nvPicPr>
            <p:cNvPr id="71" name="Google Shape;71;p17"/>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72" name="Google Shape;72;p17"/>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73" name="Google Shape;73;p1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4" name="Google Shape;74;p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75" name="Shape 75"/>
        <p:cNvGrpSpPr/>
        <p:nvPr/>
      </p:nvGrpSpPr>
      <p:grpSpPr>
        <a:xfrm>
          <a:off x="0" y="0"/>
          <a:ext cx="0" cy="0"/>
          <a:chOff x="0" y="0"/>
          <a:chExt cx="0" cy="0"/>
        </a:xfrm>
      </p:grpSpPr>
      <p:pic>
        <p:nvPicPr>
          <p:cNvPr id="76" name="Google Shape;76;p1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77" name="Google Shape;77;p1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78" name="Google Shape;78;p1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79" name="Google Shape;79;p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0" name="Google Shape;80;p1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 name="Google Shape;81;p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18"/>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3" name="Google Shape;83;p1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4" name="Shape 84"/>
        <p:cNvGrpSpPr/>
        <p:nvPr/>
      </p:nvGrpSpPr>
      <p:grpSpPr>
        <a:xfrm>
          <a:off x="0" y="0"/>
          <a:ext cx="0" cy="0"/>
          <a:chOff x="0" y="0"/>
          <a:chExt cx="0" cy="0"/>
        </a:xfrm>
      </p:grpSpPr>
      <p:pic>
        <p:nvPicPr>
          <p:cNvPr id="85" name="Google Shape;85;p19"/>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6" name="Google Shape;86;p19"/>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7" name="Google Shape;87;p19"/>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8" name="Google Shape;88;p19"/>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9" name="Google Shape;89;p1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 name="Google Shape;90;p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92" name="Shape 92"/>
        <p:cNvGrpSpPr/>
        <p:nvPr/>
      </p:nvGrpSpPr>
      <p:grpSpPr>
        <a:xfrm>
          <a:off x="0" y="0"/>
          <a:ext cx="0" cy="0"/>
          <a:chOff x="0" y="0"/>
          <a:chExt cx="0" cy="0"/>
        </a:xfrm>
      </p:grpSpPr>
      <p:pic>
        <p:nvPicPr>
          <p:cNvPr id="93" name="Google Shape;93;p2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94" name="Google Shape;94;p2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95" name="Google Shape;95;p20"/>
          <p:cNvGrpSpPr/>
          <p:nvPr/>
        </p:nvGrpSpPr>
        <p:grpSpPr>
          <a:xfrm>
            <a:off x="5709066" y="201260"/>
            <a:ext cx="2296623" cy="4424889"/>
            <a:chOff x="5598780" y="137712"/>
            <a:chExt cx="2577001" cy="4664652"/>
          </a:xfrm>
        </p:grpSpPr>
        <p:pic>
          <p:nvPicPr>
            <p:cNvPr id="96" name="Google Shape;96;p20"/>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97" name="Google Shape;97;p20"/>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2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9" name="Google Shape;99;p2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 name="Google Shape;100;p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0"/>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4" name="Google Shape;104;p2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5" name="Google Shape;105;p2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 name="Google Shape;106;p2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 name="Google Shape;107;p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21"/>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21"/>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10" name="Shape 110"/>
        <p:cNvGrpSpPr/>
        <p:nvPr/>
      </p:nvGrpSpPr>
      <p:grpSpPr>
        <a:xfrm>
          <a:off x="0" y="0"/>
          <a:ext cx="0" cy="0"/>
          <a:chOff x="0" y="0"/>
          <a:chExt cx="0" cy="0"/>
        </a:xfrm>
      </p:grpSpPr>
      <p:pic>
        <p:nvPicPr>
          <p:cNvPr id="111" name="Google Shape;111;p22"/>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12" name="Google Shape;112;p2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13" name="Google Shape;113;p2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4" name="Google Shape;114;p2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15" name="Google Shape;115;p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16" name="Google Shape;116;p22"/>
          <p:cNvGrpSpPr/>
          <p:nvPr/>
        </p:nvGrpSpPr>
        <p:grpSpPr>
          <a:xfrm>
            <a:off x="4344100" y="398125"/>
            <a:ext cx="4546500" cy="4222800"/>
            <a:chOff x="4344100" y="398125"/>
            <a:chExt cx="4546500" cy="4222800"/>
          </a:xfrm>
        </p:grpSpPr>
        <p:sp>
          <p:nvSpPr>
            <p:cNvPr id="117" name="Google Shape;117;p22"/>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 name="Google Shape;118;p22"/>
            <p:cNvGrpSpPr/>
            <p:nvPr/>
          </p:nvGrpSpPr>
          <p:grpSpPr>
            <a:xfrm>
              <a:off x="4445450" y="524200"/>
              <a:ext cx="399495" cy="101100"/>
              <a:chOff x="4445450" y="524200"/>
              <a:chExt cx="399495" cy="101100"/>
            </a:xfrm>
          </p:grpSpPr>
          <p:sp>
            <p:nvSpPr>
              <p:cNvPr id="119" name="Google Shape;119;p22"/>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2"/>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2"/>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2"/>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23" name="Shape 123"/>
        <p:cNvGrpSpPr/>
        <p:nvPr/>
      </p:nvGrpSpPr>
      <p:grpSpPr>
        <a:xfrm>
          <a:off x="0" y="0"/>
          <a:ext cx="0" cy="0"/>
          <a:chOff x="0" y="0"/>
          <a:chExt cx="0" cy="0"/>
        </a:xfrm>
      </p:grpSpPr>
      <p:pic>
        <p:nvPicPr>
          <p:cNvPr id="124" name="Google Shape;124;p2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25" name="Google Shape;125;p2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26" name="Google Shape;126;p2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27" name="Google Shape;127;p2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28" name="Google Shape;128;p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29" name="Shape 129"/>
        <p:cNvGrpSpPr/>
        <p:nvPr/>
      </p:nvGrpSpPr>
      <p:grpSpPr>
        <a:xfrm>
          <a:off x="0" y="0"/>
          <a:ext cx="0" cy="0"/>
          <a:chOff x="0" y="0"/>
          <a:chExt cx="0" cy="0"/>
        </a:xfrm>
      </p:grpSpPr>
      <p:pic>
        <p:nvPicPr>
          <p:cNvPr id="130" name="Google Shape;130;p24"/>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31" name="Google Shape;131;p24"/>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4"/>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33" name="Google Shape;133;p2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34" name="Google Shape;134;p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36" name="Google Shape;136;p2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37" name="Google Shape;137;p24"/>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ython Code Block">
  <p:cSld name="CUSTOM_7_1_1">
    <p:spTree>
      <p:nvGrpSpPr>
        <p:cNvPr id="138" name="Shape 138"/>
        <p:cNvGrpSpPr/>
        <p:nvPr/>
      </p:nvGrpSpPr>
      <p:grpSpPr>
        <a:xfrm>
          <a:off x="0" y="0"/>
          <a:ext cx="0" cy="0"/>
          <a:chOff x="0" y="0"/>
          <a:chExt cx="0" cy="0"/>
        </a:xfrm>
      </p:grpSpPr>
      <p:pic>
        <p:nvPicPr>
          <p:cNvPr id="139" name="Google Shape;139;p25"/>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40" name="Google Shape;140;p25"/>
          <p:cNvSpPr/>
          <p:nvPr/>
        </p:nvSpPr>
        <p:spPr>
          <a:xfrm>
            <a:off x="4385200" y="156475"/>
            <a:ext cx="4554600" cy="46386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5"/>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42" name="Google Shape;142;p25"/>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43" name="Google Shape;143;p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5"/>
          <p:cNvSpPr txBox="1"/>
          <p:nvPr>
            <p:ph type="title"/>
          </p:nvPr>
        </p:nvSpPr>
        <p:spPr>
          <a:xfrm>
            <a:off x="452400" y="1564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45" name="Google Shape;145;p25"/>
          <p:cNvSpPr txBox="1"/>
          <p:nvPr>
            <p:ph idx="1" type="body"/>
          </p:nvPr>
        </p:nvSpPr>
        <p:spPr>
          <a:xfrm>
            <a:off x="452400" y="646350"/>
            <a:ext cx="3701100" cy="3974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46" name="Google Shape;146;p25"/>
          <p:cNvSpPr txBox="1"/>
          <p:nvPr>
            <p:ph idx="2" type="subTitle"/>
          </p:nvPr>
        </p:nvSpPr>
        <p:spPr>
          <a:xfrm>
            <a:off x="4511175" y="646350"/>
            <a:ext cx="4367400" cy="3853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2pPr>
            <a:lvl3pPr lvl="2">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3pPr>
            <a:lvl4pPr lvl="3">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4pPr>
            <a:lvl5pPr lvl="4">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5pPr>
            <a:lvl6pPr lvl="5">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6pPr>
            <a:lvl7pPr lvl="6">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7pPr>
            <a:lvl8pPr lvl="7">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8pPr>
            <a:lvl9pPr lvl="8">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9pPr>
          </a:lstStyle>
          <a:p/>
        </p:txBody>
      </p:sp>
      <p:sp>
        <p:nvSpPr>
          <p:cNvPr id="147" name="Google Shape;147;p25"/>
          <p:cNvSpPr txBox="1"/>
          <p:nvPr/>
        </p:nvSpPr>
        <p:spPr>
          <a:xfrm>
            <a:off x="5023125" y="227125"/>
            <a:ext cx="3520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latin typeface="Space Mono"/>
                <a:ea typeface="Space Mono"/>
                <a:cs typeface="Space Mono"/>
                <a:sym typeface="Space Mono"/>
              </a:rPr>
              <a:t>Python</a:t>
            </a:r>
            <a:endParaRPr b="1" sz="1900">
              <a:latin typeface="Space Mono"/>
              <a:ea typeface="Space Mono"/>
              <a:cs typeface="Space Mono"/>
              <a:sym typeface="Space Mono"/>
            </a:endParaRPr>
          </a:p>
        </p:txBody>
      </p:sp>
      <p:pic>
        <p:nvPicPr>
          <p:cNvPr descr="Snake " id="148" name="Google Shape;148;p25" title="Snake "/>
          <p:cNvPicPr preferRelativeResize="0"/>
          <p:nvPr/>
        </p:nvPicPr>
        <p:blipFill>
          <a:blip r:embed="rId4">
            <a:alphaModFix/>
          </a:blip>
          <a:stretch>
            <a:fillRect/>
          </a:stretch>
        </p:blipFill>
        <p:spPr>
          <a:xfrm>
            <a:off x="4511175" y="227125"/>
            <a:ext cx="431100" cy="4311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ava Code Block 1">
  <p:cSld name="CUSTOM_7_1_1_1">
    <p:spTree>
      <p:nvGrpSpPr>
        <p:cNvPr id="149" name="Shape 149"/>
        <p:cNvGrpSpPr/>
        <p:nvPr/>
      </p:nvGrpSpPr>
      <p:grpSpPr>
        <a:xfrm>
          <a:off x="0" y="0"/>
          <a:ext cx="0" cy="0"/>
          <a:chOff x="0" y="0"/>
          <a:chExt cx="0" cy="0"/>
        </a:xfrm>
      </p:grpSpPr>
      <p:pic>
        <p:nvPicPr>
          <p:cNvPr id="150" name="Google Shape;150;p26"/>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51" name="Google Shape;151;p26"/>
          <p:cNvSpPr/>
          <p:nvPr/>
        </p:nvSpPr>
        <p:spPr>
          <a:xfrm>
            <a:off x="4385200" y="156475"/>
            <a:ext cx="4554600" cy="46386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6"/>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53" name="Google Shape;153;p2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54" name="Google Shape;154;p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55" name="Google Shape;155;p26"/>
          <p:cNvSpPr txBox="1"/>
          <p:nvPr>
            <p:ph type="title"/>
          </p:nvPr>
        </p:nvSpPr>
        <p:spPr>
          <a:xfrm>
            <a:off x="452400" y="1564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56" name="Google Shape;156;p26"/>
          <p:cNvSpPr txBox="1"/>
          <p:nvPr>
            <p:ph idx="1" type="body"/>
          </p:nvPr>
        </p:nvSpPr>
        <p:spPr>
          <a:xfrm>
            <a:off x="452400" y="646350"/>
            <a:ext cx="3701100" cy="3974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57" name="Google Shape;157;p26"/>
          <p:cNvSpPr txBox="1"/>
          <p:nvPr>
            <p:ph idx="2" type="subTitle"/>
          </p:nvPr>
        </p:nvSpPr>
        <p:spPr>
          <a:xfrm>
            <a:off x="4511175" y="646350"/>
            <a:ext cx="4367400" cy="3853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2pPr>
            <a:lvl3pPr lvl="2">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3pPr>
            <a:lvl4pPr lvl="3">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4pPr>
            <a:lvl5pPr lvl="4">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5pPr>
            <a:lvl6pPr lvl="5">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6pPr>
            <a:lvl7pPr lvl="6">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7pPr>
            <a:lvl8pPr lvl="7">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8pPr>
            <a:lvl9pPr lvl="8">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9pPr>
          </a:lstStyle>
          <a:p/>
        </p:txBody>
      </p:sp>
      <p:sp>
        <p:nvSpPr>
          <p:cNvPr id="158" name="Google Shape;158;p26"/>
          <p:cNvSpPr txBox="1"/>
          <p:nvPr/>
        </p:nvSpPr>
        <p:spPr>
          <a:xfrm>
            <a:off x="5023125" y="227125"/>
            <a:ext cx="3520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latin typeface="Space Mono"/>
                <a:ea typeface="Space Mono"/>
                <a:cs typeface="Space Mono"/>
                <a:sym typeface="Space Mono"/>
              </a:rPr>
              <a:t>Java</a:t>
            </a:r>
            <a:endParaRPr b="1" sz="1900">
              <a:latin typeface="Space Mono"/>
              <a:ea typeface="Space Mono"/>
              <a:cs typeface="Space Mono"/>
              <a:sym typeface="Space Mono"/>
            </a:endParaRPr>
          </a:p>
        </p:txBody>
      </p:sp>
      <p:pic>
        <p:nvPicPr>
          <p:cNvPr descr="Coffee cup " id="159" name="Google Shape;159;p26" title="Coffee cup "/>
          <p:cNvPicPr preferRelativeResize="0"/>
          <p:nvPr/>
        </p:nvPicPr>
        <p:blipFill>
          <a:blip r:embed="rId4">
            <a:alphaModFix/>
          </a:blip>
          <a:stretch>
            <a:fillRect/>
          </a:stretch>
        </p:blipFill>
        <p:spPr>
          <a:xfrm>
            <a:off x="4561425" y="234775"/>
            <a:ext cx="461700" cy="4617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60" name="Shape 160"/>
        <p:cNvGrpSpPr/>
        <p:nvPr/>
      </p:nvGrpSpPr>
      <p:grpSpPr>
        <a:xfrm>
          <a:off x="0" y="0"/>
          <a:ext cx="0" cy="0"/>
          <a:chOff x="0" y="0"/>
          <a:chExt cx="0" cy="0"/>
        </a:xfrm>
      </p:grpSpPr>
      <p:pic>
        <p:nvPicPr>
          <p:cNvPr id="161" name="Google Shape;161;p27"/>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62" name="Google Shape;162;p27"/>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63" name="Google Shape;163;p27"/>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64" name="Google Shape;164;p2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65" name="Google Shape;165;p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2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67" name="Google Shape;167;p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68" name="Google Shape;168;p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69" name="Google Shape;169;p27"/>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70" name="Shape 170"/>
        <p:cNvGrpSpPr/>
        <p:nvPr/>
      </p:nvGrpSpPr>
      <p:grpSpPr>
        <a:xfrm>
          <a:off x="0" y="0"/>
          <a:ext cx="0" cy="0"/>
          <a:chOff x="0" y="0"/>
          <a:chExt cx="0" cy="0"/>
        </a:xfrm>
      </p:grpSpPr>
      <p:pic>
        <p:nvPicPr>
          <p:cNvPr id="171" name="Google Shape;171;p28"/>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72" name="Google Shape;172;p28"/>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73" name="Google Shape;173;p28"/>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74" name="Google Shape;174;p2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75" name="Google Shape;175;p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76" name="Google Shape;176;p28"/>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77" name="Google Shape;177;p2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78" name="Google Shape;178;p28"/>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79" name="Shape 179"/>
        <p:cNvGrpSpPr/>
        <p:nvPr/>
      </p:nvGrpSpPr>
      <p:grpSpPr>
        <a:xfrm>
          <a:off x="0" y="0"/>
          <a:ext cx="0" cy="0"/>
          <a:chOff x="0" y="0"/>
          <a:chExt cx="0" cy="0"/>
        </a:xfrm>
      </p:grpSpPr>
      <p:pic>
        <p:nvPicPr>
          <p:cNvPr id="180" name="Google Shape;180;p29"/>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81" name="Google Shape;181;p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82" name="Google Shape;182;p29"/>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83" name="Google Shape;183;p29"/>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84" name="Google Shape;184;p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85" name="Google Shape;185;p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86" name="Google Shape;186;p2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87" name="Google Shape;187;p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88" name="Google Shape;188;p2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89" name="Shape 189"/>
        <p:cNvGrpSpPr/>
        <p:nvPr/>
      </p:nvGrpSpPr>
      <p:grpSpPr>
        <a:xfrm>
          <a:off x="0" y="0"/>
          <a:ext cx="0" cy="0"/>
          <a:chOff x="0" y="0"/>
          <a:chExt cx="0" cy="0"/>
        </a:xfrm>
      </p:grpSpPr>
      <p:pic>
        <p:nvPicPr>
          <p:cNvPr id="190" name="Google Shape;190;p30"/>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91" name="Google Shape;191;p30"/>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92" name="Google Shape;192;p30"/>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93" name="Google Shape;193;p30"/>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94" name="Google Shape;194;p3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95" name="Google Shape;195;p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6" name="Google Shape;196;p3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97" name="Google Shape;197;p3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98" name="Google Shape;198;p3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99" name="Shape 199"/>
        <p:cNvGrpSpPr/>
        <p:nvPr/>
      </p:nvGrpSpPr>
      <p:grpSpPr>
        <a:xfrm>
          <a:off x="0" y="0"/>
          <a:ext cx="0" cy="0"/>
          <a:chOff x="0" y="0"/>
          <a:chExt cx="0" cy="0"/>
        </a:xfrm>
      </p:grpSpPr>
      <p:pic>
        <p:nvPicPr>
          <p:cNvPr id="200" name="Google Shape;200;p31"/>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201" name="Google Shape;201;p31"/>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02" name="Google Shape;202;p3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03" name="Google Shape;203;p31"/>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04" name="Google Shape;204;p3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05" name="Google Shape;205;p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06" name="Google Shape;206;p3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207" name="Google Shape;207;p3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08" name="Google Shape;208;p31"/>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209" name="Google Shape;209;p31"/>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210" name="Google Shape;210;p31"/>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211" name="Shape 211"/>
        <p:cNvGrpSpPr/>
        <p:nvPr/>
      </p:nvGrpSpPr>
      <p:grpSpPr>
        <a:xfrm>
          <a:off x="0" y="0"/>
          <a:ext cx="0" cy="0"/>
          <a:chOff x="0" y="0"/>
          <a:chExt cx="0" cy="0"/>
        </a:xfrm>
      </p:grpSpPr>
      <p:pic>
        <p:nvPicPr>
          <p:cNvPr id="212" name="Google Shape;212;p32"/>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213" name="Google Shape;213;p32"/>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214" name="Google Shape;214;p3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15" name="Google Shape;215;p32"/>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16" name="Google Shape;216;p3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17" name="Google Shape;217;p3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18" name="Google Shape;218;p3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219" name="Google Shape;219;p3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20" name="Google Shape;220;p3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221" name="Shape 221"/>
        <p:cNvGrpSpPr/>
        <p:nvPr/>
      </p:nvGrpSpPr>
      <p:grpSpPr>
        <a:xfrm>
          <a:off x="0" y="0"/>
          <a:ext cx="0" cy="0"/>
          <a:chOff x="0" y="0"/>
          <a:chExt cx="0" cy="0"/>
        </a:xfrm>
      </p:grpSpPr>
      <p:pic>
        <p:nvPicPr>
          <p:cNvPr id="222" name="Google Shape;222;p33"/>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223" name="Google Shape;223;p33"/>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224" name="Google Shape;224;p33"/>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25" name="Google Shape;225;p3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26" name="Google Shape;226;p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27" name="Google Shape;227;p33"/>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3"/>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229" name="Google Shape;229;p33"/>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30" name="Google Shape;230;p33"/>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231" name="Google Shape;231;p33"/>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232" name="Shape 232"/>
        <p:cNvGrpSpPr/>
        <p:nvPr/>
      </p:nvGrpSpPr>
      <p:grpSpPr>
        <a:xfrm>
          <a:off x="0" y="0"/>
          <a:ext cx="0" cy="0"/>
          <a:chOff x="0" y="0"/>
          <a:chExt cx="0" cy="0"/>
        </a:xfrm>
      </p:grpSpPr>
      <p:pic>
        <p:nvPicPr>
          <p:cNvPr id="233" name="Google Shape;233;p34"/>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34" name="Google Shape;234;p34"/>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35" name="Google Shape;235;p34"/>
          <p:cNvPicPr preferRelativeResize="0"/>
          <p:nvPr/>
        </p:nvPicPr>
        <p:blipFill>
          <a:blip r:embed="rId4">
            <a:alphaModFix/>
          </a:blip>
          <a:stretch>
            <a:fillRect/>
          </a:stretch>
        </p:blipFill>
        <p:spPr>
          <a:xfrm>
            <a:off x="452400" y="439975"/>
            <a:ext cx="654950" cy="654950"/>
          </a:xfrm>
          <a:prstGeom prst="rect">
            <a:avLst/>
          </a:prstGeom>
          <a:noFill/>
          <a:ln>
            <a:noFill/>
          </a:ln>
        </p:spPr>
      </p:pic>
      <p:pic>
        <p:nvPicPr>
          <p:cNvPr id="236" name="Google Shape;236;p3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37" name="Google Shape;237;p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8" name="Google Shape;238;p34"/>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39" name="Google Shape;239;p3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40" name="Google Shape;240;p34"/>
          <p:cNvSpPr txBox="1"/>
          <p:nvPr>
            <p:ph idx="1"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241" name="Shape 241"/>
        <p:cNvGrpSpPr/>
        <p:nvPr/>
      </p:nvGrpSpPr>
      <p:grpSpPr>
        <a:xfrm>
          <a:off x="0" y="0"/>
          <a:ext cx="0" cy="0"/>
          <a:chOff x="0" y="0"/>
          <a:chExt cx="0" cy="0"/>
        </a:xfrm>
      </p:grpSpPr>
      <p:pic>
        <p:nvPicPr>
          <p:cNvPr id="242" name="Google Shape;242;p35"/>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243" name="Google Shape;243;p35"/>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44" name="Google Shape;244;p35"/>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45" name="Google Shape;245;p35"/>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46" name="Google Shape;246;p3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47" name="Google Shape;247;p3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48" name="Google Shape;248;p35"/>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249" name="Google Shape;249;p3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50" name="Google Shape;250;p3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251" name="Shape 251"/>
        <p:cNvGrpSpPr/>
        <p:nvPr/>
      </p:nvGrpSpPr>
      <p:grpSpPr>
        <a:xfrm>
          <a:off x="0" y="0"/>
          <a:ext cx="0" cy="0"/>
          <a:chOff x="0" y="0"/>
          <a:chExt cx="0" cy="0"/>
        </a:xfrm>
      </p:grpSpPr>
      <p:pic>
        <p:nvPicPr>
          <p:cNvPr descr="Divider1.png" id="252" name="Google Shape;252;p36"/>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53" name="Google Shape;253;p36"/>
          <p:cNvSpPr txBox="1"/>
          <p:nvPr>
            <p:ph type="title"/>
          </p:nvPr>
        </p:nvSpPr>
        <p:spPr>
          <a:xfrm>
            <a:off x="884825" y="2317200"/>
            <a:ext cx="42996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4" name="Google Shape;254;p36"/>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255" name="Shape 255"/>
        <p:cNvGrpSpPr/>
        <p:nvPr/>
      </p:nvGrpSpPr>
      <p:grpSpPr>
        <a:xfrm>
          <a:off x="0" y="0"/>
          <a:ext cx="0" cy="0"/>
          <a:chOff x="0" y="0"/>
          <a:chExt cx="0" cy="0"/>
        </a:xfrm>
      </p:grpSpPr>
      <p:pic>
        <p:nvPicPr>
          <p:cNvPr id="256" name="Google Shape;256;p37"/>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257" name="Google Shape;257;p37"/>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258" name="Google Shape;258;p37"/>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7"/>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260" name="Shape 260"/>
        <p:cNvGrpSpPr/>
        <p:nvPr/>
      </p:nvGrpSpPr>
      <p:grpSpPr>
        <a:xfrm>
          <a:off x="0" y="0"/>
          <a:ext cx="0" cy="0"/>
          <a:chOff x="0" y="0"/>
          <a:chExt cx="0" cy="0"/>
        </a:xfrm>
      </p:grpSpPr>
      <p:pic>
        <p:nvPicPr>
          <p:cNvPr id="261" name="Google Shape;261;p38"/>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262" name="Shape 262"/>
        <p:cNvGrpSpPr/>
        <p:nvPr/>
      </p:nvGrpSpPr>
      <p:grpSpPr>
        <a:xfrm>
          <a:off x="0" y="0"/>
          <a:ext cx="0" cy="0"/>
          <a:chOff x="0" y="0"/>
          <a:chExt cx="0" cy="0"/>
        </a:xfrm>
      </p:grpSpPr>
      <p:sp>
        <p:nvSpPr>
          <p:cNvPr id="263" name="Google Shape;263;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4" name="Google Shape;264;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65" name="Google Shape;265;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6" name="Shape 266"/>
        <p:cNvGrpSpPr/>
        <p:nvPr/>
      </p:nvGrpSpPr>
      <p:grpSpPr>
        <a:xfrm>
          <a:off x="0" y="0"/>
          <a:ext cx="0" cy="0"/>
          <a:chOff x="0" y="0"/>
          <a:chExt cx="0" cy="0"/>
        </a:xfrm>
      </p:grpSpPr>
      <p:sp>
        <p:nvSpPr>
          <p:cNvPr id="267" name="Google Shape;267;p4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68" name="Google Shape;268;p4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69" name="Google Shape;269;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Bank Blank Slide">
  <p:cSld name="TITLE_AND_BODY_1_2_1_2_1_1_1_1_1_1">
    <p:spTree>
      <p:nvGrpSpPr>
        <p:cNvPr id="270" name="Shape 270"/>
        <p:cNvGrpSpPr/>
        <p:nvPr/>
      </p:nvGrpSpPr>
      <p:grpSpPr>
        <a:xfrm>
          <a:off x="0" y="0"/>
          <a:ext cx="0" cy="0"/>
          <a:chOff x="0" y="0"/>
          <a:chExt cx="0" cy="0"/>
        </a:xfrm>
      </p:grpSpPr>
      <p:sp>
        <p:nvSpPr>
          <p:cNvPr id="271" name="Google Shape;271;p41"/>
          <p:cNvSpPr txBox="1"/>
          <p:nvPr>
            <p:ph type="title"/>
          </p:nvPr>
        </p:nvSpPr>
        <p:spPr>
          <a:xfrm>
            <a:off x="320275" y="517575"/>
            <a:ext cx="8407500" cy="459300"/>
          </a:xfrm>
          <a:prstGeom prst="rect">
            <a:avLst/>
          </a:prstGeom>
        </p:spPr>
        <p:txBody>
          <a:bodyPr anchorCtr="0" anchor="t" bIns="91425" lIns="91425" spcFirstLastPara="1" rIns="91425" wrap="square" tIns="91425">
            <a:noAutofit/>
          </a:bodyPr>
          <a:lstStyle>
            <a:lvl1pPr lvl="0">
              <a:spcBef>
                <a:spcPts val="0"/>
              </a:spcBef>
              <a:spcAft>
                <a:spcPts val="0"/>
              </a:spcAft>
              <a:buClr>
                <a:srgbClr val="FFFFFF"/>
              </a:buClr>
              <a:buSzPts val="3600"/>
              <a:buNone/>
              <a:defRPr sz="3600">
                <a:solidFill>
                  <a:srgbClr val="FFFFFF"/>
                </a:solidFill>
              </a:defRPr>
            </a:lvl1pPr>
            <a:lvl2pPr lvl="1">
              <a:spcBef>
                <a:spcPts val="0"/>
              </a:spcBef>
              <a:spcAft>
                <a:spcPts val="0"/>
              </a:spcAft>
              <a:buClr>
                <a:srgbClr val="FFFFFF"/>
              </a:buClr>
              <a:buSzPts val="3600"/>
              <a:buNone/>
              <a:defRPr sz="3600">
                <a:solidFill>
                  <a:srgbClr val="FFFFFF"/>
                </a:solidFill>
              </a:defRPr>
            </a:lvl2pPr>
            <a:lvl3pPr lvl="2">
              <a:spcBef>
                <a:spcPts val="0"/>
              </a:spcBef>
              <a:spcAft>
                <a:spcPts val="0"/>
              </a:spcAft>
              <a:buClr>
                <a:srgbClr val="FFFFFF"/>
              </a:buClr>
              <a:buSzPts val="3600"/>
              <a:buNone/>
              <a:defRPr sz="3600">
                <a:solidFill>
                  <a:srgbClr val="FFFFFF"/>
                </a:solidFill>
              </a:defRPr>
            </a:lvl3pPr>
            <a:lvl4pPr lvl="3">
              <a:spcBef>
                <a:spcPts val="0"/>
              </a:spcBef>
              <a:spcAft>
                <a:spcPts val="0"/>
              </a:spcAft>
              <a:buClr>
                <a:srgbClr val="FFFFFF"/>
              </a:buClr>
              <a:buSzPts val="3600"/>
              <a:buNone/>
              <a:defRPr sz="3600">
                <a:solidFill>
                  <a:srgbClr val="FFFFFF"/>
                </a:solidFill>
              </a:defRPr>
            </a:lvl4pPr>
            <a:lvl5pPr lvl="4">
              <a:spcBef>
                <a:spcPts val="0"/>
              </a:spcBef>
              <a:spcAft>
                <a:spcPts val="0"/>
              </a:spcAft>
              <a:buClr>
                <a:srgbClr val="FFFFFF"/>
              </a:buClr>
              <a:buSzPts val="3600"/>
              <a:buNone/>
              <a:defRPr sz="3600">
                <a:solidFill>
                  <a:srgbClr val="FFFFFF"/>
                </a:solidFill>
              </a:defRPr>
            </a:lvl5pPr>
            <a:lvl6pPr lvl="5">
              <a:spcBef>
                <a:spcPts val="0"/>
              </a:spcBef>
              <a:spcAft>
                <a:spcPts val="0"/>
              </a:spcAft>
              <a:buClr>
                <a:srgbClr val="FFFFFF"/>
              </a:buClr>
              <a:buSzPts val="3600"/>
              <a:buNone/>
              <a:defRPr sz="3600">
                <a:solidFill>
                  <a:srgbClr val="FFFFFF"/>
                </a:solidFill>
              </a:defRPr>
            </a:lvl6pPr>
            <a:lvl7pPr lvl="6">
              <a:spcBef>
                <a:spcPts val="0"/>
              </a:spcBef>
              <a:spcAft>
                <a:spcPts val="0"/>
              </a:spcAft>
              <a:buClr>
                <a:srgbClr val="FFFFFF"/>
              </a:buClr>
              <a:buSzPts val="3600"/>
              <a:buNone/>
              <a:defRPr sz="3600">
                <a:solidFill>
                  <a:srgbClr val="FFFFFF"/>
                </a:solidFill>
              </a:defRPr>
            </a:lvl7pPr>
            <a:lvl8pPr lvl="7">
              <a:spcBef>
                <a:spcPts val="0"/>
              </a:spcBef>
              <a:spcAft>
                <a:spcPts val="0"/>
              </a:spcAft>
              <a:buClr>
                <a:srgbClr val="FFFFFF"/>
              </a:buClr>
              <a:buSzPts val="3600"/>
              <a:buNone/>
              <a:defRPr sz="3600">
                <a:solidFill>
                  <a:srgbClr val="FFFFFF"/>
                </a:solidFill>
              </a:defRPr>
            </a:lvl8pPr>
            <a:lvl9pPr lvl="8">
              <a:spcBef>
                <a:spcPts val="0"/>
              </a:spcBef>
              <a:spcAft>
                <a:spcPts val="0"/>
              </a:spcAft>
              <a:buClr>
                <a:srgbClr val="FFFFFF"/>
              </a:buClr>
              <a:buSzPts val="3600"/>
              <a:buNone/>
              <a:defRPr sz="3600">
                <a:solidFill>
                  <a:srgbClr val="FFFFFF"/>
                </a:solidFill>
              </a:defRPr>
            </a:lvl9pPr>
          </a:lstStyle>
          <a:p/>
        </p:txBody>
      </p:sp>
      <p:sp>
        <p:nvSpPr>
          <p:cNvPr id="272" name="Google Shape;272;p41"/>
          <p:cNvSpPr txBox="1"/>
          <p:nvPr>
            <p:ph idx="12" type="sldNum"/>
          </p:nvPr>
        </p:nvSpPr>
        <p:spPr>
          <a:xfrm>
            <a:off x="457200" y="4662725"/>
            <a:ext cx="2372100" cy="393600"/>
          </a:xfrm>
          <a:prstGeom prst="rect">
            <a:avLst/>
          </a:prstGeom>
          <a:noFill/>
          <a:ln>
            <a:noFill/>
          </a:ln>
        </p:spPr>
        <p:txBody>
          <a:bodyPr anchorCtr="0" anchor="ctr" bIns="91425" lIns="91425" spcFirstLastPara="1" rIns="91425" wrap="square" tIns="91425">
            <a:noAutofit/>
          </a:bodyPr>
          <a:lstStyle>
            <a:lvl1pPr lvl="0">
              <a:lnSpc>
                <a:spcPct val="100000"/>
              </a:lnSpc>
              <a:buNone/>
              <a:defRPr sz="900">
                <a:latin typeface="Proxima Nova"/>
                <a:ea typeface="Proxima Nova"/>
                <a:cs typeface="Proxima Nova"/>
                <a:sym typeface="Proxima Nova"/>
              </a:defRPr>
            </a:lvl1pPr>
            <a:lvl2pPr lvl="1">
              <a:lnSpc>
                <a:spcPct val="100000"/>
              </a:lnSpc>
              <a:buNone/>
              <a:defRPr sz="900">
                <a:latin typeface="Proxima Nova"/>
                <a:ea typeface="Proxima Nova"/>
                <a:cs typeface="Proxima Nova"/>
                <a:sym typeface="Proxima Nova"/>
              </a:defRPr>
            </a:lvl2pPr>
            <a:lvl3pPr lvl="2">
              <a:lnSpc>
                <a:spcPct val="100000"/>
              </a:lnSpc>
              <a:buNone/>
              <a:defRPr sz="900">
                <a:latin typeface="Proxima Nova"/>
                <a:ea typeface="Proxima Nova"/>
                <a:cs typeface="Proxima Nova"/>
                <a:sym typeface="Proxima Nova"/>
              </a:defRPr>
            </a:lvl3pPr>
            <a:lvl4pPr lvl="3">
              <a:lnSpc>
                <a:spcPct val="100000"/>
              </a:lnSpc>
              <a:buNone/>
              <a:defRPr sz="900">
                <a:latin typeface="Proxima Nova"/>
                <a:ea typeface="Proxima Nova"/>
                <a:cs typeface="Proxima Nova"/>
                <a:sym typeface="Proxima Nova"/>
              </a:defRPr>
            </a:lvl4pPr>
            <a:lvl5pPr lvl="4">
              <a:lnSpc>
                <a:spcPct val="100000"/>
              </a:lnSpc>
              <a:buNone/>
              <a:defRPr sz="900">
                <a:latin typeface="Proxima Nova"/>
                <a:ea typeface="Proxima Nova"/>
                <a:cs typeface="Proxima Nova"/>
                <a:sym typeface="Proxima Nova"/>
              </a:defRPr>
            </a:lvl5pPr>
            <a:lvl6pPr lvl="5">
              <a:lnSpc>
                <a:spcPct val="100000"/>
              </a:lnSpc>
              <a:buNone/>
              <a:defRPr sz="900">
                <a:latin typeface="Proxima Nova"/>
                <a:ea typeface="Proxima Nova"/>
                <a:cs typeface="Proxima Nova"/>
                <a:sym typeface="Proxima Nova"/>
              </a:defRPr>
            </a:lvl6pPr>
            <a:lvl7pPr lvl="6">
              <a:lnSpc>
                <a:spcPct val="100000"/>
              </a:lnSpc>
              <a:buNone/>
              <a:defRPr sz="900">
                <a:latin typeface="Proxima Nova"/>
                <a:ea typeface="Proxima Nova"/>
                <a:cs typeface="Proxima Nova"/>
                <a:sym typeface="Proxima Nova"/>
              </a:defRPr>
            </a:lvl7pPr>
            <a:lvl8pPr lvl="7">
              <a:lnSpc>
                <a:spcPct val="100000"/>
              </a:lnSpc>
              <a:buNone/>
              <a:defRPr sz="900">
                <a:latin typeface="Proxima Nova"/>
                <a:ea typeface="Proxima Nova"/>
                <a:cs typeface="Proxima Nova"/>
                <a:sym typeface="Proxima Nova"/>
              </a:defRPr>
            </a:lvl8pPr>
            <a:lvl9pPr lvl="8">
              <a:lnSpc>
                <a:spcPct val="100000"/>
              </a:lnSpc>
              <a:buNone/>
              <a:defRPr sz="900">
                <a:latin typeface="Proxima Nova"/>
                <a:ea typeface="Proxima Nova"/>
                <a:cs typeface="Proxima Nova"/>
                <a:sym typeface="Proxima Nova"/>
              </a:defRPr>
            </a:lvl9pPr>
          </a:lstStyle>
          <a:p>
            <a:pPr indent="0" lvl="0" marL="0" rtl="0" algn="l">
              <a:spcBef>
                <a:spcPts val="0"/>
              </a:spcBef>
              <a:spcAft>
                <a:spcPts val="0"/>
              </a:spcAft>
              <a:buNone/>
            </a:pPr>
            <a:fld id="{00000000-1234-1234-1234-123412341234}" type="slidenum">
              <a:rPr lang="en"/>
              <a:t>‹#›</a:t>
            </a:fld>
            <a:r>
              <a:rPr lang="en"/>
              <a:t> | © 2018 General Assembly</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3" name="Shape 273"/>
        <p:cNvGrpSpPr/>
        <p:nvPr/>
      </p:nvGrpSpPr>
      <p:grpSpPr>
        <a:xfrm>
          <a:off x="0" y="0"/>
          <a:ext cx="0" cy="0"/>
          <a:chOff x="0" y="0"/>
          <a:chExt cx="0" cy="0"/>
        </a:xfrm>
      </p:grpSpPr>
      <p:sp>
        <p:nvSpPr>
          <p:cNvPr id="274" name="Google Shape;274;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p:cSld name="TITLE_AND_BODY_3">
    <p:spTree>
      <p:nvGrpSpPr>
        <p:cNvPr id="275" name="Shape 275"/>
        <p:cNvGrpSpPr/>
        <p:nvPr/>
      </p:nvGrpSpPr>
      <p:grpSpPr>
        <a:xfrm>
          <a:off x="0" y="0"/>
          <a:ext cx="0" cy="0"/>
          <a:chOff x="0" y="0"/>
          <a:chExt cx="0" cy="0"/>
        </a:xfrm>
      </p:grpSpPr>
      <p:pic>
        <p:nvPicPr>
          <p:cNvPr id="276" name="Google Shape;276;p43"/>
          <p:cNvPicPr preferRelativeResize="0"/>
          <p:nvPr/>
        </p:nvPicPr>
        <p:blipFill rotWithShape="1">
          <a:blip r:embed="rId2">
            <a:alphaModFix/>
          </a:blip>
          <a:srcRect b="25490" l="5866" r="82471" t="11494"/>
          <a:stretch/>
        </p:blipFill>
        <p:spPr>
          <a:xfrm>
            <a:off x="-9525" y="-9400"/>
            <a:ext cx="1076277" cy="1147825"/>
          </a:xfrm>
          <a:prstGeom prst="rect">
            <a:avLst/>
          </a:prstGeom>
          <a:noFill/>
          <a:ln>
            <a:noFill/>
          </a:ln>
        </p:spPr>
      </p:pic>
      <p:sp>
        <p:nvSpPr>
          <p:cNvPr id="277" name="Google Shape;277;p43"/>
          <p:cNvSpPr txBox="1"/>
          <p:nvPr>
            <p:ph type="title"/>
          </p:nvPr>
        </p:nvSpPr>
        <p:spPr>
          <a:xfrm>
            <a:off x="785675" y="368825"/>
            <a:ext cx="7572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Font typeface="Helvetica Neue Light"/>
              <a:buNone/>
              <a:defRPr>
                <a:latin typeface="Helvetica Neue Light"/>
                <a:ea typeface="Helvetica Neue Light"/>
                <a:cs typeface="Helvetica Neue Light"/>
                <a:sym typeface="Helvetica Neue Light"/>
              </a:defRPr>
            </a:lvl1pPr>
            <a:lvl2pPr lvl="1">
              <a:spcBef>
                <a:spcPts val="0"/>
              </a:spcBef>
              <a:spcAft>
                <a:spcPts val="0"/>
              </a:spcAft>
              <a:buSzPts val="2800"/>
              <a:buFont typeface="Helvetica Neue"/>
              <a:buNone/>
              <a:defRPr>
                <a:latin typeface="Helvetica Neue"/>
                <a:ea typeface="Helvetica Neue"/>
                <a:cs typeface="Helvetica Neue"/>
                <a:sym typeface="Helvetica Neue"/>
              </a:defRPr>
            </a:lvl2pPr>
            <a:lvl3pPr lvl="2">
              <a:spcBef>
                <a:spcPts val="0"/>
              </a:spcBef>
              <a:spcAft>
                <a:spcPts val="0"/>
              </a:spcAft>
              <a:buSzPts val="2800"/>
              <a:buFont typeface="Helvetica Neue"/>
              <a:buNone/>
              <a:defRPr>
                <a:latin typeface="Helvetica Neue"/>
                <a:ea typeface="Helvetica Neue"/>
                <a:cs typeface="Helvetica Neue"/>
                <a:sym typeface="Helvetica Neue"/>
              </a:defRPr>
            </a:lvl3pPr>
            <a:lvl4pPr lvl="3">
              <a:spcBef>
                <a:spcPts val="0"/>
              </a:spcBef>
              <a:spcAft>
                <a:spcPts val="0"/>
              </a:spcAft>
              <a:buSzPts val="2800"/>
              <a:buFont typeface="Helvetica Neue"/>
              <a:buNone/>
              <a:defRPr>
                <a:latin typeface="Helvetica Neue"/>
                <a:ea typeface="Helvetica Neue"/>
                <a:cs typeface="Helvetica Neue"/>
                <a:sym typeface="Helvetica Neue"/>
              </a:defRPr>
            </a:lvl4pPr>
            <a:lvl5pPr lvl="4">
              <a:spcBef>
                <a:spcPts val="0"/>
              </a:spcBef>
              <a:spcAft>
                <a:spcPts val="0"/>
              </a:spcAft>
              <a:buSzPts val="2800"/>
              <a:buFont typeface="Helvetica Neue"/>
              <a:buNone/>
              <a:defRPr>
                <a:latin typeface="Helvetica Neue"/>
                <a:ea typeface="Helvetica Neue"/>
                <a:cs typeface="Helvetica Neue"/>
                <a:sym typeface="Helvetica Neue"/>
              </a:defRPr>
            </a:lvl5pPr>
            <a:lvl6pPr lvl="5">
              <a:spcBef>
                <a:spcPts val="0"/>
              </a:spcBef>
              <a:spcAft>
                <a:spcPts val="0"/>
              </a:spcAft>
              <a:buSzPts val="2800"/>
              <a:buFont typeface="Helvetica Neue"/>
              <a:buNone/>
              <a:defRPr>
                <a:latin typeface="Helvetica Neue"/>
                <a:ea typeface="Helvetica Neue"/>
                <a:cs typeface="Helvetica Neue"/>
                <a:sym typeface="Helvetica Neue"/>
              </a:defRPr>
            </a:lvl6pPr>
            <a:lvl7pPr lvl="6">
              <a:spcBef>
                <a:spcPts val="0"/>
              </a:spcBef>
              <a:spcAft>
                <a:spcPts val="0"/>
              </a:spcAft>
              <a:buSzPts val="2800"/>
              <a:buFont typeface="Helvetica Neue"/>
              <a:buNone/>
              <a:defRPr>
                <a:latin typeface="Helvetica Neue"/>
                <a:ea typeface="Helvetica Neue"/>
                <a:cs typeface="Helvetica Neue"/>
                <a:sym typeface="Helvetica Neue"/>
              </a:defRPr>
            </a:lvl7pPr>
            <a:lvl8pPr lvl="7">
              <a:spcBef>
                <a:spcPts val="0"/>
              </a:spcBef>
              <a:spcAft>
                <a:spcPts val="0"/>
              </a:spcAft>
              <a:buSzPts val="2800"/>
              <a:buFont typeface="Helvetica Neue"/>
              <a:buNone/>
              <a:defRPr>
                <a:latin typeface="Helvetica Neue"/>
                <a:ea typeface="Helvetica Neue"/>
                <a:cs typeface="Helvetica Neue"/>
                <a:sym typeface="Helvetica Neue"/>
              </a:defRPr>
            </a:lvl8pPr>
            <a:lvl9pPr lvl="8">
              <a:spcBef>
                <a:spcPts val="0"/>
              </a:spcBef>
              <a:spcAft>
                <a:spcPts val="0"/>
              </a:spcAft>
              <a:buSzPts val="2800"/>
              <a:buFont typeface="Helvetica Neue"/>
              <a:buNone/>
              <a:defRPr>
                <a:latin typeface="Helvetica Neue"/>
                <a:ea typeface="Helvetica Neue"/>
                <a:cs typeface="Helvetica Neue"/>
                <a:sym typeface="Helvetica Neue"/>
              </a:defRPr>
            </a:lvl9pPr>
          </a:lstStyle>
          <a:p/>
        </p:txBody>
      </p:sp>
      <p:sp>
        <p:nvSpPr>
          <p:cNvPr id="278" name="Google Shape;278;p43"/>
          <p:cNvSpPr txBox="1"/>
          <p:nvPr>
            <p:ph idx="1" type="body"/>
          </p:nvPr>
        </p:nvSpPr>
        <p:spPr>
          <a:xfrm>
            <a:off x="785675" y="1363075"/>
            <a:ext cx="7572600" cy="3205800"/>
          </a:xfrm>
          <a:prstGeom prst="rect">
            <a:avLst/>
          </a:prstGeom>
        </p:spPr>
        <p:txBody>
          <a:bodyPr anchorCtr="0" anchor="t" bIns="91425" lIns="91425" spcFirstLastPara="1" rIns="91425" wrap="square" tIns="91425">
            <a:noAutofit/>
          </a:bodyPr>
          <a:lstStyle>
            <a:lvl1pPr indent="-342900" lvl="0" marL="457200">
              <a:lnSpc>
                <a:spcPct val="114000"/>
              </a:lnSpc>
              <a:spcBef>
                <a:spcPts val="0"/>
              </a:spcBef>
              <a:spcAft>
                <a:spcPts val="0"/>
              </a:spcAft>
              <a:buSzPts val="1800"/>
              <a:buFont typeface="Helvetica Neue Light"/>
              <a:buChar char="●"/>
              <a:defRPr>
                <a:latin typeface="Helvetica Neue Light"/>
                <a:ea typeface="Helvetica Neue Light"/>
                <a:cs typeface="Helvetica Neue Light"/>
                <a:sym typeface="Helvetica Neue Light"/>
              </a:defRPr>
            </a:lvl1pPr>
            <a:lvl2pPr indent="-317500" lvl="1" marL="9144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2pPr>
            <a:lvl3pPr indent="-317500" lvl="2" marL="13716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3pPr>
            <a:lvl4pPr indent="-317500" lvl="3" marL="18288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4pPr>
            <a:lvl5pPr indent="-317500" lvl="4" marL="22860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5pPr>
            <a:lvl6pPr indent="-317500" lvl="5" marL="27432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6pPr>
            <a:lvl7pPr indent="-317500" lvl="6" marL="32004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7pPr>
            <a:lvl8pPr indent="-317500" lvl="7" marL="36576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8pPr>
            <a:lvl9pPr indent="-317500" lvl="8" marL="41148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9pPr>
          </a:lstStyle>
          <a:p/>
        </p:txBody>
      </p:sp>
      <p:sp>
        <p:nvSpPr>
          <p:cNvPr id="279" name="Google Shape;279;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280" name="Google Shape;280;p43"/>
          <p:cNvPicPr preferRelativeResize="0"/>
          <p:nvPr/>
        </p:nvPicPr>
        <p:blipFill rotWithShape="1">
          <a:blip r:embed="rId3">
            <a:alphaModFix/>
          </a:blip>
          <a:srcRect b="23144" l="19848" r="19842" t="23144"/>
          <a:stretch/>
        </p:blipFill>
        <p:spPr>
          <a:xfrm>
            <a:off x="8154475" y="4661112"/>
            <a:ext cx="446675" cy="397822"/>
          </a:xfrm>
          <a:prstGeom prst="rect">
            <a:avLst/>
          </a:prstGeom>
          <a:noFill/>
          <a:ln>
            <a:noFill/>
          </a:ln>
        </p:spPr>
      </p:pic>
      <p:pic>
        <p:nvPicPr>
          <p:cNvPr id="281" name="Google Shape;281;p43"/>
          <p:cNvPicPr preferRelativeResize="0"/>
          <p:nvPr/>
        </p:nvPicPr>
        <p:blipFill rotWithShape="1">
          <a:blip r:embed="rId2">
            <a:alphaModFix/>
          </a:blip>
          <a:srcRect b="25490" l="83383" r="4308" t="11494"/>
          <a:stretch/>
        </p:blipFill>
        <p:spPr>
          <a:xfrm>
            <a:off x="8017625" y="-7025"/>
            <a:ext cx="1135900" cy="1147800"/>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it Ticket - Solution">
  <p:cSld name="CUSTOM_6_2_1_1_1_1_1">
    <p:spTree>
      <p:nvGrpSpPr>
        <p:cNvPr id="282" name="Shape 282"/>
        <p:cNvGrpSpPr/>
        <p:nvPr/>
      </p:nvGrpSpPr>
      <p:grpSpPr>
        <a:xfrm>
          <a:off x="0" y="0"/>
          <a:ext cx="0" cy="0"/>
          <a:chOff x="0" y="0"/>
          <a:chExt cx="0" cy="0"/>
        </a:xfrm>
      </p:grpSpPr>
      <p:pic>
        <p:nvPicPr>
          <p:cNvPr id="283" name="Google Shape;283;p44"/>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284" name="Google Shape;284;p4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85" name="Google Shape;285;p4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86" name="Google Shape;286;p44"/>
          <p:cNvSpPr txBox="1"/>
          <p:nvPr>
            <p:ph idx="1" type="subTitle"/>
          </p:nvPr>
        </p:nvSpPr>
        <p:spPr>
          <a:xfrm>
            <a:off x="4454075" y="1260500"/>
            <a:ext cx="4346700" cy="34950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87" name="Google Shape;287;p4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88" name="Google Shape;288;p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89" name="Google Shape;289;p44"/>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290" name="Google Shape;290;p4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91" name="Google Shape;291;p4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ard">
  <p:cSld name="CUSTOM_8">
    <p:spTree>
      <p:nvGrpSpPr>
        <p:cNvPr id="292" name="Shape 292"/>
        <p:cNvGrpSpPr/>
        <p:nvPr/>
      </p:nvGrpSpPr>
      <p:grpSpPr>
        <a:xfrm>
          <a:off x="0" y="0"/>
          <a:ext cx="0" cy="0"/>
          <a:chOff x="0" y="0"/>
          <a:chExt cx="0" cy="0"/>
        </a:xfrm>
      </p:grpSpPr>
      <p:pic>
        <p:nvPicPr>
          <p:cNvPr descr="Divider4.png" id="293" name="Google Shape;293;p45"/>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294" name="Google Shape;294;p45"/>
          <p:cNvPicPr preferRelativeResize="0"/>
          <p:nvPr/>
        </p:nvPicPr>
        <p:blipFill>
          <a:blip r:embed="rId3">
            <a:alphaModFix/>
          </a:blip>
          <a:stretch>
            <a:fillRect/>
          </a:stretch>
        </p:blipFill>
        <p:spPr>
          <a:xfrm>
            <a:off x="5781725" y="106625"/>
            <a:ext cx="3208724" cy="759025"/>
          </a:xfrm>
          <a:prstGeom prst="rect">
            <a:avLst/>
          </a:prstGeom>
          <a:noFill/>
          <a:ln>
            <a:noFill/>
          </a:ln>
        </p:spPr>
      </p:pic>
      <p:sp>
        <p:nvSpPr>
          <p:cNvPr id="295" name="Google Shape;295;p45"/>
          <p:cNvSpPr txBox="1"/>
          <p:nvPr>
            <p:ph type="title"/>
          </p:nvPr>
        </p:nvSpPr>
        <p:spPr>
          <a:xfrm>
            <a:off x="1628200" y="1807975"/>
            <a:ext cx="5887800" cy="6510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296" name="Google Shape;296;p45"/>
          <p:cNvSpPr txBox="1"/>
          <p:nvPr>
            <p:ph idx="1" type="subTitle"/>
          </p:nvPr>
        </p:nvSpPr>
        <p:spPr>
          <a:xfrm>
            <a:off x="3582400" y="3009550"/>
            <a:ext cx="1979100" cy="356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Blue) 1">
  <p:cSld name="TITLE_AND_BODY_1_3_2_2">
    <p:bg>
      <p:bgPr>
        <a:solidFill>
          <a:srgbClr val="1A1D54"/>
        </a:solidFill>
      </p:bgPr>
    </p:bg>
    <p:spTree>
      <p:nvGrpSpPr>
        <p:cNvPr id="297" name="Shape 297"/>
        <p:cNvGrpSpPr/>
        <p:nvPr/>
      </p:nvGrpSpPr>
      <p:grpSpPr>
        <a:xfrm>
          <a:off x="0" y="0"/>
          <a:ext cx="0" cy="0"/>
          <a:chOff x="0" y="0"/>
          <a:chExt cx="0" cy="0"/>
        </a:xfrm>
      </p:grpSpPr>
      <p:sp>
        <p:nvSpPr>
          <p:cNvPr id="298" name="Google Shape;298;p46"/>
          <p:cNvSpPr txBox="1"/>
          <p:nvPr>
            <p:ph type="title"/>
          </p:nvPr>
        </p:nvSpPr>
        <p:spPr>
          <a:xfrm>
            <a:off x="457200" y="445025"/>
            <a:ext cx="7632900" cy="570900"/>
          </a:xfrm>
          <a:prstGeom prst="rect">
            <a:avLst/>
          </a:prstGeom>
        </p:spPr>
        <p:txBody>
          <a:bodyPr anchorCtr="0" anchor="t" bIns="91425" lIns="0" spcFirstLastPara="1" rIns="0" wrap="square" tIns="91425">
            <a:noAutofit/>
          </a:bodyPr>
          <a:lstStyle>
            <a:lvl1pPr lvl="0">
              <a:spcBef>
                <a:spcPts val="0"/>
              </a:spcBef>
              <a:spcAft>
                <a:spcPts val="0"/>
              </a:spcAft>
              <a:buClr>
                <a:schemeClr val="lt1"/>
              </a:buClr>
              <a:buSzPts val="2800"/>
              <a:buFont typeface="Space Mono"/>
              <a:buNone/>
              <a:defRPr b="0">
                <a:solidFill>
                  <a:schemeClr val="lt1"/>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299" name="Google Shape;299;p46"/>
          <p:cNvSpPr txBox="1"/>
          <p:nvPr>
            <p:ph idx="12" type="sldNum"/>
          </p:nvPr>
        </p:nvSpPr>
        <p:spPr>
          <a:xfrm>
            <a:off x="8330129" y="4686300"/>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0C98E"/>
                </a:solidFill>
              </a:defRPr>
            </a:lvl1pPr>
            <a:lvl2pPr lvl="1">
              <a:buNone/>
              <a:defRPr>
                <a:solidFill>
                  <a:srgbClr val="00C98E"/>
                </a:solidFill>
              </a:defRPr>
            </a:lvl2pPr>
            <a:lvl3pPr lvl="2">
              <a:buNone/>
              <a:defRPr>
                <a:solidFill>
                  <a:srgbClr val="00C98E"/>
                </a:solidFill>
              </a:defRPr>
            </a:lvl3pPr>
            <a:lvl4pPr lvl="3">
              <a:buNone/>
              <a:defRPr>
                <a:solidFill>
                  <a:srgbClr val="00C98E"/>
                </a:solidFill>
              </a:defRPr>
            </a:lvl4pPr>
            <a:lvl5pPr lvl="4">
              <a:buNone/>
              <a:defRPr>
                <a:solidFill>
                  <a:srgbClr val="00C98E"/>
                </a:solidFill>
              </a:defRPr>
            </a:lvl5pPr>
            <a:lvl6pPr lvl="5">
              <a:buNone/>
              <a:defRPr>
                <a:solidFill>
                  <a:srgbClr val="00C98E"/>
                </a:solidFill>
              </a:defRPr>
            </a:lvl6pPr>
            <a:lvl7pPr lvl="6">
              <a:buNone/>
              <a:defRPr>
                <a:solidFill>
                  <a:srgbClr val="00C98E"/>
                </a:solidFill>
              </a:defRPr>
            </a:lvl7pPr>
            <a:lvl8pPr lvl="7">
              <a:buNone/>
              <a:defRPr>
                <a:solidFill>
                  <a:srgbClr val="00C98E"/>
                </a:solidFill>
              </a:defRPr>
            </a:lvl8pPr>
            <a:lvl9pPr lvl="8">
              <a:buNone/>
              <a:defRPr>
                <a:solidFill>
                  <a:srgbClr val="00C98E"/>
                </a:solidFill>
              </a:defRPr>
            </a:lvl9pPr>
          </a:lstStyle>
          <a:p>
            <a:pPr indent="0" lvl="0" marL="0" rtl="0" algn="l">
              <a:spcBef>
                <a:spcPts val="0"/>
              </a:spcBef>
              <a:spcAft>
                <a:spcPts val="0"/>
              </a:spcAft>
              <a:buNone/>
            </a:pPr>
            <a:fld id="{00000000-1234-1234-1234-123412341234}" type="slidenum">
              <a:rPr lang="en"/>
              <a:t>‹#›</a:t>
            </a:fld>
            <a:endParaRPr/>
          </a:p>
        </p:txBody>
      </p:sp>
      <p:cxnSp>
        <p:nvCxnSpPr>
          <p:cNvPr id="300" name="Google Shape;300;p46"/>
          <p:cNvCxnSpPr/>
          <p:nvPr/>
        </p:nvCxnSpPr>
        <p:spPr>
          <a:xfrm>
            <a:off x="450488" y="1206557"/>
            <a:ext cx="8227800" cy="0"/>
          </a:xfrm>
          <a:prstGeom prst="straightConnector1">
            <a:avLst/>
          </a:prstGeom>
          <a:noFill/>
          <a:ln cap="flat" cmpd="sng" w="19050">
            <a:solidFill>
              <a:srgbClr val="EFEFEF"/>
            </a:solidFill>
            <a:prstDash val="solid"/>
            <a:miter lim="400000"/>
            <a:headEnd len="sm" w="sm" type="none"/>
            <a:tailEnd len="sm" w="sm" type="none"/>
          </a:ln>
        </p:spPr>
      </p:cxnSp>
      <p:pic>
        <p:nvPicPr>
          <p:cNvPr id="301" name="Google Shape;301;p46"/>
          <p:cNvPicPr preferRelativeResize="0"/>
          <p:nvPr/>
        </p:nvPicPr>
        <p:blipFill rotWithShape="1">
          <a:blip r:embed="rId2">
            <a:alphaModFix/>
          </a:blip>
          <a:srcRect b="2043" l="0" r="0" t="2043"/>
          <a:stretch/>
        </p:blipFill>
        <p:spPr>
          <a:xfrm>
            <a:off x="460424" y="4686301"/>
            <a:ext cx="1099789" cy="97150"/>
          </a:xfrm>
          <a:prstGeom prst="rect">
            <a:avLst/>
          </a:prstGeom>
          <a:noFill/>
          <a:ln>
            <a:noFill/>
          </a:ln>
        </p:spPr>
      </p:pic>
      <p:sp>
        <p:nvSpPr>
          <p:cNvPr id="302" name="Google Shape;302;p46"/>
          <p:cNvSpPr txBox="1"/>
          <p:nvPr>
            <p:ph idx="1" type="body"/>
          </p:nvPr>
        </p:nvSpPr>
        <p:spPr>
          <a:xfrm>
            <a:off x="450500" y="1397175"/>
            <a:ext cx="8227800" cy="297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00C98E"/>
              </a:buClr>
              <a:buSzPts val="1800"/>
              <a:buChar char="●"/>
              <a:defRPr>
                <a:solidFill>
                  <a:schemeClr val="lt1"/>
                </a:solidFill>
              </a:defRPr>
            </a:lvl1pPr>
            <a:lvl2pPr indent="-317500" lvl="1" marL="914400">
              <a:spcBef>
                <a:spcPts val="1600"/>
              </a:spcBef>
              <a:spcAft>
                <a:spcPts val="0"/>
              </a:spcAft>
              <a:buClr>
                <a:srgbClr val="00C98E"/>
              </a:buClr>
              <a:buSzPts val="1400"/>
              <a:buChar char="○"/>
              <a:defRPr>
                <a:solidFill>
                  <a:schemeClr val="lt1"/>
                </a:solidFill>
              </a:defRPr>
            </a:lvl2pPr>
            <a:lvl3pPr indent="-317500" lvl="2" marL="1371600">
              <a:spcBef>
                <a:spcPts val="1600"/>
              </a:spcBef>
              <a:spcAft>
                <a:spcPts val="0"/>
              </a:spcAft>
              <a:buClr>
                <a:srgbClr val="00C98E"/>
              </a:buClr>
              <a:buSzPts val="1400"/>
              <a:buChar char="■"/>
              <a:defRPr>
                <a:solidFill>
                  <a:schemeClr val="lt1"/>
                </a:solidFill>
              </a:defRPr>
            </a:lvl3pPr>
            <a:lvl4pPr indent="-317500" lvl="3" marL="1828800">
              <a:spcBef>
                <a:spcPts val="1600"/>
              </a:spcBef>
              <a:spcAft>
                <a:spcPts val="0"/>
              </a:spcAft>
              <a:buClr>
                <a:srgbClr val="00C98E"/>
              </a:buClr>
              <a:buSzPts val="1400"/>
              <a:buChar char="●"/>
              <a:defRPr>
                <a:solidFill>
                  <a:schemeClr val="lt1"/>
                </a:solidFill>
              </a:defRPr>
            </a:lvl4pPr>
            <a:lvl5pPr indent="-317500" lvl="4" marL="2286000">
              <a:spcBef>
                <a:spcPts val="1600"/>
              </a:spcBef>
              <a:spcAft>
                <a:spcPts val="0"/>
              </a:spcAft>
              <a:buClr>
                <a:srgbClr val="00C98E"/>
              </a:buClr>
              <a:buSzPts val="1400"/>
              <a:buChar char="○"/>
              <a:defRPr>
                <a:solidFill>
                  <a:schemeClr val="lt1"/>
                </a:solidFill>
              </a:defRPr>
            </a:lvl5pPr>
            <a:lvl6pPr indent="-317500" lvl="5" marL="2743200">
              <a:spcBef>
                <a:spcPts val="1600"/>
              </a:spcBef>
              <a:spcAft>
                <a:spcPts val="0"/>
              </a:spcAft>
              <a:buClr>
                <a:srgbClr val="00C98E"/>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omparison Three">
  <p:cSld name="TITLE_AND_BODY_1_3_2_1_1_1_1_1_1_1_1_1_1_1_1_1_1_1_1_1_2">
    <p:bg>
      <p:bgPr>
        <a:solidFill>
          <a:schemeClr val="lt1"/>
        </a:solidFill>
      </p:bgPr>
    </p:bg>
    <p:spTree>
      <p:nvGrpSpPr>
        <p:cNvPr id="303" name="Shape 303"/>
        <p:cNvGrpSpPr/>
        <p:nvPr/>
      </p:nvGrpSpPr>
      <p:grpSpPr>
        <a:xfrm>
          <a:off x="0" y="0"/>
          <a:ext cx="0" cy="0"/>
          <a:chOff x="0" y="0"/>
          <a:chExt cx="0" cy="0"/>
        </a:xfrm>
      </p:grpSpPr>
      <p:pic>
        <p:nvPicPr>
          <p:cNvPr id="304" name="Google Shape;304;p47"/>
          <p:cNvPicPr preferRelativeResize="0"/>
          <p:nvPr/>
        </p:nvPicPr>
        <p:blipFill rotWithShape="1">
          <a:blip r:embed="rId2">
            <a:alphaModFix/>
          </a:blip>
          <a:srcRect b="0" l="27599" r="0" t="8809"/>
          <a:stretch/>
        </p:blipFill>
        <p:spPr>
          <a:xfrm rot="-10799985">
            <a:off x="6844249" y="1534556"/>
            <a:ext cx="2375951" cy="3685139"/>
          </a:xfrm>
          <a:prstGeom prst="rect">
            <a:avLst/>
          </a:prstGeom>
          <a:noFill/>
          <a:ln>
            <a:noFill/>
          </a:ln>
        </p:spPr>
      </p:pic>
      <p:cxnSp>
        <p:nvCxnSpPr>
          <p:cNvPr id="305" name="Google Shape;305;p47"/>
          <p:cNvCxnSpPr/>
          <p:nvPr/>
        </p:nvCxnSpPr>
        <p:spPr>
          <a:xfrm>
            <a:off x="450488" y="1343476"/>
            <a:ext cx="6643800" cy="0"/>
          </a:xfrm>
          <a:prstGeom prst="straightConnector1">
            <a:avLst/>
          </a:prstGeom>
          <a:noFill/>
          <a:ln cap="flat" cmpd="sng" w="19050">
            <a:solidFill>
              <a:srgbClr val="EFEFEF"/>
            </a:solidFill>
            <a:prstDash val="solid"/>
            <a:miter lim="400000"/>
            <a:headEnd len="sm" w="sm" type="none"/>
            <a:tailEnd len="sm" w="sm" type="none"/>
          </a:ln>
        </p:spPr>
      </p:cxnSp>
      <p:sp>
        <p:nvSpPr>
          <p:cNvPr id="306" name="Google Shape;306;p47"/>
          <p:cNvSpPr txBox="1"/>
          <p:nvPr>
            <p:ph type="title"/>
          </p:nvPr>
        </p:nvSpPr>
        <p:spPr>
          <a:xfrm>
            <a:off x="450500" y="347200"/>
            <a:ext cx="6643800" cy="738900"/>
          </a:xfrm>
          <a:prstGeom prst="rect">
            <a:avLst/>
          </a:prstGeom>
        </p:spPr>
        <p:txBody>
          <a:bodyPr anchorCtr="0" anchor="t" bIns="91425" lIns="0" spcFirstLastPara="1" rIns="0" wrap="square" tIns="91425">
            <a:noAutofit/>
          </a:bodyPr>
          <a:lstStyle>
            <a:lvl1pPr lvl="0">
              <a:spcBef>
                <a:spcPts val="0"/>
              </a:spcBef>
              <a:spcAft>
                <a:spcPts val="0"/>
              </a:spcAft>
              <a:buClr>
                <a:srgbClr val="053053"/>
              </a:buClr>
              <a:buSzPts val="2200"/>
              <a:buFont typeface="Space Mono"/>
              <a:buNone/>
              <a:defRPr b="0" sz="2200">
                <a:solidFill>
                  <a:srgbClr val="053053"/>
                </a:solidFill>
                <a:latin typeface="Space Mono"/>
                <a:ea typeface="Space Mono"/>
                <a:cs typeface="Space Mono"/>
                <a:sym typeface="Space Mono"/>
              </a:defRPr>
            </a:lvl1pPr>
            <a:lvl2pPr lvl="1">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2pPr>
            <a:lvl3pPr lvl="2">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3pPr>
            <a:lvl4pPr lvl="3">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4pPr>
            <a:lvl5pPr lvl="4">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5pPr>
            <a:lvl6pPr lvl="5">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6pPr>
            <a:lvl7pPr lvl="6">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7pPr>
            <a:lvl8pPr lvl="7">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8pPr>
            <a:lvl9pPr lvl="8">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9pPr>
          </a:lstStyle>
          <a:p/>
        </p:txBody>
      </p:sp>
      <p:pic>
        <p:nvPicPr>
          <p:cNvPr id="307" name="Google Shape;307;p47"/>
          <p:cNvPicPr preferRelativeResize="0"/>
          <p:nvPr/>
        </p:nvPicPr>
        <p:blipFill rotWithShape="1">
          <a:blip r:embed="rId3">
            <a:alphaModFix/>
          </a:blip>
          <a:srcRect b="2135" l="0" r="0" t="2135"/>
          <a:stretch/>
        </p:blipFill>
        <p:spPr>
          <a:xfrm>
            <a:off x="447850" y="4686300"/>
            <a:ext cx="1099802" cy="97160"/>
          </a:xfrm>
          <a:prstGeom prst="rect">
            <a:avLst/>
          </a:prstGeom>
          <a:noFill/>
          <a:ln>
            <a:noFill/>
          </a:ln>
        </p:spPr>
      </p:pic>
      <p:cxnSp>
        <p:nvCxnSpPr>
          <p:cNvPr id="308" name="Google Shape;308;p47"/>
          <p:cNvCxnSpPr/>
          <p:nvPr/>
        </p:nvCxnSpPr>
        <p:spPr>
          <a:xfrm>
            <a:off x="450488" y="1343476"/>
            <a:ext cx="6643800" cy="0"/>
          </a:xfrm>
          <a:prstGeom prst="straightConnector1">
            <a:avLst/>
          </a:prstGeom>
          <a:noFill/>
          <a:ln cap="flat" cmpd="sng" w="19050">
            <a:solidFill>
              <a:srgbClr val="EFEFEF"/>
            </a:solidFill>
            <a:prstDash val="solid"/>
            <a:miter lim="400000"/>
            <a:headEnd len="sm" w="sm" type="none"/>
            <a:tailEnd len="sm" w="sm" type="none"/>
          </a:ln>
        </p:spPr>
      </p:cxnSp>
      <p:sp>
        <p:nvSpPr>
          <p:cNvPr id="309" name="Google Shape;309;p47"/>
          <p:cNvSpPr txBox="1"/>
          <p:nvPr>
            <p:ph idx="1" type="subTitle"/>
          </p:nvPr>
        </p:nvSpPr>
        <p:spPr>
          <a:xfrm>
            <a:off x="450500"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sp>
        <p:nvSpPr>
          <p:cNvPr id="310" name="Google Shape;310;p47"/>
          <p:cNvSpPr txBox="1"/>
          <p:nvPr>
            <p:ph idx="12" type="sldNum"/>
          </p:nvPr>
        </p:nvSpPr>
        <p:spPr>
          <a:xfrm>
            <a:off x="8330104" y="4683775"/>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53053"/>
                </a:solidFill>
                <a:latin typeface="Space Mono"/>
                <a:ea typeface="Space Mono"/>
                <a:cs typeface="Space Mono"/>
                <a:sym typeface="Space Mono"/>
              </a:defRPr>
            </a:lvl1pPr>
            <a:lvl2pPr lvl="1">
              <a:buNone/>
              <a:defRPr>
                <a:solidFill>
                  <a:srgbClr val="053053"/>
                </a:solidFill>
                <a:latin typeface="Space Mono"/>
                <a:ea typeface="Space Mono"/>
                <a:cs typeface="Space Mono"/>
                <a:sym typeface="Space Mono"/>
              </a:defRPr>
            </a:lvl2pPr>
            <a:lvl3pPr lvl="2">
              <a:buNone/>
              <a:defRPr>
                <a:solidFill>
                  <a:srgbClr val="053053"/>
                </a:solidFill>
                <a:latin typeface="Space Mono"/>
                <a:ea typeface="Space Mono"/>
                <a:cs typeface="Space Mono"/>
                <a:sym typeface="Space Mono"/>
              </a:defRPr>
            </a:lvl3pPr>
            <a:lvl4pPr lvl="3">
              <a:buNone/>
              <a:defRPr>
                <a:solidFill>
                  <a:srgbClr val="053053"/>
                </a:solidFill>
                <a:latin typeface="Space Mono"/>
                <a:ea typeface="Space Mono"/>
                <a:cs typeface="Space Mono"/>
                <a:sym typeface="Space Mono"/>
              </a:defRPr>
            </a:lvl4pPr>
            <a:lvl5pPr lvl="4">
              <a:buNone/>
              <a:defRPr>
                <a:solidFill>
                  <a:srgbClr val="053053"/>
                </a:solidFill>
                <a:latin typeface="Space Mono"/>
                <a:ea typeface="Space Mono"/>
                <a:cs typeface="Space Mono"/>
                <a:sym typeface="Space Mono"/>
              </a:defRPr>
            </a:lvl5pPr>
            <a:lvl6pPr lvl="5">
              <a:buNone/>
              <a:defRPr>
                <a:solidFill>
                  <a:srgbClr val="053053"/>
                </a:solidFill>
                <a:latin typeface="Space Mono"/>
                <a:ea typeface="Space Mono"/>
                <a:cs typeface="Space Mono"/>
                <a:sym typeface="Space Mono"/>
              </a:defRPr>
            </a:lvl6pPr>
            <a:lvl7pPr lvl="6">
              <a:buNone/>
              <a:defRPr>
                <a:solidFill>
                  <a:srgbClr val="053053"/>
                </a:solidFill>
                <a:latin typeface="Space Mono"/>
                <a:ea typeface="Space Mono"/>
                <a:cs typeface="Space Mono"/>
                <a:sym typeface="Space Mono"/>
              </a:defRPr>
            </a:lvl7pPr>
            <a:lvl8pPr lvl="7">
              <a:buNone/>
              <a:defRPr>
                <a:solidFill>
                  <a:srgbClr val="053053"/>
                </a:solidFill>
                <a:latin typeface="Space Mono"/>
                <a:ea typeface="Space Mono"/>
                <a:cs typeface="Space Mono"/>
                <a:sym typeface="Space Mono"/>
              </a:defRPr>
            </a:lvl8pPr>
            <a:lvl9pPr lvl="8">
              <a:buNone/>
              <a:defRPr>
                <a:solidFill>
                  <a:srgbClr val="053053"/>
                </a:solidFill>
                <a:latin typeface="Space Mono"/>
                <a:ea typeface="Space Mono"/>
                <a:cs typeface="Space Mono"/>
                <a:sym typeface="Space Mono"/>
              </a:defRPr>
            </a:lvl9pPr>
          </a:lstStyle>
          <a:p>
            <a:pPr indent="0" lvl="0" marL="0" rtl="0" algn="l">
              <a:spcBef>
                <a:spcPts val="0"/>
              </a:spcBef>
              <a:spcAft>
                <a:spcPts val="0"/>
              </a:spcAft>
              <a:buNone/>
            </a:pPr>
            <a:fld id="{00000000-1234-1234-1234-123412341234}" type="slidenum">
              <a:rPr lang="en"/>
              <a:t>‹#›</a:t>
            </a:fld>
            <a:endParaRPr/>
          </a:p>
        </p:txBody>
      </p:sp>
      <p:sp>
        <p:nvSpPr>
          <p:cNvPr id="311" name="Google Shape;311;p47"/>
          <p:cNvSpPr txBox="1"/>
          <p:nvPr>
            <p:ph idx="2" type="subTitle"/>
          </p:nvPr>
        </p:nvSpPr>
        <p:spPr>
          <a:xfrm>
            <a:off x="3304925"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cxnSp>
        <p:nvCxnSpPr>
          <p:cNvPr id="312" name="Google Shape;312;p47"/>
          <p:cNvCxnSpPr/>
          <p:nvPr/>
        </p:nvCxnSpPr>
        <p:spPr>
          <a:xfrm>
            <a:off x="3146950" y="1772550"/>
            <a:ext cx="0" cy="2275500"/>
          </a:xfrm>
          <a:prstGeom prst="straightConnector1">
            <a:avLst/>
          </a:prstGeom>
          <a:noFill/>
          <a:ln cap="flat" cmpd="sng" w="9525">
            <a:solidFill>
              <a:srgbClr val="053053"/>
            </a:solidFill>
            <a:prstDash val="solid"/>
            <a:miter lim="400000"/>
            <a:headEnd len="sm" w="sm" type="none"/>
            <a:tailEnd len="sm" w="sm" type="none"/>
          </a:ln>
        </p:spPr>
      </p:cxnSp>
      <p:cxnSp>
        <p:nvCxnSpPr>
          <p:cNvPr id="313" name="Google Shape;313;p47"/>
          <p:cNvCxnSpPr/>
          <p:nvPr/>
        </p:nvCxnSpPr>
        <p:spPr>
          <a:xfrm>
            <a:off x="5997050" y="1772550"/>
            <a:ext cx="0" cy="2275500"/>
          </a:xfrm>
          <a:prstGeom prst="straightConnector1">
            <a:avLst/>
          </a:prstGeom>
          <a:noFill/>
          <a:ln cap="flat" cmpd="sng" w="9525">
            <a:solidFill>
              <a:srgbClr val="053053"/>
            </a:solidFill>
            <a:prstDash val="solid"/>
            <a:miter lim="400000"/>
            <a:headEnd len="sm" w="sm" type="none"/>
            <a:tailEnd len="sm" w="sm" type="none"/>
          </a:ln>
        </p:spPr>
      </p:cxnSp>
      <p:sp>
        <p:nvSpPr>
          <p:cNvPr id="314" name="Google Shape;314;p47"/>
          <p:cNvSpPr txBox="1"/>
          <p:nvPr>
            <p:ph idx="3" type="subTitle"/>
          </p:nvPr>
        </p:nvSpPr>
        <p:spPr>
          <a:xfrm>
            <a:off x="6159875"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sp>
        <p:nvSpPr>
          <p:cNvPr id="315" name="Google Shape;315;p47"/>
          <p:cNvSpPr txBox="1"/>
          <p:nvPr>
            <p:ph idx="4" type="body"/>
          </p:nvPr>
        </p:nvSpPr>
        <p:spPr>
          <a:xfrm>
            <a:off x="454099"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
        <p:nvSpPr>
          <p:cNvPr id="316" name="Google Shape;316;p47"/>
          <p:cNvSpPr txBox="1"/>
          <p:nvPr>
            <p:ph idx="5" type="body"/>
          </p:nvPr>
        </p:nvSpPr>
        <p:spPr>
          <a:xfrm>
            <a:off x="3304056"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
        <p:nvSpPr>
          <p:cNvPr id="317" name="Google Shape;317;p47"/>
          <p:cNvSpPr txBox="1"/>
          <p:nvPr>
            <p:ph idx="6" type="body"/>
          </p:nvPr>
        </p:nvSpPr>
        <p:spPr>
          <a:xfrm>
            <a:off x="6159881"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Subtitle + Bullets (Blue)">
  <p:cSld name="TITLE_AND_BODY_1_3_2_1_1_1_1_1">
    <p:bg>
      <p:bgPr>
        <a:solidFill>
          <a:schemeClr val="lt1"/>
        </a:solidFill>
      </p:bgPr>
    </p:bg>
    <p:spTree>
      <p:nvGrpSpPr>
        <p:cNvPr id="318" name="Shape 318"/>
        <p:cNvGrpSpPr/>
        <p:nvPr/>
      </p:nvGrpSpPr>
      <p:grpSpPr>
        <a:xfrm>
          <a:off x="0" y="0"/>
          <a:ext cx="0" cy="0"/>
          <a:chOff x="0" y="0"/>
          <a:chExt cx="0" cy="0"/>
        </a:xfrm>
      </p:grpSpPr>
      <p:sp>
        <p:nvSpPr>
          <p:cNvPr id="319" name="Google Shape;319;p48"/>
          <p:cNvSpPr txBox="1"/>
          <p:nvPr>
            <p:ph type="title"/>
          </p:nvPr>
        </p:nvSpPr>
        <p:spPr>
          <a:xfrm>
            <a:off x="457200" y="445025"/>
            <a:ext cx="26475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sz="280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320" name="Google Shape;320;p48"/>
          <p:cNvSpPr txBox="1"/>
          <p:nvPr>
            <p:ph idx="1" type="body"/>
          </p:nvPr>
        </p:nvSpPr>
        <p:spPr>
          <a:xfrm>
            <a:off x="3946300" y="816039"/>
            <a:ext cx="4886100" cy="29790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053053"/>
              </a:buClr>
              <a:buSzPts val="1200"/>
              <a:buFont typeface="Poppins Light"/>
              <a:buChar char="■"/>
              <a:defRPr sz="1200">
                <a:solidFill>
                  <a:srgbClr val="053053"/>
                </a:solidFill>
                <a:latin typeface="Poppins Light"/>
                <a:ea typeface="Poppins Light"/>
                <a:cs typeface="Poppins Light"/>
                <a:sym typeface="Poppins Light"/>
              </a:defRPr>
            </a:lvl9pPr>
          </a:lstStyle>
          <a:p/>
        </p:txBody>
      </p:sp>
      <p:pic>
        <p:nvPicPr>
          <p:cNvPr id="321" name="Google Shape;321;p48"/>
          <p:cNvPicPr preferRelativeResize="0"/>
          <p:nvPr/>
        </p:nvPicPr>
        <p:blipFill rotWithShape="1">
          <a:blip r:embed="rId2">
            <a:alphaModFix/>
          </a:blip>
          <a:srcRect b="2135" l="0" r="0" t="2135"/>
          <a:stretch/>
        </p:blipFill>
        <p:spPr>
          <a:xfrm>
            <a:off x="447850" y="4686300"/>
            <a:ext cx="1099802" cy="97160"/>
          </a:xfrm>
          <a:prstGeom prst="rect">
            <a:avLst/>
          </a:prstGeom>
          <a:noFill/>
          <a:ln>
            <a:noFill/>
          </a:ln>
        </p:spPr>
      </p:pic>
      <p:sp>
        <p:nvSpPr>
          <p:cNvPr id="322" name="Google Shape;322;p48"/>
          <p:cNvSpPr txBox="1"/>
          <p:nvPr>
            <p:ph idx="2" type="subTitle"/>
          </p:nvPr>
        </p:nvSpPr>
        <p:spPr>
          <a:xfrm>
            <a:off x="3946300" y="445025"/>
            <a:ext cx="4886100" cy="5292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pic>
        <p:nvPicPr>
          <p:cNvPr id="323" name="Google Shape;323;p48"/>
          <p:cNvPicPr preferRelativeResize="0"/>
          <p:nvPr/>
        </p:nvPicPr>
        <p:blipFill rotWithShape="1">
          <a:blip r:embed="rId3">
            <a:alphaModFix/>
          </a:blip>
          <a:srcRect b="0" l="27599" r="0" t="8809"/>
          <a:stretch/>
        </p:blipFill>
        <p:spPr>
          <a:xfrm rot="-10799985">
            <a:off x="7653585" y="2789859"/>
            <a:ext cx="1566607" cy="2429831"/>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Bullets (Blue)">
  <p:cSld name="TITLE_AND_BODY_1_3_2_1_1">
    <p:bg>
      <p:bgPr>
        <a:solidFill>
          <a:schemeClr val="lt1"/>
        </a:solidFill>
      </p:bgPr>
    </p:bg>
    <p:spTree>
      <p:nvGrpSpPr>
        <p:cNvPr id="324" name="Shape 324"/>
        <p:cNvGrpSpPr/>
        <p:nvPr/>
      </p:nvGrpSpPr>
      <p:grpSpPr>
        <a:xfrm>
          <a:off x="0" y="0"/>
          <a:ext cx="0" cy="0"/>
          <a:chOff x="0" y="0"/>
          <a:chExt cx="0" cy="0"/>
        </a:xfrm>
      </p:grpSpPr>
      <p:pic>
        <p:nvPicPr>
          <p:cNvPr id="325" name="Google Shape;325;p49"/>
          <p:cNvPicPr preferRelativeResize="0"/>
          <p:nvPr/>
        </p:nvPicPr>
        <p:blipFill rotWithShape="1">
          <a:blip r:embed="rId2">
            <a:alphaModFix/>
          </a:blip>
          <a:srcRect b="0" l="27599" r="0" t="8809"/>
          <a:stretch/>
        </p:blipFill>
        <p:spPr>
          <a:xfrm rot="-10345201">
            <a:off x="1857683" y="2899759"/>
            <a:ext cx="1566609" cy="2429831"/>
          </a:xfrm>
          <a:prstGeom prst="rect">
            <a:avLst/>
          </a:prstGeom>
          <a:noFill/>
          <a:ln>
            <a:noFill/>
          </a:ln>
        </p:spPr>
      </p:pic>
      <p:sp>
        <p:nvSpPr>
          <p:cNvPr id="326" name="Google Shape;326;p49"/>
          <p:cNvSpPr txBox="1"/>
          <p:nvPr>
            <p:ph type="title"/>
          </p:nvPr>
        </p:nvSpPr>
        <p:spPr>
          <a:xfrm>
            <a:off x="457200" y="445025"/>
            <a:ext cx="26475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sz="280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327" name="Google Shape;327;p49"/>
          <p:cNvSpPr/>
          <p:nvPr/>
        </p:nvSpPr>
        <p:spPr>
          <a:xfrm>
            <a:off x="3296650" y="0"/>
            <a:ext cx="5847600" cy="5143500"/>
          </a:xfrm>
          <a:prstGeom prst="rect">
            <a:avLst/>
          </a:prstGeom>
          <a:solidFill>
            <a:srgbClr val="1A1D5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8" name="Google Shape;328;p49"/>
          <p:cNvPicPr preferRelativeResize="0"/>
          <p:nvPr/>
        </p:nvPicPr>
        <p:blipFill rotWithShape="1">
          <a:blip r:embed="rId3">
            <a:alphaModFix/>
          </a:blip>
          <a:srcRect b="2135" l="0" r="0" t="2135"/>
          <a:stretch/>
        </p:blipFill>
        <p:spPr>
          <a:xfrm>
            <a:off x="447850" y="4686300"/>
            <a:ext cx="1099802" cy="97160"/>
          </a:xfrm>
          <a:prstGeom prst="rect">
            <a:avLst/>
          </a:prstGeom>
          <a:noFill/>
          <a:ln>
            <a:noFill/>
          </a:ln>
        </p:spPr>
      </p:pic>
      <p:sp>
        <p:nvSpPr>
          <p:cNvPr id="329" name="Google Shape;329;p49"/>
          <p:cNvSpPr txBox="1"/>
          <p:nvPr>
            <p:ph idx="1" type="body"/>
          </p:nvPr>
        </p:nvSpPr>
        <p:spPr>
          <a:xfrm>
            <a:off x="3705250" y="445025"/>
            <a:ext cx="5127000" cy="3416400"/>
          </a:xfrm>
          <a:prstGeom prst="rect">
            <a:avLst/>
          </a:prstGeom>
        </p:spPr>
        <p:txBody>
          <a:bodyPr anchorCtr="0" anchor="t" bIns="91425" lIns="91425" spcFirstLastPara="1" rIns="91425" wrap="square" tIns="91425">
            <a:noAutofit/>
          </a:bodyPr>
          <a:lstStyle>
            <a:lvl1pPr indent="-311150" lvl="0" marL="457200">
              <a:lnSpc>
                <a:spcPct val="115000"/>
              </a:lnSpc>
              <a:spcBef>
                <a:spcPts val="0"/>
              </a:spcBef>
              <a:spcAft>
                <a:spcPts val="0"/>
              </a:spcAft>
              <a:buClr>
                <a:srgbClr val="00C98E"/>
              </a:buClr>
              <a:buSzPts val="1300"/>
              <a:buFont typeface="Poppins"/>
              <a:buChar char="●"/>
              <a:defRPr sz="1300">
                <a:solidFill>
                  <a:schemeClr val="lt1"/>
                </a:solidFill>
                <a:latin typeface="Poppins"/>
                <a:ea typeface="Poppins"/>
                <a:cs typeface="Poppins"/>
                <a:sym typeface="Poppins"/>
              </a:defRPr>
            </a:lvl1pPr>
            <a:lvl2pPr indent="-311150" lvl="1" marL="9144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2pPr>
            <a:lvl3pPr indent="-311150" lvl="2" marL="13716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3pPr>
            <a:lvl4pPr indent="-311150" lvl="3" marL="18288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4pPr>
            <a:lvl5pPr indent="-311150" lvl="4" marL="22860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5pPr>
            <a:lvl6pPr indent="-311150" lvl="5" marL="27432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6pPr>
            <a:lvl7pPr indent="-311150" lvl="6" marL="32004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7pPr>
            <a:lvl8pPr indent="-311150" lvl="7" marL="36576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8pPr>
            <a:lvl9pPr indent="-311150" lvl="8" marL="4114800">
              <a:lnSpc>
                <a:spcPct val="115000"/>
              </a:lnSpc>
              <a:spcBef>
                <a:spcPts val="1600"/>
              </a:spcBef>
              <a:spcAft>
                <a:spcPts val="1600"/>
              </a:spcAft>
              <a:buClr>
                <a:srgbClr val="00C98E"/>
              </a:buClr>
              <a:buSzPts val="1300"/>
              <a:buFont typeface="Poppins"/>
              <a:buChar char="■"/>
              <a:defRPr sz="1300">
                <a:solidFill>
                  <a:schemeClr val="lt1"/>
                </a:solidFill>
                <a:latin typeface="Poppins"/>
                <a:ea typeface="Poppins"/>
                <a:cs typeface="Poppins"/>
                <a:sym typeface="Poppins"/>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White) 1">
  <p:cSld name="TITLE_AND_BODY_1_3_2_1_2">
    <p:bg>
      <p:bgPr>
        <a:solidFill>
          <a:schemeClr val="lt1"/>
        </a:solidFill>
      </p:bgPr>
    </p:bg>
    <p:spTree>
      <p:nvGrpSpPr>
        <p:cNvPr id="330" name="Shape 330"/>
        <p:cNvGrpSpPr/>
        <p:nvPr/>
      </p:nvGrpSpPr>
      <p:grpSpPr>
        <a:xfrm>
          <a:off x="0" y="0"/>
          <a:ext cx="0" cy="0"/>
          <a:chOff x="0" y="0"/>
          <a:chExt cx="0" cy="0"/>
        </a:xfrm>
      </p:grpSpPr>
      <p:sp>
        <p:nvSpPr>
          <p:cNvPr id="331" name="Google Shape;331;p50"/>
          <p:cNvSpPr txBox="1"/>
          <p:nvPr>
            <p:ph type="title"/>
          </p:nvPr>
        </p:nvSpPr>
        <p:spPr>
          <a:xfrm>
            <a:off x="457200" y="445025"/>
            <a:ext cx="76329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332" name="Google Shape;332;p50"/>
          <p:cNvSpPr txBox="1"/>
          <p:nvPr>
            <p:ph idx="12" type="sldNum"/>
          </p:nvPr>
        </p:nvSpPr>
        <p:spPr>
          <a:xfrm>
            <a:off x="8330129" y="4686300"/>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0C98E"/>
                </a:solidFill>
              </a:defRPr>
            </a:lvl1pPr>
            <a:lvl2pPr lvl="1">
              <a:buNone/>
              <a:defRPr>
                <a:solidFill>
                  <a:srgbClr val="00C98E"/>
                </a:solidFill>
              </a:defRPr>
            </a:lvl2pPr>
            <a:lvl3pPr lvl="2">
              <a:buNone/>
              <a:defRPr>
                <a:solidFill>
                  <a:srgbClr val="00C98E"/>
                </a:solidFill>
              </a:defRPr>
            </a:lvl3pPr>
            <a:lvl4pPr lvl="3">
              <a:buNone/>
              <a:defRPr>
                <a:solidFill>
                  <a:srgbClr val="00C98E"/>
                </a:solidFill>
              </a:defRPr>
            </a:lvl4pPr>
            <a:lvl5pPr lvl="4">
              <a:buNone/>
              <a:defRPr>
                <a:solidFill>
                  <a:srgbClr val="00C98E"/>
                </a:solidFill>
              </a:defRPr>
            </a:lvl5pPr>
            <a:lvl6pPr lvl="5">
              <a:buNone/>
              <a:defRPr>
                <a:solidFill>
                  <a:srgbClr val="00C98E"/>
                </a:solidFill>
              </a:defRPr>
            </a:lvl6pPr>
            <a:lvl7pPr lvl="6">
              <a:buNone/>
              <a:defRPr>
                <a:solidFill>
                  <a:srgbClr val="00C98E"/>
                </a:solidFill>
              </a:defRPr>
            </a:lvl7pPr>
            <a:lvl8pPr lvl="7">
              <a:buNone/>
              <a:defRPr>
                <a:solidFill>
                  <a:srgbClr val="00C98E"/>
                </a:solidFill>
              </a:defRPr>
            </a:lvl8pPr>
            <a:lvl9pPr lvl="8">
              <a:buNone/>
              <a:defRPr>
                <a:solidFill>
                  <a:srgbClr val="00C98E"/>
                </a:solidFill>
              </a:defRPr>
            </a:lvl9pPr>
          </a:lstStyle>
          <a:p>
            <a:pPr indent="0" lvl="0" marL="0" rtl="0" algn="l">
              <a:spcBef>
                <a:spcPts val="0"/>
              </a:spcBef>
              <a:spcAft>
                <a:spcPts val="0"/>
              </a:spcAft>
              <a:buNone/>
            </a:pPr>
            <a:fld id="{00000000-1234-1234-1234-123412341234}" type="slidenum">
              <a:rPr lang="en"/>
              <a:t>‹#›</a:t>
            </a:fld>
            <a:endParaRPr/>
          </a:p>
        </p:txBody>
      </p:sp>
      <p:cxnSp>
        <p:nvCxnSpPr>
          <p:cNvPr id="333" name="Google Shape;333;p50"/>
          <p:cNvCxnSpPr/>
          <p:nvPr/>
        </p:nvCxnSpPr>
        <p:spPr>
          <a:xfrm>
            <a:off x="450488" y="1206557"/>
            <a:ext cx="8227800" cy="0"/>
          </a:xfrm>
          <a:prstGeom prst="straightConnector1">
            <a:avLst/>
          </a:prstGeom>
          <a:noFill/>
          <a:ln cap="flat" cmpd="sng" w="19050">
            <a:solidFill>
              <a:srgbClr val="053053"/>
            </a:solidFill>
            <a:prstDash val="solid"/>
            <a:miter lim="400000"/>
            <a:headEnd len="sm" w="sm" type="none"/>
            <a:tailEnd len="sm" w="sm" type="none"/>
          </a:ln>
        </p:spPr>
      </p:cxnSp>
      <p:pic>
        <p:nvPicPr>
          <p:cNvPr id="334" name="Google Shape;334;p50"/>
          <p:cNvPicPr preferRelativeResize="0"/>
          <p:nvPr/>
        </p:nvPicPr>
        <p:blipFill rotWithShape="1">
          <a:blip r:embed="rId2">
            <a:alphaModFix/>
          </a:blip>
          <a:srcRect b="2135" l="0" r="0" t="2135"/>
          <a:stretch/>
        </p:blipFill>
        <p:spPr>
          <a:xfrm>
            <a:off x="447850" y="4686300"/>
            <a:ext cx="1099802" cy="97160"/>
          </a:xfrm>
          <a:prstGeom prst="rect">
            <a:avLst/>
          </a:prstGeom>
          <a:noFill/>
          <a:ln>
            <a:noFill/>
          </a:ln>
        </p:spPr>
      </p:pic>
      <p:sp>
        <p:nvSpPr>
          <p:cNvPr id="335" name="Google Shape;335;p50"/>
          <p:cNvSpPr txBox="1"/>
          <p:nvPr>
            <p:ph idx="1" type="body"/>
          </p:nvPr>
        </p:nvSpPr>
        <p:spPr>
          <a:xfrm>
            <a:off x="450500" y="1397175"/>
            <a:ext cx="8227800" cy="297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00CD89"/>
              </a:buClr>
              <a:buSzPts val="1800"/>
              <a:buChar char="●"/>
              <a:defRPr>
                <a:solidFill>
                  <a:srgbClr val="053053"/>
                </a:solidFill>
              </a:defRPr>
            </a:lvl1pPr>
            <a:lvl2pPr indent="-317500" lvl="1" marL="914400">
              <a:spcBef>
                <a:spcPts val="1600"/>
              </a:spcBef>
              <a:spcAft>
                <a:spcPts val="0"/>
              </a:spcAft>
              <a:buClr>
                <a:srgbClr val="00CD89"/>
              </a:buClr>
              <a:buSzPts val="1400"/>
              <a:buChar char="○"/>
              <a:defRPr>
                <a:solidFill>
                  <a:srgbClr val="053053"/>
                </a:solidFill>
              </a:defRPr>
            </a:lvl2pPr>
            <a:lvl3pPr indent="-317500" lvl="2" marL="1371600">
              <a:spcBef>
                <a:spcPts val="1600"/>
              </a:spcBef>
              <a:spcAft>
                <a:spcPts val="0"/>
              </a:spcAft>
              <a:buClr>
                <a:srgbClr val="00CD89"/>
              </a:buClr>
              <a:buSzPts val="1400"/>
              <a:buChar char="■"/>
              <a:defRPr>
                <a:solidFill>
                  <a:srgbClr val="053053"/>
                </a:solidFill>
              </a:defRPr>
            </a:lvl3pPr>
            <a:lvl4pPr indent="-317500" lvl="3" marL="1828800">
              <a:spcBef>
                <a:spcPts val="1600"/>
              </a:spcBef>
              <a:spcAft>
                <a:spcPts val="0"/>
              </a:spcAft>
              <a:buClr>
                <a:srgbClr val="00CD89"/>
              </a:buClr>
              <a:buSzPts val="1400"/>
              <a:buChar char="●"/>
              <a:defRPr>
                <a:solidFill>
                  <a:srgbClr val="053053"/>
                </a:solidFill>
              </a:defRPr>
            </a:lvl4pPr>
            <a:lvl5pPr indent="-317500" lvl="4" marL="2286000">
              <a:spcBef>
                <a:spcPts val="1600"/>
              </a:spcBef>
              <a:spcAft>
                <a:spcPts val="0"/>
              </a:spcAft>
              <a:buClr>
                <a:srgbClr val="00CD89"/>
              </a:buClr>
              <a:buSzPts val="1400"/>
              <a:buChar char="○"/>
              <a:defRPr>
                <a:solidFill>
                  <a:srgbClr val="053053"/>
                </a:solidFill>
              </a:defRPr>
            </a:lvl5pPr>
            <a:lvl6pPr indent="-317500" lvl="5" marL="2743200">
              <a:spcBef>
                <a:spcPts val="1600"/>
              </a:spcBef>
              <a:spcAft>
                <a:spcPts val="0"/>
              </a:spcAft>
              <a:buClr>
                <a:srgbClr val="00CD89"/>
              </a:buClr>
              <a:buSzPts val="1400"/>
              <a:buChar char="■"/>
              <a:defRPr>
                <a:solidFill>
                  <a:srgbClr val="053053"/>
                </a:solidFill>
              </a:defRPr>
            </a:lvl6pPr>
            <a:lvl7pPr indent="-317500" lvl="6" marL="3200400">
              <a:spcBef>
                <a:spcPts val="1600"/>
              </a:spcBef>
              <a:spcAft>
                <a:spcPts val="0"/>
              </a:spcAft>
              <a:buClr>
                <a:srgbClr val="00CD89"/>
              </a:buClr>
              <a:buSzPts val="1400"/>
              <a:buChar char="●"/>
              <a:defRPr>
                <a:solidFill>
                  <a:srgbClr val="053053"/>
                </a:solidFill>
              </a:defRPr>
            </a:lvl7pPr>
            <a:lvl8pPr indent="-317500" lvl="7" marL="3657600">
              <a:spcBef>
                <a:spcPts val="1600"/>
              </a:spcBef>
              <a:spcAft>
                <a:spcPts val="0"/>
              </a:spcAft>
              <a:buClr>
                <a:srgbClr val="00CD89"/>
              </a:buClr>
              <a:buSzPts val="1400"/>
              <a:buChar char="○"/>
              <a:defRPr>
                <a:solidFill>
                  <a:srgbClr val="053053"/>
                </a:solidFill>
              </a:defRPr>
            </a:lvl8pPr>
            <a:lvl9pPr indent="-317500" lvl="8" marL="4114800">
              <a:spcBef>
                <a:spcPts val="1600"/>
              </a:spcBef>
              <a:spcAft>
                <a:spcPts val="1600"/>
              </a:spcAft>
              <a:buClr>
                <a:srgbClr val="00CD89"/>
              </a:buClr>
              <a:buSzPts val="1400"/>
              <a:buChar char="■"/>
              <a:defRPr>
                <a:solidFill>
                  <a:srgbClr val="053053"/>
                </a:solidFil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_1">
    <p:spTree>
      <p:nvGrpSpPr>
        <p:cNvPr id="336" name="Shape 336"/>
        <p:cNvGrpSpPr/>
        <p:nvPr/>
      </p:nvGrpSpPr>
      <p:grpSpPr>
        <a:xfrm>
          <a:off x="0" y="0"/>
          <a:ext cx="0" cy="0"/>
          <a:chOff x="0" y="0"/>
          <a:chExt cx="0" cy="0"/>
        </a:xfrm>
      </p:grpSpPr>
      <p:sp>
        <p:nvSpPr>
          <p:cNvPr id="337" name="Google Shape;337;p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38" name="Google Shape;338;p51"/>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sp>
        <p:nvSpPr>
          <p:cNvPr id="339" name="Google Shape;339;p51"/>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340" name="Google Shape;340;p51"/>
          <p:cNvPicPr preferRelativeResize="0"/>
          <p:nvPr/>
        </p:nvPicPr>
        <p:blipFill>
          <a:blip r:embed="rId2">
            <a:alphaModFix/>
          </a:blip>
          <a:stretch>
            <a:fillRect/>
          </a:stretch>
        </p:blipFill>
        <p:spPr>
          <a:xfrm>
            <a:off x="393975" y="353175"/>
            <a:ext cx="961431" cy="828550"/>
          </a:xfrm>
          <a:prstGeom prst="rect">
            <a:avLst/>
          </a:prstGeom>
          <a:noFill/>
          <a:ln>
            <a:noFill/>
          </a:ln>
        </p:spPr>
      </p:pic>
      <p:pic>
        <p:nvPicPr>
          <p:cNvPr id="341" name="Google Shape;341;p51"/>
          <p:cNvPicPr preferRelativeResize="0"/>
          <p:nvPr/>
        </p:nvPicPr>
        <p:blipFill>
          <a:blip r:embed="rId3">
            <a:alphaModFix/>
          </a:blip>
          <a:stretch>
            <a:fillRect/>
          </a:stretch>
        </p:blipFill>
        <p:spPr>
          <a:xfrm>
            <a:off x="4017575" y="3397550"/>
            <a:ext cx="954805" cy="828550"/>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345" name="Shape 345"/>
        <p:cNvGrpSpPr/>
        <p:nvPr/>
      </p:nvGrpSpPr>
      <p:grpSpPr>
        <a:xfrm>
          <a:off x="0" y="0"/>
          <a:ext cx="0" cy="0"/>
          <a:chOff x="0" y="0"/>
          <a:chExt cx="0" cy="0"/>
        </a:xfrm>
      </p:grpSpPr>
      <p:pic>
        <p:nvPicPr>
          <p:cNvPr id="346" name="Google Shape;346;p53"/>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347" name="Google Shape;347;p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348" name="Shape 348"/>
        <p:cNvGrpSpPr/>
        <p:nvPr/>
      </p:nvGrpSpPr>
      <p:grpSpPr>
        <a:xfrm>
          <a:off x="0" y="0"/>
          <a:ext cx="0" cy="0"/>
          <a:chOff x="0" y="0"/>
          <a:chExt cx="0" cy="0"/>
        </a:xfrm>
      </p:grpSpPr>
      <p:pic>
        <p:nvPicPr>
          <p:cNvPr id="349" name="Google Shape;349;p54"/>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350" name="Google Shape;350;p54"/>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351" name="Google Shape;351;p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52" name="Google Shape;352;p54"/>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353" name="Shape 353"/>
        <p:cNvGrpSpPr/>
        <p:nvPr/>
      </p:nvGrpSpPr>
      <p:grpSpPr>
        <a:xfrm>
          <a:off x="0" y="0"/>
          <a:ext cx="0" cy="0"/>
          <a:chOff x="0" y="0"/>
          <a:chExt cx="0" cy="0"/>
        </a:xfrm>
      </p:grpSpPr>
      <p:pic>
        <p:nvPicPr>
          <p:cNvPr descr="Divider4.png" id="354" name="Google Shape;354;p55"/>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355" name="Google Shape;355;p55"/>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356" name="Google Shape;356;p55"/>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357" name="Google Shape;357;p55"/>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358" name="Google Shape;358;p55"/>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359" name="Google Shape;359;p55"/>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360" name="Shape 360"/>
        <p:cNvGrpSpPr/>
        <p:nvPr/>
      </p:nvGrpSpPr>
      <p:grpSpPr>
        <a:xfrm>
          <a:off x="0" y="0"/>
          <a:ext cx="0" cy="0"/>
          <a:chOff x="0" y="0"/>
          <a:chExt cx="0" cy="0"/>
        </a:xfrm>
      </p:grpSpPr>
      <p:grpSp>
        <p:nvGrpSpPr>
          <p:cNvPr id="361" name="Google Shape;361;p56"/>
          <p:cNvGrpSpPr/>
          <p:nvPr/>
        </p:nvGrpSpPr>
        <p:grpSpPr>
          <a:xfrm rot="5400000">
            <a:off x="5719749" y="1629787"/>
            <a:ext cx="4964577" cy="1883925"/>
            <a:chOff x="4152224" y="1218499"/>
            <a:chExt cx="4964577" cy="1883925"/>
          </a:xfrm>
        </p:grpSpPr>
        <p:pic>
          <p:nvPicPr>
            <p:cNvPr id="362" name="Google Shape;362;p56"/>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363" name="Google Shape;363;p56"/>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364" name="Google Shape;364;p5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65" name="Google Shape;365;p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66" name="Google Shape;366;p56"/>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rgbClr val="000000"/>
              </a:buClr>
              <a:buSzPts val="1100"/>
              <a:buFont typeface="Arial"/>
              <a:buNone/>
            </a:pPr>
            <a:r>
              <a:rPr b="1" lang="en" sz="2400">
                <a:solidFill>
                  <a:srgbClr val="000000"/>
                </a:solidFill>
                <a:latin typeface="Space Mono"/>
                <a:ea typeface="Space Mono"/>
                <a:cs typeface="Space Mono"/>
                <a:sym typeface="Space Mono"/>
              </a:rPr>
              <a:t>Agenda</a:t>
            </a:r>
            <a:endParaRPr b="1" sz="2400">
              <a:solidFill>
                <a:srgbClr val="05103E"/>
              </a:solidFill>
              <a:latin typeface="Space Mono"/>
              <a:ea typeface="Space Mono"/>
              <a:cs typeface="Space Mono"/>
              <a:sym typeface="Space Mono"/>
            </a:endParaRPr>
          </a:p>
        </p:txBody>
      </p:sp>
      <p:pic>
        <p:nvPicPr>
          <p:cNvPr id="367" name="Google Shape;367;p56"/>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368" name="Shape 368"/>
        <p:cNvGrpSpPr/>
        <p:nvPr/>
      </p:nvGrpSpPr>
      <p:grpSpPr>
        <a:xfrm>
          <a:off x="0" y="0"/>
          <a:ext cx="0" cy="0"/>
          <a:chOff x="0" y="0"/>
          <a:chExt cx="0" cy="0"/>
        </a:xfrm>
      </p:grpSpPr>
      <p:pic>
        <p:nvPicPr>
          <p:cNvPr id="369" name="Google Shape;369;p57"/>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70" name="Google Shape;370;p57"/>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371" name="Google Shape;371;p57"/>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72" name="Google Shape;372;p57"/>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73" name="Google Shape;373;p5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74" name="Google Shape;374;p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75" name="Google Shape;375;p57"/>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376" name="Google Shape;376;p57"/>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377" name="Shape 377"/>
        <p:cNvGrpSpPr/>
        <p:nvPr/>
      </p:nvGrpSpPr>
      <p:grpSpPr>
        <a:xfrm>
          <a:off x="0" y="0"/>
          <a:ext cx="0" cy="0"/>
          <a:chOff x="0" y="0"/>
          <a:chExt cx="0" cy="0"/>
        </a:xfrm>
      </p:grpSpPr>
      <p:pic>
        <p:nvPicPr>
          <p:cNvPr id="378" name="Google Shape;378;p5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79" name="Google Shape;379;p5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380" name="Google Shape;380;p58"/>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381" name="Google Shape;381;p5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382" name="Google Shape;382;p5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83" name="Google Shape;383;p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84" name="Google Shape;384;p5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385" name="Shape 385"/>
        <p:cNvGrpSpPr/>
        <p:nvPr/>
      </p:nvGrpSpPr>
      <p:grpSpPr>
        <a:xfrm>
          <a:off x="0" y="0"/>
          <a:ext cx="0" cy="0"/>
          <a:chOff x="0" y="0"/>
          <a:chExt cx="0" cy="0"/>
        </a:xfrm>
      </p:grpSpPr>
      <p:pic>
        <p:nvPicPr>
          <p:cNvPr id="386" name="Google Shape;386;p59"/>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87" name="Google Shape;387;p59"/>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388" name="Google Shape;388;p59"/>
          <p:cNvGrpSpPr/>
          <p:nvPr/>
        </p:nvGrpSpPr>
        <p:grpSpPr>
          <a:xfrm>
            <a:off x="5709066" y="201260"/>
            <a:ext cx="2296623" cy="4424889"/>
            <a:chOff x="5598780" y="137712"/>
            <a:chExt cx="2577001" cy="4664652"/>
          </a:xfrm>
        </p:grpSpPr>
        <p:pic>
          <p:nvPicPr>
            <p:cNvPr id="389" name="Google Shape;389;p59"/>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390" name="Google Shape;390;p59"/>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1" name="Google Shape;391;p59"/>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92" name="Google Shape;392;p5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93" name="Google Shape;393;p5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94" name="Google Shape;394;p59"/>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395" name="Shape 395"/>
        <p:cNvGrpSpPr/>
        <p:nvPr/>
      </p:nvGrpSpPr>
      <p:grpSpPr>
        <a:xfrm>
          <a:off x="0" y="0"/>
          <a:ext cx="0" cy="0"/>
          <a:chOff x="0" y="0"/>
          <a:chExt cx="0" cy="0"/>
        </a:xfrm>
      </p:grpSpPr>
      <p:pic>
        <p:nvPicPr>
          <p:cNvPr id="396" name="Google Shape;396;p6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97" name="Google Shape;397;p6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98" name="Google Shape;398;p6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99" name="Google Shape;399;p6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400" name="Google Shape;400;p6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01" name="Google Shape;401;p60"/>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2" name="Google Shape;402;p60"/>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403" name="Shape 403"/>
        <p:cNvGrpSpPr/>
        <p:nvPr/>
      </p:nvGrpSpPr>
      <p:grpSpPr>
        <a:xfrm>
          <a:off x="0" y="0"/>
          <a:ext cx="0" cy="0"/>
          <a:chOff x="0" y="0"/>
          <a:chExt cx="0" cy="0"/>
        </a:xfrm>
      </p:grpSpPr>
      <p:pic>
        <p:nvPicPr>
          <p:cNvPr id="404" name="Google Shape;404;p61"/>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405" name="Google Shape;405;p6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406" name="Google Shape;406;p6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07" name="Google Shape;407;p6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408" name="Google Shape;408;p6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409" name="Google Shape;409;p61"/>
          <p:cNvGrpSpPr/>
          <p:nvPr/>
        </p:nvGrpSpPr>
        <p:grpSpPr>
          <a:xfrm>
            <a:off x="4344100" y="398125"/>
            <a:ext cx="4546500" cy="4222800"/>
            <a:chOff x="4344100" y="398125"/>
            <a:chExt cx="4546500" cy="4222800"/>
          </a:xfrm>
        </p:grpSpPr>
        <p:sp>
          <p:nvSpPr>
            <p:cNvPr id="410" name="Google Shape;410;p61"/>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1" name="Google Shape;411;p61"/>
            <p:cNvGrpSpPr/>
            <p:nvPr/>
          </p:nvGrpSpPr>
          <p:grpSpPr>
            <a:xfrm>
              <a:off x="4445450" y="524200"/>
              <a:ext cx="399495" cy="101100"/>
              <a:chOff x="4445450" y="524200"/>
              <a:chExt cx="399495" cy="101100"/>
            </a:xfrm>
          </p:grpSpPr>
          <p:sp>
            <p:nvSpPr>
              <p:cNvPr id="412" name="Google Shape;412;p61"/>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61"/>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61"/>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5" name="Google Shape;415;p61"/>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416" name="Shape 416"/>
        <p:cNvGrpSpPr/>
        <p:nvPr/>
      </p:nvGrpSpPr>
      <p:grpSpPr>
        <a:xfrm>
          <a:off x="0" y="0"/>
          <a:ext cx="0" cy="0"/>
          <a:chOff x="0" y="0"/>
          <a:chExt cx="0" cy="0"/>
        </a:xfrm>
      </p:grpSpPr>
      <p:pic>
        <p:nvPicPr>
          <p:cNvPr id="417" name="Google Shape;417;p62"/>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418" name="Google Shape;418;p62"/>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419" name="Google Shape;419;p62"/>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20" name="Google Shape;420;p6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421" name="Google Shape;421;p6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422" name="Shape 422"/>
        <p:cNvGrpSpPr/>
        <p:nvPr/>
      </p:nvGrpSpPr>
      <p:grpSpPr>
        <a:xfrm>
          <a:off x="0" y="0"/>
          <a:ext cx="0" cy="0"/>
          <a:chOff x="0" y="0"/>
          <a:chExt cx="0" cy="0"/>
        </a:xfrm>
      </p:grpSpPr>
      <p:pic>
        <p:nvPicPr>
          <p:cNvPr id="423" name="Google Shape;423;p63"/>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424" name="Google Shape;424;p63"/>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63"/>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426" name="Google Shape;426;p6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427" name="Google Shape;427;p6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28" name="Google Shape;428;p63"/>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429" name="Google Shape;429;p63"/>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430" name="Google Shape;430;p63"/>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431" name="Shape 431"/>
        <p:cNvGrpSpPr/>
        <p:nvPr/>
      </p:nvGrpSpPr>
      <p:grpSpPr>
        <a:xfrm>
          <a:off x="0" y="0"/>
          <a:ext cx="0" cy="0"/>
          <a:chOff x="0" y="0"/>
          <a:chExt cx="0" cy="0"/>
        </a:xfrm>
      </p:grpSpPr>
      <p:pic>
        <p:nvPicPr>
          <p:cNvPr id="432" name="Google Shape;432;p64"/>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433" name="Google Shape;433;p64"/>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434" name="Google Shape;434;p6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35" name="Google Shape;435;p6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36" name="Google Shape;436;p6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7" name="Google Shape;437;p6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438" name="Google Shape;438;p6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39" name="Google Shape;439;p6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40" name="Google Shape;440;p64"/>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441" name="Shape 441"/>
        <p:cNvGrpSpPr/>
        <p:nvPr/>
      </p:nvGrpSpPr>
      <p:grpSpPr>
        <a:xfrm>
          <a:off x="0" y="0"/>
          <a:ext cx="0" cy="0"/>
          <a:chOff x="0" y="0"/>
          <a:chExt cx="0" cy="0"/>
        </a:xfrm>
      </p:grpSpPr>
      <p:pic>
        <p:nvPicPr>
          <p:cNvPr id="442" name="Google Shape;442;p65"/>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43" name="Google Shape;443;p65"/>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444" name="Google Shape;444;p65"/>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45" name="Google Shape;445;p6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46" name="Google Shape;446;p6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447" name="Google Shape;447;p65"/>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448" name="Google Shape;448;p6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449" name="Google Shape;449;p65"/>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450" name="Shape 450"/>
        <p:cNvGrpSpPr/>
        <p:nvPr/>
      </p:nvGrpSpPr>
      <p:grpSpPr>
        <a:xfrm>
          <a:off x="0" y="0"/>
          <a:ext cx="0" cy="0"/>
          <a:chOff x="0" y="0"/>
          <a:chExt cx="0" cy="0"/>
        </a:xfrm>
      </p:grpSpPr>
      <p:pic>
        <p:nvPicPr>
          <p:cNvPr id="451" name="Google Shape;451;p66"/>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452" name="Google Shape;452;p6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53" name="Google Shape;453;p66"/>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454" name="Google Shape;454;p66"/>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55" name="Google Shape;455;p6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56" name="Google Shape;456;p6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57" name="Google Shape;457;p6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458" name="Google Shape;458;p6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59" name="Google Shape;459;p6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460" name="Shape 460"/>
        <p:cNvGrpSpPr/>
        <p:nvPr/>
      </p:nvGrpSpPr>
      <p:grpSpPr>
        <a:xfrm>
          <a:off x="0" y="0"/>
          <a:ext cx="0" cy="0"/>
          <a:chOff x="0" y="0"/>
          <a:chExt cx="0" cy="0"/>
        </a:xfrm>
      </p:grpSpPr>
      <p:pic>
        <p:nvPicPr>
          <p:cNvPr id="461" name="Google Shape;461;p67"/>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62" name="Google Shape;462;p67"/>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463" name="Google Shape;463;p6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464" name="Google Shape;464;p67"/>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65" name="Google Shape;465;p6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66" name="Google Shape;466;p6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67" name="Google Shape;467;p6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468" name="Google Shape;468;p6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69" name="Google Shape;469;p6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470" name="Shape 470"/>
        <p:cNvGrpSpPr/>
        <p:nvPr/>
      </p:nvGrpSpPr>
      <p:grpSpPr>
        <a:xfrm>
          <a:off x="0" y="0"/>
          <a:ext cx="0" cy="0"/>
          <a:chOff x="0" y="0"/>
          <a:chExt cx="0" cy="0"/>
        </a:xfrm>
      </p:grpSpPr>
      <p:pic>
        <p:nvPicPr>
          <p:cNvPr id="471" name="Google Shape;471;p68"/>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472" name="Google Shape;472;p68"/>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73" name="Google Shape;473;p6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74" name="Google Shape;474;p68"/>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75" name="Google Shape;475;p6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76" name="Google Shape;476;p6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77" name="Google Shape;477;p6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478" name="Google Shape;478;p6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79" name="Google Shape;479;p68"/>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480" name="Shape 480"/>
        <p:cNvGrpSpPr/>
        <p:nvPr/>
      </p:nvGrpSpPr>
      <p:grpSpPr>
        <a:xfrm>
          <a:off x="0" y="0"/>
          <a:ext cx="0" cy="0"/>
          <a:chOff x="0" y="0"/>
          <a:chExt cx="0" cy="0"/>
        </a:xfrm>
      </p:grpSpPr>
      <p:pic>
        <p:nvPicPr>
          <p:cNvPr id="481" name="Google Shape;481;p69"/>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482" name="Google Shape;482;p69"/>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483" name="Google Shape;483;p6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84" name="Google Shape;484;p69"/>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85" name="Google Shape;485;p6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86" name="Google Shape;486;p6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87" name="Google Shape;487;p6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488" name="Google Shape;488;p6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89" name="Google Shape;489;p6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490" name="Shape 490"/>
        <p:cNvGrpSpPr/>
        <p:nvPr/>
      </p:nvGrpSpPr>
      <p:grpSpPr>
        <a:xfrm>
          <a:off x="0" y="0"/>
          <a:ext cx="0" cy="0"/>
          <a:chOff x="0" y="0"/>
          <a:chExt cx="0" cy="0"/>
        </a:xfrm>
      </p:grpSpPr>
      <p:pic>
        <p:nvPicPr>
          <p:cNvPr id="491" name="Google Shape;491;p70"/>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492" name="Google Shape;492;p70"/>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493" name="Google Shape;493;p70"/>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94" name="Google Shape;494;p7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95" name="Google Shape;495;p7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96" name="Google Shape;496;p70"/>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70"/>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498" name="Google Shape;498;p70"/>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99" name="Google Shape;499;p70"/>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500" name="Google Shape;500;p70"/>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501" name="Shape 501"/>
        <p:cNvGrpSpPr/>
        <p:nvPr/>
      </p:nvGrpSpPr>
      <p:grpSpPr>
        <a:xfrm>
          <a:off x="0" y="0"/>
          <a:ext cx="0" cy="0"/>
          <a:chOff x="0" y="0"/>
          <a:chExt cx="0" cy="0"/>
        </a:xfrm>
      </p:grpSpPr>
      <p:pic>
        <p:nvPicPr>
          <p:cNvPr id="502" name="Google Shape;502;p7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503" name="Google Shape;503;p71"/>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504" name="Google Shape;504;p7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505" name="Google Shape;505;p71"/>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06" name="Google Shape;506;p7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07" name="Google Shape;507;p7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08" name="Google Shape;508;p7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509" name="Google Shape;509;p7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510" name="Google Shape;510;p7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511" name="Shape 511"/>
        <p:cNvGrpSpPr/>
        <p:nvPr/>
      </p:nvGrpSpPr>
      <p:grpSpPr>
        <a:xfrm>
          <a:off x="0" y="0"/>
          <a:ext cx="0" cy="0"/>
          <a:chOff x="0" y="0"/>
          <a:chExt cx="0" cy="0"/>
        </a:xfrm>
      </p:grpSpPr>
      <p:pic>
        <p:nvPicPr>
          <p:cNvPr id="512" name="Google Shape;512;p72"/>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513" name="Google Shape;513;p72"/>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514" name="Google Shape;514;p7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515" name="Google Shape;515;p72"/>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16" name="Google Shape;516;p7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17" name="Google Shape;517;p7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18" name="Google Shape;518;p7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519" name="Google Shape;519;p7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520" name="Google Shape;520;p7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521" name="Shape 521"/>
        <p:cNvGrpSpPr/>
        <p:nvPr/>
      </p:nvGrpSpPr>
      <p:grpSpPr>
        <a:xfrm>
          <a:off x="0" y="0"/>
          <a:ext cx="0" cy="0"/>
          <a:chOff x="0" y="0"/>
          <a:chExt cx="0" cy="0"/>
        </a:xfrm>
      </p:grpSpPr>
      <p:pic>
        <p:nvPicPr>
          <p:cNvPr id="522" name="Google Shape;522;p73"/>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23" name="Google Shape;523;p7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24" name="Google Shape;524;p73"/>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525" name="Google Shape;525;p73"/>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526" name="Google Shape;526;p73"/>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527" name="Google Shape;527;p73"/>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528" name="Shape 528"/>
        <p:cNvGrpSpPr/>
        <p:nvPr/>
      </p:nvGrpSpPr>
      <p:grpSpPr>
        <a:xfrm>
          <a:off x="0" y="0"/>
          <a:ext cx="0" cy="0"/>
          <a:chOff x="0" y="0"/>
          <a:chExt cx="0" cy="0"/>
        </a:xfrm>
      </p:grpSpPr>
      <p:pic>
        <p:nvPicPr>
          <p:cNvPr descr="Divider1.png" id="529" name="Google Shape;529;p74"/>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530" name="Google Shape;530;p74"/>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31" name="Google Shape;531;p74"/>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532" name="Shape 532"/>
        <p:cNvGrpSpPr/>
        <p:nvPr/>
      </p:nvGrpSpPr>
      <p:grpSpPr>
        <a:xfrm>
          <a:off x="0" y="0"/>
          <a:ext cx="0" cy="0"/>
          <a:chOff x="0" y="0"/>
          <a:chExt cx="0" cy="0"/>
        </a:xfrm>
      </p:grpSpPr>
      <p:pic>
        <p:nvPicPr>
          <p:cNvPr id="533" name="Google Shape;533;p75"/>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534" name="Google Shape;534;p75"/>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535" name="Google Shape;535;p75"/>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75"/>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537" name="Shape 537"/>
        <p:cNvGrpSpPr/>
        <p:nvPr/>
      </p:nvGrpSpPr>
      <p:grpSpPr>
        <a:xfrm>
          <a:off x="0" y="0"/>
          <a:ext cx="0" cy="0"/>
          <a:chOff x="0" y="0"/>
          <a:chExt cx="0" cy="0"/>
        </a:xfrm>
      </p:grpSpPr>
      <p:pic>
        <p:nvPicPr>
          <p:cNvPr id="538" name="Google Shape;538;p76"/>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539" name="Shape 539"/>
        <p:cNvGrpSpPr/>
        <p:nvPr/>
      </p:nvGrpSpPr>
      <p:grpSpPr>
        <a:xfrm>
          <a:off x="0" y="0"/>
          <a:ext cx="0" cy="0"/>
          <a:chOff x="0" y="0"/>
          <a:chExt cx="0" cy="0"/>
        </a:xfrm>
      </p:grpSpPr>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540" name="Shape 540"/>
        <p:cNvGrpSpPr/>
        <p:nvPr/>
      </p:nvGrpSpPr>
      <p:grpSpPr>
        <a:xfrm>
          <a:off x="0" y="0"/>
          <a:ext cx="0" cy="0"/>
          <a:chOff x="0" y="0"/>
          <a:chExt cx="0" cy="0"/>
        </a:xfrm>
      </p:grpSpPr>
      <p:grpSp>
        <p:nvGrpSpPr>
          <p:cNvPr id="541" name="Google Shape;541;p78"/>
          <p:cNvGrpSpPr/>
          <p:nvPr/>
        </p:nvGrpSpPr>
        <p:grpSpPr>
          <a:xfrm>
            <a:off x="6262100" y="-3850"/>
            <a:ext cx="2886900" cy="485125"/>
            <a:chOff x="6262100" y="-3850"/>
            <a:chExt cx="2886900" cy="485125"/>
          </a:xfrm>
        </p:grpSpPr>
        <p:pic>
          <p:nvPicPr>
            <p:cNvPr descr="1.png" id="542" name="Google Shape;542;p78"/>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543" name="Google Shape;543;p78"/>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544" name="Google Shape;544;p78"/>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545" name="Google Shape;545;p78"/>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546" name="Google Shape;546;p7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47" name="Google Shape;547;p7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48" name="Google Shape;548;p78"/>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549" name="Google Shape;549;p78"/>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550" name="Google Shape;550;p78"/>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551" name="Google Shape;551;p78"/>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552" name="Google Shape;552;p78"/>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553" name="Google Shape;553;p78"/>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554" name="Google Shape;554;p78"/>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555" name="Shape 555"/>
        <p:cNvGrpSpPr/>
        <p:nvPr/>
      </p:nvGrpSpPr>
      <p:grpSpPr>
        <a:xfrm>
          <a:off x="0" y="0"/>
          <a:ext cx="0" cy="0"/>
          <a:chOff x="0" y="0"/>
          <a:chExt cx="0" cy="0"/>
        </a:xfrm>
      </p:grpSpPr>
      <p:pic>
        <p:nvPicPr>
          <p:cNvPr id="556" name="Google Shape;556;p79"/>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557" name="Google Shape;557;p79"/>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558" name="Google Shape;558;p7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59" name="Google Shape;559;p7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60" name="Google Shape;560;p79"/>
          <p:cNvSpPr txBox="1"/>
          <p:nvPr/>
        </p:nvSpPr>
        <p:spPr>
          <a:xfrm>
            <a:off x="565375" y="333100"/>
            <a:ext cx="5005800" cy="408000"/>
          </a:xfrm>
          <a:prstGeom prst="rect">
            <a:avLst/>
          </a:prstGeom>
          <a:noFill/>
          <a:ln>
            <a:noFill/>
          </a:ln>
        </p:spPr>
        <p:txBody>
          <a:bodyPr anchorCtr="0" anchor="t" bIns="19050" lIns="19050" spcFirstLastPara="1" rIns="19050" wrap="square" tIns="19050">
            <a:sp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561" name="Google Shape;561;p79"/>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65" name="Shape 565"/>
        <p:cNvGrpSpPr/>
        <p:nvPr/>
      </p:nvGrpSpPr>
      <p:grpSpPr>
        <a:xfrm>
          <a:off x="0" y="0"/>
          <a:ext cx="0" cy="0"/>
          <a:chOff x="0" y="0"/>
          <a:chExt cx="0" cy="0"/>
        </a:xfrm>
      </p:grpSpPr>
      <p:pic>
        <p:nvPicPr>
          <p:cNvPr id="566" name="Google Shape;566;p8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67" name="Google Shape;567;p8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68" name="Shape 568"/>
        <p:cNvGrpSpPr/>
        <p:nvPr/>
      </p:nvGrpSpPr>
      <p:grpSpPr>
        <a:xfrm>
          <a:off x="0" y="0"/>
          <a:ext cx="0" cy="0"/>
          <a:chOff x="0" y="0"/>
          <a:chExt cx="0" cy="0"/>
        </a:xfrm>
      </p:grpSpPr>
      <p:pic>
        <p:nvPicPr>
          <p:cNvPr id="569" name="Google Shape;569;p8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70" name="Google Shape;570;p82"/>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71" name="Google Shape;571;p8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72" name="Google Shape;572;p82"/>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573" name="Shape 573"/>
        <p:cNvGrpSpPr/>
        <p:nvPr/>
      </p:nvGrpSpPr>
      <p:grpSpPr>
        <a:xfrm>
          <a:off x="0" y="0"/>
          <a:ext cx="0" cy="0"/>
          <a:chOff x="0" y="0"/>
          <a:chExt cx="0" cy="0"/>
        </a:xfrm>
      </p:grpSpPr>
      <p:pic>
        <p:nvPicPr>
          <p:cNvPr descr="Divider4.png" id="574" name="Google Shape;574;p83"/>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575" name="Google Shape;575;p83"/>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576" name="Google Shape;576;p83"/>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577" name="Google Shape;577;p83"/>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578" name="Google Shape;578;p83"/>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579" name="Google Shape;579;p83"/>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580" name="Shape 580"/>
        <p:cNvGrpSpPr/>
        <p:nvPr/>
      </p:nvGrpSpPr>
      <p:grpSpPr>
        <a:xfrm>
          <a:off x="0" y="0"/>
          <a:ext cx="0" cy="0"/>
          <a:chOff x="0" y="0"/>
          <a:chExt cx="0" cy="0"/>
        </a:xfrm>
      </p:grpSpPr>
      <p:sp>
        <p:nvSpPr>
          <p:cNvPr id="581" name="Google Shape;581;p84"/>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582" name="Google Shape;582;p84"/>
          <p:cNvGrpSpPr/>
          <p:nvPr/>
        </p:nvGrpSpPr>
        <p:grpSpPr>
          <a:xfrm rot="5400000">
            <a:off x="5719749" y="1629787"/>
            <a:ext cx="4964577" cy="1883925"/>
            <a:chOff x="4152224" y="1218499"/>
            <a:chExt cx="4964577" cy="1883925"/>
          </a:xfrm>
        </p:grpSpPr>
        <p:pic>
          <p:nvPicPr>
            <p:cNvPr id="583" name="Google Shape;583;p84"/>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584" name="Google Shape;584;p84"/>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585" name="Google Shape;585;p8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86" name="Google Shape;586;p8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587" name="Shape 587"/>
        <p:cNvGrpSpPr/>
        <p:nvPr/>
      </p:nvGrpSpPr>
      <p:grpSpPr>
        <a:xfrm>
          <a:off x="0" y="0"/>
          <a:ext cx="0" cy="0"/>
          <a:chOff x="0" y="0"/>
          <a:chExt cx="0" cy="0"/>
        </a:xfrm>
      </p:grpSpPr>
      <p:pic>
        <p:nvPicPr>
          <p:cNvPr id="588" name="Google Shape;588;p8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89" name="Google Shape;589;p8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590" name="Google Shape;590;p8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91" name="Google Shape;591;p8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92" name="Google Shape;592;p8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93" name="Google Shape;593;p8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94" name="Google Shape;594;p85"/>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595" name="Google Shape;595;p8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596" name="Shape 596"/>
        <p:cNvGrpSpPr/>
        <p:nvPr/>
      </p:nvGrpSpPr>
      <p:grpSpPr>
        <a:xfrm>
          <a:off x="0" y="0"/>
          <a:ext cx="0" cy="0"/>
          <a:chOff x="0" y="0"/>
          <a:chExt cx="0" cy="0"/>
        </a:xfrm>
      </p:grpSpPr>
      <p:pic>
        <p:nvPicPr>
          <p:cNvPr id="597" name="Google Shape;597;p86"/>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98" name="Google Shape;598;p86"/>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599" name="Google Shape;599;p86"/>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600" name="Google Shape;600;p86"/>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601" name="Google Shape;601;p8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02" name="Google Shape;602;p8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3" name="Google Shape;603;p8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604" name="Shape 604"/>
        <p:cNvGrpSpPr/>
        <p:nvPr/>
      </p:nvGrpSpPr>
      <p:grpSpPr>
        <a:xfrm>
          <a:off x="0" y="0"/>
          <a:ext cx="0" cy="0"/>
          <a:chOff x="0" y="0"/>
          <a:chExt cx="0" cy="0"/>
        </a:xfrm>
      </p:grpSpPr>
      <p:pic>
        <p:nvPicPr>
          <p:cNvPr id="605" name="Google Shape;605;p8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606" name="Google Shape;606;p8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607" name="Google Shape;607;p87"/>
          <p:cNvGrpSpPr/>
          <p:nvPr/>
        </p:nvGrpSpPr>
        <p:grpSpPr>
          <a:xfrm>
            <a:off x="5709066" y="201260"/>
            <a:ext cx="2296623" cy="4424889"/>
            <a:chOff x="5598780" y="137712"/>
            <a:chExt cx="2577001" cy="4664652"/>
          </a:xfrm>
        </p:grpSpPr>
        <p:pic>
          <p:nvPicPr>
            <p:cNvPr id="608" name="Google Shape;608;p87"/>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609" name="Google Shape;609;p87"/>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0" name="Google Shape;610;p8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11" name="Google Shape;611;p8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12" name="Google Shape;612;p8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13" name="Google Shape;613;p87"/>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614" name="Shape 614"/>
        <p:cNvGrpSpPr/>
        <p:nvPr/>
      </p:nvGrpSpPr>
      <p:grpSpPr>
        <a:xfrm>
          <a:off x="0" y="0"/>
          <a:ext cx="0" cy="0"/>
          <a:chOff x="0" y="0"/>
          <a:chExt cx="0" cy="0"/>
        </a:xfrm>
      </p:grpSpPr>
      <p:pic>
        <p:nvPicPr>
          <p:cNvPr id="615" name="Google Shape;615;p8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616" name="Google Shape;616;p8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17" name="Google Shape;617;p8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18" name="Google Shape;618;p8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619" name="Google Shape;619;p8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20" name="Google Shape;620;p88"/>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1" name="Google Shape;621;p88"/>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622" name="Shape 622"/>
        <p:cNvGrpSpPr/>
        <p:nvPr/>
      </p:nvGrpSpPr>
      <p:grpSpPr>
        <a:xfrm>
          <a:off x="0" y="0"/>
          <a:ext cx="0" cy="0"/>
          <a:chOff x="0" y="0"/>
          <a:chExt cx="0" cy="0"/>
        </a:xfrm>
      </p:grpSpPr>
      <p:pic>
        <p:nvPicPr>
          <p:cNvPr id="623" name="Google Shape;623;p89"/>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624" name="Google Shape;624;p8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25" name="Google Shape;625;p8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26" name="Google Shape;626;p8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627" name="Google Shape;627;p8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628" name="Google Shape;628;p89"/>
          <p:cNvGrpSpPr/>
          <p:nvPr/>
        </p:nvGrpSpPr>
        <p:grpSpPr>
          <a:xfrm>
            <a:off x="4344100" y="398125"/>
            <a:ext cx="4546500" cy="4222800"/>
            <a:chOff x="4344100" y="398125"/>
            <a:chExt cx="4546500" cy="4222800"/>
          </a:xfrm>
        </p:grpSpPr>
        <p:sp>
          <p:nvSpPr>
            <p:cNvPr id="629" name="Google Shape;629;p89"/>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0" name="Google Shape;630;p89"/>
            <p:cNvGrpSpPr/>
            <p:nvPr/>
          </p:nvGrpSpPr>
          <p:grpSpPr>
            <a:xfrm>
              <a:off x="4445450" y="524200"/>
              <a:ext cx="399495" cy="101100"/>
              <a:chOff x="4445450" y="524200"/>
              <a:chExt cx="399495" cy="101100"/>
            </a:xfrm>
          </p:grpSpPr>
          <p:sp>
            <p:nvSpPr>
              <p:cNvPr id="631" name="Google Shape;631;p89"/>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89"/>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89"/>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4" name="Google Shape;634;p89"/>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635" name="Shape 635"/>
        <p:cNvGrpSpPr/>
        <p:nvPr/>
      </p:nvGrpSpPr>
      <p:grpSpPr>
        <a:xfrm>
          <a:off x="0" y="0"/>
          <a:ext cx="0" cy="0"/>
          <a:chOff x="0" y="0"/>
          <a:chExt cx="0" cy="0"/>
        </a:xfrm>
      </p:grpSpPr>
      <p:pic>
        <p:nvPicPr>
          <p:cNvPr id="636" name="Google Shape;636;p9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637" name="Google Shape;637;p9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38" name="Google Shape;638;p9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39" name="Google Shape;639;p9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640" name="Google Shape;640;p9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641" name="Shape 641"/>
        <p:cNvGrpSpPr/>
        <p:nvPr/>
      </p:nvGrpSpPr>
      <p:grpSpPr>
        <a:xfrm>
          <a:off x="0" y="0"/>
          <a:ext cx="0" cy="0"/>
          <a:chOff x="0" y="0"/>
          <a:chExt cx="0" cy="0"/>
        </a:xfrm>
      </p:grpSpPr>
      <p:pic>
        <p:nvPicPr>
          <p:cNvPr id="642" name="Google Shape;642;p91"/>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643" name="Google Shape;643;p91"/>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91"/>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645" name="Google Shape;645;p9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646" name="Google Shape;646;p9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47" name="Google Shape;647;p9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48" name="Google Shape;648;p9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649" name="Google Shape;649;p91"/>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650" name="Shape 650"/>
        <p:cNvGrpSpPr/>
        <p:nvPr/>
      </p:nvGrpSpPr>
      <p:grpSpPr>
        <a:xfrm>
          <a:off x="0" y="0"/>
          <a:ext cx="0" cy="0"/>
          <a:chOff x="0" y="0"/>
          <a:chExt cx="0" cy="0"/>
        </a:xfrm>
      </p:grpSpPr>
      <p:pic>
        <p:nvPicPr>
          <p:cNvPr id="651" name="Google Shape;651;p92"/>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652" name="Google Shape;652;p92"/>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653" name="Google Shape;653;p9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54" name="Google Shape;654;p9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55" name="Google Shape;655;p9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56" name="Google Shape;656;p9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657" name="Google Shape;657;p9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58" name="Google Shape;658;p9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59" name="Google Shape;659;p92"/>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660" name="Shape 660"/>
        <p:cNvGrpSpPr/>
        <p:nvPr/>
      </p:nvGrpSpPr>
      <p:grpSpPr>
        <a:xfrm>
          <a:off x="0" y="0"/>
          <a:ext cx="0" cy="0"/>
          <a:chOff x="0" y="0"/>
          <a:chExt cx="0" cy="0"/>
        </a:xfrm>
      </p:grpSpPr>
      <p:pic>
        <p:nvPicPr>
          <p:cNvPr id="661" name="Google Shape;661;p93"/>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62" name="Google Shape;662;p93"/>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663" name="Google Shape;663;p93"/>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64" name="Google Shape;664;p9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65" name="Google Shape;665;p9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666" name="Google Shape;666;p93"/>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667" name="Google Shape;667;p9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668" name="Google Shape;668;p93"/>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669" name="Shape 669"/>
        <p:cNvGrpSpPr/>
        <p:nvPr/>
      </p:nvGrpSpPr>
      <p:grpSpPr>
        <a:xfrm>
          <a:off x="0" y="0"/>
          <a:ext cx="0" cy="0"/>
          <a:chOff x="0" y="0"/>
          <a:chExt cx="0" cy="0"/>
        </a:xfrm>
      </p:grpSpPr>
      <p:pic>
        <p:nvPicPr>
          <p:cNvPr id="670" name="Google Shape;670;p94"/>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671" name="Google Shape;671;p9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72" name="Google Shape;672;p9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73" name="Google Shape;673;p9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74" name="Google Shape;674;p9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75" name="Google Shape;675;p9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76" name="Google Shape;676;p9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677" name="Google Shape;677;p9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78" name="Google Shape;678;p9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679" name="Shape 679"/>
        <p:cNvGrpSpPr/>
        <p:nvPr/>
      </p:nvGrpSpPr>
      <p:grpSpPr>
        <a:xfrm>
          <a:off x="0" y="0"/>
          <a:ext cx="0" cy="0"/>
          <a:chOff x="0" y="0"/>
          <a:chExt cx="0" cy="0"/>
        </a:xfrm>
      </p:grpSpPr>
      <p:pic>
        <p:nvPicPr>
          <p:cNvPr id="680" name="Google Shape;680;p95"/>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81" name="Google Shape;681;p95"/>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682" name="Google Shape;682;p95"/>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83" name="Google Shape;683;p95"/>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84" name="Google Shape;684;p9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85" name="Google Shape;685;p9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86" name="Google Shape;686;p9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687" name="Google Shape;687;p9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88" name="Google Shape;688;p9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689" name="Shape 689"/>
        <p:cNvGrpSpPr/>
        <p:nvPr/>
      </p:nvGrpSpPr>
      <p:grpSpPr>
        <a:xfrm>
          <a:off x="0" y="0"/>
          <a:ext cx="0" cy="0"/>
          <a:chOff x="0" y="0"/>
          <a:chExt cx="0" cy="0"/>
        </a:xfrm>
      </p:grpSpPr>
      <p:pic>
        <p:nvPicPr>
          <p:cNvPr id="690" name="Google Shape;690;p96"/>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691" name="Google Shape;691;p9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92" name="Google Shape;692;p9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93" name="Google Shape;693;p96"/>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94" name="Google Shape;694;p9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95" name="Google Shape;695;p9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96" name="Google Shape;696;p9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697" name="Google Shape;697;p9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98" name="Google Shape;698;p96"/>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699" name="Google Shape;699;p96"/>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700" name="Google Shape;700;p96"/>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701" name="Shape 701"/>
        <p:cNvGrpSpPr/>
        <p:nvPr/>
      </p:nvGrpSpPr>
      <p:grpSpPr>
        <a:xfrm>
          <a:off x="0" y="0"/>
          <a:ext cx="0" cy="0"/>
          <a:chOff x="0" y="0"/>
          <a:chExt cx="0" cy="0"/>
        </a:xfrm>
      </p:grpSpPr>
      <p:pic>
        <p:nvPicPr>
          <p:cNvPr id="702" name="Google Shape;702;p97"/>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703" name="Google Shape;703;p97"/>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704" name="Google Shape;704;p9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05" name="Google Shape;705;p97"/>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06" name="Google Shape;706;p9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07" name="Google Shape;707;p9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08" name="Google Shape;708;p9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709" name="Google Shape;709;p9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10" name="Google Shape;710;p9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711" name="Shape 711"/>
        <p:cNvGrpSpPr/>
        <p:nvPr/>
      </p:nvGrpSpPr>
      <p:grpSpPr>
        <a:xfrm>
          <a:off x="0" y="0"/>
          <a:ext cx="0" cy="0"/>
          <a:chOff x="0" y="0"/>
          <a:chExt cx="0" cy="0"/>
        </a:xfrm>
      </p:grpSpPr>
      <p:pic>
        <p:nvPicPr>
          <p:cNvPr id="712" name="Google Shape;712;p98"/>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713" name="Google Shape;713;p98"/>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714" name="Google Shape;714;p98"/>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715" name="Google Shape;715;p9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16" name="Google Shape;716;p9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17" name="Google Shape;717;p98"/>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98"/>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719" name="Google Shape;719;p98"/>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20" name="Google Shape;720;p98"/>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721" name="Google Shape;721;p98"/>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722" name="Shape 722"/>
        <p:cNvGrpSpPr/>
        <p:nvPr/>
      </p:nvGrpSpPr>
      <p:grpSpPr>
        <a:xfrm>
          <a:off x="0" y="0"/>
          <a:ext cx="0" cy="0"/>
          <a:chOff x="0" y="0"/>
          <a:chExt cx="0" cy="0"/>
        </a:xfrm>
      </p:grpSpPr>
      <p:pic>
        <p:nvPicPr>
          <p:cNvPr id="723" name="Google Shape;723;p99"/>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724" name="Google Shape;724;p99"/>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725" name="Google Shape;725;p9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26" name="Google Shape;726;p99"/>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27" name="Google Shape;727;p9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28" name="Google Shape;728;p9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29" name="Google Shape;729;p9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730" name="Google Shape;730;p9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31" name="Google Shape;731;p9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732" name="Shape 732"/>
        <p:cNvGrpSpPr/>
        <p:nvPr/>
      </p:nvGrpSpPr>
      <p:grpSpPr>
        <a:xfrm>
          <a:off x="0" y="0"/>
          <a:ext cx="0" cy="0"/>
          <a:chOff x="0" y="0"/>
          <a:chExt cx="0" cy="0"/>
        </a:xfrm>
      </p:grpSpPr>
      <p:pic>
        <p:nvPicPr>
          <p:cNvPr id="733" name="Google Shape;733;p100"/>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734" name="Google Shape;734;p100"/>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735" name="Google Shape;735;p10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36" name="Google Shape;736;p100"/>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37" name="Google Shape;737;p10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38" name="Google Shape;738;p10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39" name="Google Shape;739;p10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740" name="Google Shape;740;p10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41" name="Google Shape;741;p10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742" name="Shape 742"/>
        <p:cNvGrpSpPr/>
        <p:nvPr/>
      </p:nvGrpSpPr>
      <p:grpSpPr>
        <a:xfrm>
          <a:off x="0" y="0"/>
          <a:ext cx="0" cy="0"/>
          <a:chOff x="0" y="0"/>
          <a:chExt cx="0" cy="0"/>
        </a:xfrm>
      </p:grpSpPr>
      <p:pic>
        <p:nvPicPr>
          <p:cNvPr id="743" name="Google Shape;743;p10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744" name="Google Shape;744;p10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45" name="Google Shape;745;p101"/>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746" name="Google Shape;746;p101"/>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747" name="Google Shape;747;p101"/>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748" name="Google Shape;748;p101"/>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749" name="Shape 749"/>
        <p:cNvGrpSpPr/>
        <p:nvPr/>
      </p:nvGrpSpPr>
      <p:grpSpPr>
        <a:xfrm>
          <a:off x="0" y="0"/>
          <a:ext cx="0" cy="0"/>
          <a:chOff x="0" y="0"/>
          <a:chExt cx="0" cy="0"/>
        </a:xfrm>
      </p:grpSpPr>
      <p:pic>
        <p:nvPicPr>
          <p:cNvPr descr="Divider1.png" id="750" name="Google Shape;750;p102"/>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751" name="Google Shape;751;p102"/>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52" name="Google Shape;752;p102"/>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753" name="Shape 753"/>
        <p:cNvGrpSpPr/>
        <p:nvPr/>
      </p:nvGrpSpPr>
      <p:grpSpPr>
        <a:xfrm>
          <a:off x="0" y="0"/>
          <a:ext cx="0" cy="0"/>
          <a:chOff x="0" y="0"/>
          <a:chExt cx="0" cy="0"/>
        </a:xfrm>
      </p:grpSpPr>
      <p:pic>
        <p:nvPicPr>
          <p:cNvPr id="754" name="Google Shape;754;p103"/>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755" name="Google Shape;755;p103"/>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756" name="Google Shape;756;p103"/>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03"/>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758" name="Shape 758"/>
        <p:cNvGrpSpPr/>
        <p:nvPr/>
      </p:nvGrpSpPr>
      <p:grpSpPr>
        <a:xfrm>
          <a:off x="0" y="0"/>
          <a:ext cx="0" cy="0"/>
          <a:chOff x="0" y="0"/>
          <a:chExt cx="0" cy="0"/>
        </a:xfrm>
      </p:grpSpPr>
      <p:pic>
        <p:nvPicPr>
          <p:cNvPr id="759" name="Google Shape;759;p104"/>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760" name="Shape 760"/>
        <p:cNvGrpSpPr/>
        <p:nvPr/>
      </p:nvGrpSpPr>
      <p:grpSpPr>
        <a:xfrm>
          <a:off x="0" y="0"/>
          <a:ext cx="0" cy="0"/>
          <a:chOff x="0" y="0"/>
          <a:chExt cx="0" cy="0"/>
        </a:xfrm>
      </p:grpSpPr>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761" name="Shape 761"/>
        <p:cNvGrpSpPr/>
        <p:nvPr/>
      </p:nvGrpSpPr>
      <p:grpSpPr>
        <a:xfrm>
          <a:off x="0" y="0"/>
          <a:ext cx="0" cy="0"/>
          <a:chOff x="0" y="0"/>
          <a:chExt cx="0" cy="0"/>
        </a:xfrm>
      </p:grpSpPr>
      <p:grpSp>
        <p:nvGrpSpPr>
          <p:cNvPr id="762" name="Google Shape;762;p106"/>
          <p:cNvGrpSpPr/>
          <p:nvPr/>
        </p:nvGrpSpPr>
        <p:grpSpPr>
          <a:xfrm>
            <a:off x="6262100" y="-3850"/>
            <a:ext cx="2886900" cy="485125"/>
            <a:chOff x="6262100" y="-3850"/>
            <a:chExt cx="2886900" cy="485125"/>
          </a:xfrm>
        </p:grpSpPr>
        <p:pic>
          <p:nvPicPr>
            <p:cNvPr descr="1.png" id="763" name="Google Shape;763;p106"/>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764" name="Google Shape;764;p106"/>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765" name="Google Shape;765;p106"/>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766" name="Google Shape;766;p106"/>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767" name="Google Shape;767;p10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68" name="Google Shape;768;p10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69" name="Google Shape;769;p106"/>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770" name="Google Shape;770;p106"/>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771" name="Google Shape;771;p106"/>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772" name="Google Shape;772;p106"/>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773" name="Google Shape;773;p106"/>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774" name="Google Shape;774;p106"/>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775" name="Google Shape;775;p106"/>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779" name="Shape 779"/>
        <p:cNvGrpSpPr/>
        <p:nvPr/>
      </p:nvGrpSpPr>
      <p:grpSpPr>
        <a:xfrm>
          <a:off x="0" y="0"/>
          <a:ext cx="0" cy="0"/>
          <a:chOff x="0" y="0"/>
          <a:chExt cx="0" cy="0"/>
        </a:xfrm>
      </p:grpSpPr>
      <p:pic>
        <p:nvPicPr>
          <p:cNvPr id="780" name="Google Shape;780;p108"/>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781" name="Google Shape;781;p10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782" name="Shape 782"/>
        <p:cNvGrpSpPr/>
        <p:nvPr/>
      </p:nvGrpSpPr>
      <p:grpSpPr>
        <a:xfrm>
          <a:off x="0" y="0"/>
          <a:ext cx="0" cy="0"/>
          <a:chOff x="0" y="0"/>
          <a:chExt cx="0" cy="0"/>
        </a:xfrm>
      </p:grpSpPr>
      <p:pic>
        <p:nvPicPr>
          <p:cNvPr id="783" name="Google Shape;783;p109"/>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784" name="Google Shape;784;p109"/>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785" name="Google Shape;785;p10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86" name="Google Shape;786;p109"/>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787" name="Shape 787"/>
        <p:cNvGrpSpPr/>
        <p:nvPr/>
      </p:nvGrpSpPr>
      <p:grpSpPr>
        <a:xfrm>
          <a:off x="0" y="0"/>
          <a:ext cx="0" cy="0"/>
          <a:chOff x="0" y="0"/>
          <a:chExt cx="0" cy="0"/>
        </a:xfrm>
      </p:grpSpPr>
      <p:pic>
        <p:nvPicPr>
          <p:cNvPr descr="Divider4.png" id="788" name="Google Shape;788;p110"/>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789" name="Google Shape;789;p110"/>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790" name="Google Shape;790;p110"/>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791" name="Google Shape;791;p110"/>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792" name="Google Shape;792;p110"/>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793" name="Google Shape;793;p110"/>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794" name="Shape 794"/>
        <p:cNvGrpSpPr/>
        <p:nvPr/>
      </p:nvGrpSpPr>
      <p:grpSpPr>
        <a:xfrm>
          <a:off x="0" y="0"/>
          <a:ext cx="0" cy="0"/>
          <a:chOff x="0" y="0"/>
          <a:chExt cx="0" cy="0"/>
        </a:xfrm>
      </p:grpSpPr>
      <p:sp>
        <p:nvSpPr>
          <p:cNvPr id="795" name="Google Shape;795;p111"/>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796" name="Google Shape;796;p111"/>
          <p:cNvGrpSpPr/>
          <p:nvPr/>
        </p:nvGrpSpPr>
        <p:grpSpPr>
          <a:xfrm rot="5400000">
            <a:off x="5719749" y="1629787"/>
            <a:ext cx="4964577" cy="1883925"/>
            <a:chOff x="4152224" y="1218499"/>
            <a:chExt cx="4964577" cy="1883925"/>
          </a:xfrm>
        </p:grpSpPr>
        <p:pic>
          <p:nvPicPr>
            <p:cNvPr id="797" name="Google Shape;797;p111"/>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798" name="Google Shape;798;p111"/>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799" name="Google Shape;799;p11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00" name="Google Shape;800;p11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01" name="Google Shape;801;p111"/>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802" name="Shape 802"/>
        <p:cNvGrpSpPr/>
        <p:nvPr/>
      </p:nvGrpSpPr>
      <p:grpSpPr>
        <a:xfrm>
          <a:off x="0" y="0"/>
          <a:ext cx="0" cy="0"/>
          <a:chOff x="0" y="0"/>
          <a:chExt cx="0" cy="0"/>
        </a:xfrm>
      </p:grpSpPr>
      <p:pic>
        <p:nvPicPr>
          <p:cNvPr id="803" name="Google Shape;803;p112"/>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04" name="Google Shape;804;p112"/>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805" name="Google Shape;805;p112"/>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06" name="Google Shape;806;p112"/>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07" name="Google Shape;807;p11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08" name="Google Shape;808;p11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09" name="Google Shape;809;p112"/>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10" name="Google Shape;810;p112"/>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11" name="Shape 811"/>
        <p:cNvGrpSpPr/>
        <p:nvPr/>
      </p:nvGrpSpPr>
      <p:grpSpPr>
        <a:xfrm>
          <a:off x="0" y="0"/>
          <a:ext cx="0" cy="0"/>
          <a:chOff x="0" y="0"/>
          <a:chExt cx="0" cy="0"/>
        </a:xfrm>
      </p:grpSpPr>
      <p:pic>
        <p:nvPicPr>
          <p:cNvPr id="812" name="Google Shape;812;p113"/>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13" name="Google Shape;813;p113"/>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14" name="Google Shape;814;p113"/>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15" name="Google Shape;815;p113"/>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16" name="Google Shape;816;p11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817" name="Google Shape;817;p11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18" name="Google Shape;818;p11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819" name="Shape 819"/>
        <p:cNvGrpSpPr/>
        <p:nvPr/>
      </p:nvGrpSpPr>
      <p:grpSpPr>
        <a:xfrm>
          <a:off x="0" y="0"/>
          <a:ext cx="0" cy="0"/>
          <a:chOff x="0" y="0"/>
          <a:chExt cx="0" cy="0"/>
        </a:xfrm>
      </p:grpSpPr>
      <p:pic>
        <p:nvPicPr>
          <p:cNvPr id="820" name="Google Shape;820;p114"/>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21" name="Google Shape;821;p114"/>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822" name="Google Shape;822;p114"/>
          <p:cNvGrpSpPr/>
          <p:nvPr/>
        </p:nvGrpSpPr>
        <p:grpSpPr>
          <a:xfrm>
            <a:off x="5709066" y="201260"/>
            <a:ext cx="2296623" cy="4424889"/>
            <a:chOff x="5598780" y="137712"/>
            <a:chExt cx="2577001" cy="4664652"/>
          </a:xfrm>
        </p:grpSpPr>
        <p:pic>
          <p:nvPicPr>
            <p:cNvPr id="823" name="Google Shape;823;p114"/>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824" name="Google Shape;824;p114"/>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5" name="Google Shape;825;p114"/>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26" name="Google Shape;826;p11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27" name="Google Shape;827;p1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28" name="Google Shape;828;p114"/>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829" name="Shape 829"/>
        <p:cNvGrpSpPr/>
        <p:nvPr/>
      </p:nvGrpSpPr>
      <p:grpSpPr>
        <a:xfrm>
          <a:off x="0" y="0"/>
          <a:ext cx="0" cy="0"/>
          <a:chOff x="0" y="0"/>
          <a:chExt cx="0" cy="0"/>
        </a:xfrm>
      </p:grpSpPr>
      <p:pic>
        <p:nvPicPr>
          <p:cNvPr id="830" name="Google Shape;830;p115"/>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31" name="Google Shape;831;p115"/>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32" name="Google Shape;832;p115"/>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33" name="Google Shape;833;p115"/>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34" name="Google Shape;834;p1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35" name="Google Shape;835;p115"/>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6" name="Google Shape;836;p115"/>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837" name="Shape 837"/>
        <p:cNvGrpSpPr/>
        <p:nvPr/>
      </p:nvGrpSpPr>
      <p:grpSpPr>
        <a:xfrm>
          <a:off x="0" y="0"/>
          <a:ext cx="0" cy="0"/>
          <a:chOff x="0" y="0"/>
          <a:chExt cx="0" cy="0"/>
        </a:xfrm>
      </p:grpSpPr>
      <p:pic>
        <p:nvPicPr>
          <p:cNvPr id="838" name="Google Shape;838;p116"/>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839" name="Google Shape;839;p116"/>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40" name="Google Shape;840;p116"/>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41" name="Google Shape;841;p11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42" name="Google Shape;842;p11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843" name="Google Shape;843;p116"/>
          <p:cNvGrpSpPr/>
          <p:nvPr/>
        </p:nvGrpSpPr>
        <p:grpSpPr>
          <a:xfrm>
            <a:off x="4344100" y="398125"/>
            <a:ext cx="4546500" cy="4222800"/>
            <a:chOff x="4344100" y="398125"/>
            <a:chExt cx="4546500" cy="4222800"/>
          </a:xfrm>
        </p:grpSpPr>
        <p:sp>
          <p:nvSpPr>
            <p:cNvPr id="844" name="Google Shape;844;p116"/>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5" name="Google Shape;845;p116"/>
            <p:cNvGrpSpPr/>
            <p:nvPr/>
          </p:nvGrpSpPr>
          <p:grpSpPr>
            <a:xfrm>
              <a:off x="4445450" y="524200"/>
              <a:ext cx="399495" cy="101100"/>
              <a:chOff x="4445450" y="524200"/>
              <a:chExt cx="399495" cy="101100"/>
            </a:xfrm>
          </p:grpSpPr>
          <p:sp>
            <p:nvSpPr>
              <p:cNvPr id="846" name="Google Shape;846;p116"/>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16"/>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16"/>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9" name="Google Shape;849;p116"/>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850" name="Shape 850"/>
        <p:cNvGrpSpPr/>
        <p:nvPr/>
      </p:nvGrpSpPr>
      <p:grpSpPr>
        <a:xfrm>
          <a:off x="0" y="0"/>
          <a:ext cx="0" cy="0"/>
          <a:chOff x="0" y="0"/>
          <a:chExt cx="0" cy="0"/>
        </a:xfrm>
      </p:grpSpPr>
      <p:pic>
        <p:nvPicPr>
          <p:cNvPr id="851" name="Google Shape;851;p11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52" name="Google Shape;852;p11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53" name="Google Shape;853;p11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54" name="Google Shape;854;p11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55" name="Google Shape;855;p1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856" name="Shape 856"/>
        <p:cNvGrpSpPr/>
        <p:nvPr/>
      </p:nvGrpSpPr>
      <p:grpSpPr>
        <a:xfrm>
          <a:off x="0" y="0"/>
          <a:ext cx="0" cy="0"/>
          <a:chOff x="0" y="0"/>
          <a:chExt cx="0" cy="0"/>
        </a:xfrm>
      </p:grpSpPr>
      <p:pic>
        <p:nvPicPr>
          <p:cNvPr id="857" name="Google Shape;857;p118"/>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858" name="Google Shape;858;p118"/>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18"/>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860" name="Google Shape;860;p11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61" name="Google Shape;861;p1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62" name="Google Shape;862;p118"/>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63" name="Google Shape;863;p118"/>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864" name="Google Shape;864;p118"/>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865" name="Shape 865"/>
        <p:cNvGrpSpPr/>
        <p:nvPr/>
      </p:nvGrpSpPr>
      <p:grpSpPr>
        <a:xfrm>
          <a:off x="0" y="0"/>
          <a:ext cx="0" cy="0"/>
          <a:chOff x="0" y="0"/>
          <a:chExt cx="0" cy="0"/>
        </a:xfrm>
      </p:grpSpPr>
      <p:pic>
        <p:nvPicPr>
          <p:cNvPr id="866" name="Google Shape;866;p119"/>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867" name="Google Shape;867;p119"/>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868" name="Google Shape;868;p119"/>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69" name="Google Shape;869;p11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70" name="Google Shape;870;p1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71" name="Google Shape;871;p11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872" name="Google Shape;872;p11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873" name="Google Shape;873;p11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74" name="Google Shape;874;p119"/>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875" name="Shape 875"/>
        <p:cNvGrpSpPr/>
        <p:nvPr/>
      </p:nvGrpSpPr>
      <p:grpSpPr>
        <a:xfrm>
          <a:off x="0" y="0"/>
          <a:ext cx="0" cy="0"/>
          <a:chOff x="0" y="0"/>
          <a:chExt cx="0" cy="0"/>
        </a:xfrm>
      </p:grpSpPr>
      <p:pic>
        <p:nvPicPr>
          <p:cNvPr id="876" name="Google Shape;876;p120"/>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877" name="Google Shape;877;p12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878" name="Google Shape;878;p120"/>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79" name="Google Shape;879;p12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80" name="Google Shape;880;p1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81" name="Google Shape;881;p120"/>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882" name="Google Shape;882;p12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883" name="Google Shape;883;p120"/>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884" name="Shape 884"/>
        <p:cNvGrpSpPr/>
        <p:nvPr/>
      </p:nvGrpSpPr>
      <p:grpSpPr>
        <a:xfrm>
          <a:off x="0" y="0"/>
          <a:ext cx="0" cy="0"/>
          <a:chOff x="0" y="0"/>
          <a:chExt cx="0" cy="0"/>
        </a:xfrm>
      </p:grpSpPr>
      <p:pic>
        <p:nvPicPr>
          <p:cNvPr id="885" name="Google Shape;885;p121"/>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886" name="Google Shape;886;p121"/>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887" name="Google Shape;887;p121"/>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888" name="Google Shape;888;p121"/>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89" name="Google Shape;889;p12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890" name="Google Shape;890;p1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91" name="Google Shape;891;p12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892" name="Google Shape;892;p12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893" name="Google Shape;893;p12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894" name="Shape 894"/>
        <p:cNvGrpSpPr/>
        <p:nvPr/>
      </p:nvGrpSpPr>
      <p:grpSpPr>
        <a:xfrm>
          <a:off x="0" y="0"/>
          <a:ext cx="0" cy="0"/>
          <a:chOff x="0" y="0"/>
          <a:chExt cx="0" cy="0"/>
        </a:xfrm>
      </p:grpSpPr>
      <p:pic>
        <p:nvPicPr>
          <p:cNvPr id="895" name="Google Shape;895;p122"/>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896" name="Google Shape;896;p122"/>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897" name="Google Shape;897;p122"/>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898" name="Google Shape;898;p122"/>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99" name="Google Shape;899;p12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0" name="Google Shape;900;p1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01" name="Google Shape;901;p12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902" name="Google Shape;902;p12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03" name="Google Shape;903;p12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904" name="Shape 904"/>
        <p:cNvGrpSpPr/>
        <p:nvPr/>
      </p:nvGrpSpPr>
      <p:grpSpPr>
        <a:xfrm>
          <a:off x="0" y="0"/>
          <a:ext cx="0" cy="0"/>
          <a:chOff x="0" y="0"/>
          <a:chExt cx="0" cy="0"/>
        </a:xfrm>
      </p:grpSpPr>
      <p:pic>
        <p:nvPicPr>
          <p:cNvPr id="905" name="Google Shape;905;p123"/>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906" name="Google Shape;906;p12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07" name="Google Shape;907;p12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08" name="Google Shape;908;p123"/>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09" name="Google Shape;909;p12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10" name="Google Shape;910;p1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1" name="Google Shape;911;p12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912" name="Google Shape;912;p12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13" name="Google Shape;913;p123"/>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914" name="Shape 914"/>
        <p:cNvGrpSpPr/>
        <p:nvPr/>
      </p:nvGrpSpPr>
      <p:grpSpPr>
        <a:xfrm>
          <a:off x="0" y="0"/>
          <a:ext cx="0" cy="0"/>
          <a:chOff x="0" y="0"/>
          <a:chExt cx="0" cy="0"/>
        </a:xfrm>
      </p:grpSpPr>
      <p:pic>
        <p:nvPicPr>
          <p:cNvPr id="915" name="Google Shape;915;p124"/>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916" name="Google Shape;916;p124"/>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917" name="Google Shape;917;p12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18" name="Google Shape;918;p124"/>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19" name="Google Shape;919;p12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20" name="Google Shape;920;p1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21" name="Google Shape;921;p124"/>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922" name="Google Shape;922;p12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23" name="Google Shape;923;p12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924" name="Shape 924"/>
        <p:cNvGrpSpPr/>
        <p:nvPr/>
      </p:nvGrpSpPr>
      <p:grpSpPr>
        <a:xfrm>
          <a:off x="0" y="0"/>
          <a:ext cx="0" cy="0"/>
          <a:chOff x="0" y="0"/>
          <a:chExt cx="0" cy="0"/>
        </a:xfrm>
      </p:grpSpPr>
      <p:pic>
        <p:nvPicPr>
          <p:cNvPr id="925" name="Google Shape;925;p125"/>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926" name="Google Shape;926;p125"/>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927" name="Google Shape;927;p125"/>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28" name="Google Shape;928;p1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29" name="Google Shape;929;p1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30" name="Google Shape;930;p125"/>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25"/>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932" name="Google Shape;932;p125"/>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33" name="Google Shape;933;p125"/>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934" name="Google Shape;934;p125"/>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935" name="Shape 935"/>
        <p:cNvGrpSpPr/>
        <p:nvPr/>
      </p:nvGrpSpPr>
      <p:grpSpPr>
        <a:xfrm>
          <a:off x="0" y="0"/>
          <a:ext cx="0" cy="0"/>
          <a:chOff x="0" y="0"/>
          <a:chExt cx="0" cy="0"/>
        </a:xfrm>
      </p:grpSpPr>
      <p:pic>
        <p:nvPicPr>
          <p:cNvPr id="936" name="Google Shape;936;p12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937" name="Google Shape;937;p126"/>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938" name="Google Shape;938;p12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39" name="Google Shape;939;p12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40" name="Google Shape;940;p12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41" name="Google Shape;941;p1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42" name="Google Shape;942;p126"/>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943" name="Google Shape;943;p12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44" name="Google Shape;944;p12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945" name="Shape 945"/>
        <p:cNvGrpSpPr/>
        <p:nvPr/>
      </p:nvGrpSpPr>
      <p:grpSpPr>
        <a:xfrm>
          <a:off x="0" y="0"/>
          <a:ext cx="0" cy="0"/>
          <a:chOff x="0" y="0"/>
          <a:chExt cx="0" cy="0"/>
        </a:xfrm>
      </p:grpSpPr>
      <p:pic>
        <p:nvPicPr>
          <p:cNvPr id="946" name="Google Shape;946;p127"/>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947" name="Google Shape;947;p12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48" name="Google Shape;948;p12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49" name="Google Shape;949;p127"/>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50" name="Google Shape;950;p1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51" name="Google Shape;951;p1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52" name="Google Shape;952;p12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953" name="Google Shape;953;p1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54" name="Google Shape;954;p1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955" name="Shape 955"/>
        <p:cNvGrpSpPr/>
        <p:nvPr/>
      </p:nvGrpSpPr>
      <p:grpSpPr>
        <a:xfrm>
          <a:off x="0" y="0"/>
          <a:ext cx="0" cy="0"/>
          <a:chOff x="0" y="0"/>
          <a:chExt cx="0" cy="0"/>
        </a:xfrm>
      </p:grpSpPr>
      <p:pic>
        <p:nvPicPr>
          <p:cNvPr id="956" name="Google Shape;956;p128"/>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957" name="Google Shape;957;p1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58" name="Google Shape;958;p128"/>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959" name="Google Shape;959;p128"/>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960" name="Google Shape;960;p128"/>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961" name="Google Shape;961;p128"/>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962" name="Shape 962"/>
        <p:cNvGrpSpPr/>
        <p:nvPr/>
      </p:nvGrpSpPr>
      <p:grpSpPr>
        <a:xfrm>
          <a:off x="0" y="0"/>
          <a:ext cx="0" cy="0"/>
          <a:chOff x="0" y="0"/>
          <a:chExt cx="0" cy="0"/>
        </a:xfrm>
      </p:grpSpPr>
      <p:pic>
        <p:nvPicPr>
          <p:cNvPr descr="Divider1.png" id="963" name="Google Shape;963;p129"/>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964" name="Google Shape;964;p129"/>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5" name="Google Shape;965;p129"/>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966" name="Shape 966"/>
        <p:cNvGrpSpPr/>
        <p:nvPr/>
      </p:nvGrpSpPr>
      <p:grpSpPr>
        <a:xfrm>
          <a:off x="0" y="0"/>
          <a:ext cx="0" cy="0"/>
          <a:chOff x="0" y="0"/>
          <a:chExt cx="0" cy="0"/>
        </a:xfrm>
      </p:grpSpPr>
      <p:pic>
        <p:nvPicPr>
          <p:cNvPr id="967" name="Google Shape;967;p130"/>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968" name="Google Shape;968;p130"/>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969" name="Google Shape;969;p130"/>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30"/>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971" name="Shape 971"/>
        <p:cNvGrpSpPr/>
        <p:nvPr/>
      </p:nvGrpSpPr>
      <p:grpSpPr>
        <a:xfrm>
          <a:off x="0" y="0"/>
          <a:ext cx="0" cy="0"/>
          <a:chOff x="0" y="0"/>
          <a:chExt cx="0" cy="0"/>
        </a:xfrm>
      </p:grpSpPr>
      <p:pic>
        <p:nvPicPr>
          <p:cNvPr id="972" name="Google Shape;972;p131"/>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973" name="Shape 973"/>
        <p:cNvGrpSpPr/>
        <p:nvPr/>
      </p:nvGrpSpPr>
      <p:grpSpPr>
        <a:xfrm>
          <a:off x="0" y="0"/>
          <a:ext cx="0" cy="0"/>
          <a:chOff x="0" y="0"/>
          <a:chExt cx="0" cy="0"/>
        </a:xfrm>
      </p:grpSpPr>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974" name="Shape 974"/>
        <p:cNvGrpSpPr/>
        <p:nvPr/>
      </p:nvGrpSpPr>
      <p:grpSpPr>
        <a:xfrm>
          <a:off x="0" y="0"/>
          <a:ext cx="0" cy="0"/>
          <a:chOff x="0" y="0"/>
          <a:chExt cx="0" cy="0"/>
        </a:xfrm>
      </p:grpSpPr>
      <p:grpSp>
        <p:nvGrpSpPr>
          <p:cNvPr id="975" name="Google Shape;975;p133"/>
          <p:cNvGrpSpPr/>
          <p:nvPr/>
        </p:nvGrpSpPr>
        <p:grpSpPr>
          <a:xfrm>
            <a:off x="6262100" y="-3850"/>
            <a:ext cx="2886900" cy="485125"/>
            <a:chOff x="6262100" y="-3850"/>
            <a:chExt cx="2886900" cy="485125"/>
          </a:xfrm>
        </p:grpSpPr>
        <p:pic>
          <p:nvPicPr>
            <p:cNvPr descr="1.png" id="976" name="Google Shape;976;p133"/>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977" name="Google Shape;977;p133"/>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978" name="Google Shape;978;p133"/>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979" name="Google Shape;979;p133"/>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980" name="Google Shape;980;p13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81" name="Google Shape;981;p1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82" name="Google Shape;982;p133"/>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983" name="Google Shape;983;p133"/>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984" name="Google Shape;984;p133"/>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985" name="Google Shape;985;p133"/>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986" name="Google Shape;986;p133"/>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987" name="Google Shape;987;p133"/>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988" name="Google Shape;988;p133"/>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989" name="Shape 989"/>
        <p:cNvGrpSpPr/>
        <p:nvPr/>
      </p:nvGrpSpPr>
      <p:grpSpPr>
        <a:xfrm>
          <a:off x="0" y="0"/>
          <a:ext cx="0" cy="0"/>
          <a:chOff x="0" y="0"/>
          <a:chExt cx="0" cy="0"/>
        </a:xfrm>
      </p:grpSpPr>
      <p:pic>
        <p:nvPicPr>
          <p:cNvPr id="990" name="Google Shape;990;p134"/>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991" name="Google Shape;991;p134"/>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992" name="Google Shape;992;p13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93" name="Google Shape;993;p1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94" name="Google Shape;994;p134"/>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995" name="Google Shape;995;p134"/>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999" name="Shape 999"/>
        <p:cNvGrpSpPr/>
        <p:nvPr/>
      </p:nvGrpSpPr>
      <p:grpSpPr>
        <a:xfrm>
          <a:off x="0" y="0"/>
          <a:ext cx="0" cy="0"/>
          <a:chOff x="0" y="0"/>
          <a:chExt cx="0" cy="0"/>
        </a:xfrm>
      </p:grpSpPr>
      <p:pic>
        <p:nvPicPr>
          <p:cNvPr id="1000" name="Google Shape;1000;p136"/>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1001" name="Google Shape;1001;p13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1002" name="Shape 1002"/>
        <p:cNvGrpSpPr/>
        <p:nvPr/>
      </p:nvGrpSpPr>
      <p:grpSpPr>
        <a:xfrm>
          <a:off x="0" y="0"/>
          <a:ext cx="0" cy="0"/>
          <a:chOff x="0" y="0"/>
          <a:chExt cx="0" cy="0"/>
        </a:xfrm>
      </p:grpSpPr>
      <p:pic>
        <p:nvPicPr>
          <p:cNvPr id="1003" name="Google Shape;1003;p13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1004" name="Google Shape;1004;p137"/>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1005" name="Google Shape;1005;p13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06" name="Google Shape;1006;p137"/>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1007" name="Shape 1007"/>
        <p:cNvGrpSpPr/>
        <p:nvPr/>
      </p:nvGrpSpPr>
      <p:grpSpPr>
        <a:xfrm>
          <a:off x="0" y="0"/>
          <a:ext cx="0" cy="0"/>
          <a:chOff x="0" y="0"/>
          <a:chExt cx="0" cy="0"/>
        </a:xfrm>
      </p:grpSpPr>
      <p:pic>
        <p:nvPicPr>
          <p:cNvPr descr="Divider4.png" id="1008" name="Google Shape;1008;p138"/>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1009" name="Google Shape;1009;p138"/>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1010" name="Google Shape;1010;p138"/>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1011" name="Google Shape;1011;p138"/>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1012" name="Google Shape;1012;p138"/>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1013" name="Google Shape;1013;p138"/>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1014" name="Shape 1014"/>
        <p:cNvGrpSpPr/>
        <p:nvPr/>
      </p:nvGrpSpPr>
      <p:grpSpPr>
        <a:xfrm>
          <a:off x="0" y="0"/>
          <a:ext cx="0" cy="0"/>
          <a:chOff x="0" y="0"/>
          <a:chExt cx="0" cy="0"/>
        </a:xfrm>
      </p:grpSpPr>
      <p:sp>
        <p:nvSpPr>
          <p:cNvPr id="1015" name="Google Shape;1015;p139"/>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1016" name="Google Shape;1016;p139"/>
          <p:cNvGrpSpPr/>
          <p:nvPr/>
        </p:nvGrpSpPr>
        <p:grpSpPr>
          <a:xfrm rot="5400000">
            <a:off x="5719749" y="1629787"/>
            <a:ext cx="4964577" cy="1883925"/>
            <a:chOff x="4152224" y="1218499"/>
            <a:chExt cx="4964577" cy="1883925"/>
          </a:xfrm>
        </p:grpSpPr>
        <p:pic>
          <p:nvPicPr>
            <p:cNvPr id="1017" name="Google Shape;1017;p139"/>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1018" name="Google Shape;1018;p139"/>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1019" name="Google Shape;1019;p13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20" name="Google Shape;1020;p1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021" name="Google Shape;1021;p139"/>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1022" name="Shape 1022"/>
        <p:cNvGrpSpPr/>
        <p:nvPr/>
      </p:nvGrpSpPr>
      <p:grpSpPr>
        <a:xfrm>
          <a:off x="0" y="0"/>
          <a:ext cx="0" cy="0"/>
          <a:chOff x="0" y="0"/>
          <a:chExt cx="0" cy="0"/>
        </a:xfrm>
      </p:grpSpPr>
      <p:pic>
        <p:nvPicPr>
          <p:cNvPr id="1023" name="Google Shape;1023;p140"/>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1024" name="Google Shape;1024;p140"/>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1025" name="Google Shape;1025;p140"/>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26" name="Google Shape;1026;p140"/>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27" name="Google Shape;1027;p14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28" name="Google Shape;1028;p14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029" name="Google Shape;1029;p140"/>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1030" name="Google Shape;1030;p140"/>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1031" name="Shape 1031"/>
        <p:cNvGrpSpPr/>
        <p:nvPr/>
      </p:nvGrpSpPr>
      <p:grpSpPr>
        <a:xfrm>
          <a:off x="0" y="0"/>
          <a:ext cx="0" cy="0"/>
          <a:chOff x="0" y="0"/>
          <a:chExt cx="0" cy="0"/>
        </a:xfrm>
      </p:grpSpPr>
      <p:pic>
        <p:nvPicPr>
          <p:cNvPr id="1032" name="Google Shape;1032;p141"/>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1033" name="Google Shape;1033;p141"/>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1034" name="Google Shape;1034;p141"/>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1035" name="Google Shape;1035;p141"/>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1036" name="Google Shape;1036;p14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037" name="Google Shape;1037;p14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38" name="Google Shape;1038;p141"/>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1039" name="Shape 1039"/>
        <p:cNvGrpSpPr/>
        <p:nvPr/>
      </p:nvGrpSpPr>
      <p:grpSpPr>
        <a:xfrm>
          <a:off x="0" y="0"/>
          <a:ext cx="0" cy="0"/>
          <a:chOff x="0" y="0"/>
          <a:chExt cx="0" cy="0"/>
        </a:xfrm>
      </p:grpSpPr>
      <p:pic>
        <p:nvPicPr>
          <p:cNvPr id="1040" name="Google Shape;1040;p142"/>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41" name="Google Shape;1041;p142"/>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1042" name="Google Shape;1042;p142"/>
          <p:cNvGrpSpPr/>
          <p:nvPr/>
        </p:nvGrpSpPr>
        <p:grpSpPr>
          <a:xfrm>
            <a:off x="5709066" y="201260"/>
            <a:ext cx="2296623" cy="4424889"/>
            <a:chOff x="5598780" y="137712"/>
            <a:chExt cx="2577001" cy="4664652"/>
          </a:xfrm>
        </p:grpSpPr>
        <p:pic>
          <p:nvPicPr>
            <p:cNvPr id="1043" name="Google Shape;1043;p142"/>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1044" name="Google Shape;1044;p142"/>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5" name="Google Shape;1045;p142"/>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46" name="Google Shape;1046;p14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47" name="Google Shape;1047;p14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48" name="Google Shape;1048;p142"/>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49" name="Shape 1049"/>
        <p:cNvGrpSpPr/>
        <p:nvPr/>
      </p:nvGrpSpPr>
      <p:grpSpPr>
        <a:xfrm>
          <a:off x="0" y="0"/>
          <a:ext cx="0" cy="0"/>
          <a:chOff x="0" y="0"/>
          <a:chExt cx="0" cy="0"/>
        </a:xfrm>
      </p:grpSpPr>
      <p:pic>
        <p:nvPicPr>
          <p:cNvPr id="1050" name="Google Shape;1050;p14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51" name="Google Shape;1051;p14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52" name="Google Shape;1052;p14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53" name="Google Shape;1053;p14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54" name="Google Shape;1054;p14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55" name="Google Shape;1055;p143"/>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56" name="Google Shape;1056;p143"/>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057" name="Shape 1057"/>
        <p:cNvGrpSpPr/>
        <p:nvPr/>
      </p:nvGrpSpPr>
      <p:grpSpPr>
        <a:xfrm>
          <a:off x="0" y="0"/>
          <a:ext cx="0" cy="0"/>
          <a:chOff x="0" y="0"/>
          <a:chExt cx="0" cy="0"/>
        </a:xfrm>
      </p:grpSpPr>
      <p:pic>
        <p:nvPicPr>
          <p:cNvPr id="1058" name="Google Shape;1058;p144"/>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059" name="Google Shape;1059;p14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60" name="Google Shape;1060;p14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1" name="Google Shape;1061;p14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62" name="Google Shape;1062;p1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063" name="Google Shape;1063;p144"/>
          <p:cNvGrpSpPr/>
          <p:nvPr/>
        </p:nvGrpSpPr>
        <p:grpSpPr>
          <a:xfrm>
            <a:off x="4344100" y="398125"/>
            <a:ext cx="4546500" cy="4222800"/>
            <a:chOff x="4344100" y="398125"/>
            <a:chExt cx="4546500" cy="4222800"/>
          </a:xfrm>
        </p:grpSpPr>
        <p:sp>
          <p:nvSpPr>
            <p:cNvPr id="1064" name="Google Shape;1064;p144"/>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5" name="Google Shape;1065;p144"/>
            <p:cNvGrpSpPr/>
            <p:nvPr/>
          </p:nvGrpSpPr>
          <p:grpSpPr>
            <a:xfrm>
              <a:off x="4445450" y="524200"/>
              <a:ext cx="399495" cy="101100"/>
              <a:chOff x="4445450" y="524200"/>
              <a:chExt cx="399495" cy="101100"/>
            </a:xfrm>
          </p:grpSpPr>
          <p:sp>
            <p:nvSpPr>
              <p:cNvPr id="1066" name="Google Shape;1066;p144"/>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44"/>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44"/>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9" name="Google Shape;1069;p144"/>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070" name="Shape 1070"/>
        <p:cNvGrpSpPr/>
        <p:nvPr/>
      </p:nvGrpSpPr>
      <p:grpSpPr>
        <a:xfrm>
          <a:off x="0" y="0"/>
          <a:ext cx="0" cy="0"/>
          <a:chOff x="0" y="0"/>
          <a:chExt cx="0" cy="0"/>
        </a:xfrm>
      </p:grpSpPr>
      <p:pic>
        <p:nvPicPr>
          <p:cNvPr id="1071" name="Google Shape;1071;p145"/>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72" name="Google Shape;1072;p145"/>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73" name="Google Shape;1073;p145"/>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74" name="Google Shape;1074;p145"/>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5" name="Google Shape;1075;p14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076" name="Shape 1076"/>
        <p:cNvGrpSpPr/>
        <p:nvPr/>
      </p:nvGrpSpPr>
      <p:grpSpPr>
        <a:xfrm>
          <a:off x="0" y="0"/>
          <a:ext cx="0" cy="0"/>
          <a:chOff x="0" y="0"/>
          <a:chExt cx="0" cy="0"/>
        </a:xfrm>
      </p:grpSpPr>
      <p:pic>
        <p:nvPicPr>
          <p:cNvPr id="1077" name="Google Shape;1077;p146"/>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078" name="Google Shape;1078;p146"/>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46"/>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080" name="Google Shape;1080;p14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81" name="Google Shape;1081;p1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82" name="Google Shape;1082;p146"/>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83" name="Google Shape;1083;p146"/>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084" name="Google Shape;1084;p146"/>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085" name="Shape 1085"/>
        <p:cNvGrpSpPr/>
        <p:nvPr/>
      </p:nvGrpSpPr>
      <p:grpSpPr>
        <a:xfrm>
          <a:off x="0" y="0"/>
          <a:ext cx="0" cy="0"/>
          <a:chOff x="0" y="0"/>
          <a:chExt cx="0" cy="0"/>
        </a:xfrm>
      </p:grpSpPr>
      <p:pic>
        <p:nvPicPr>
          <p:cNvPr id="1086" name="Google Shape;1086;p147"/>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087" name="Google Shape;1087;p147"/>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088" name="Google Shape;1088;p147"/>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089" name="Google Shape;1089;p14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90" name="Google Shape;1090;p1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91" name="Google Shape;1091;p14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092" name="Google Shape;1092;p14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093" name="Google Shape;1093;p14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94" name="Google Shape;1094;p147"/>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095" name="Shape 1095"/>
        <p:cNvGrpSpPr/>
        <p:nvPr/>
      </p:nvGrpSpPr>
      <p:grpSpPr>
        <a:xfrm>
          <a:off x="0" y="0"/>
          <a:ext cx="0" cy="0"/>
          <a:chOff x="0" y="0"/>
          <a:chExt cx="0" cy="0"/>
        </a:xfrm>
      </p:grpSpPr>
      <p:pic>
        <p:nvPicPr>
          <p:cNvPr id="1096" name="Google Shape;1096;p148"/>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097" name="Google Shape;1097;p148"/>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098" name="Google Shape;1098;p148"/>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099" name="Google Shape;1099;p14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100" name="Google Shape;1100;p1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101" name="Google Shape;1101;p148"/>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102" name="Google Shape;1102;p14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103" name="Google Shape;1103;p148"/>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104" name="Shape 1104"/>
        <p:cNvGrpSpPr/>
        <p:nvPr/>
      </p:nvGrpSpPr>
      <p:grpSpPr>
        <a:xfrm>
          <a:off x="0" y="0"/>
          <a:ext cx="0" cy="0"/>
          <a:chOff x="0" y="0"/>
          <a:chExt cx="0" cy="0"/>
        </a:xfrm>
      </p:grpSpPr>
      <p:pic>
        <p:nvPicPr>
          <p:cNvPr id="1105" name="Google Shape;1105;p149"/>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106" name="Google Shape;1106;p14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107" name="Google Shape;1107;p149"/>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108" name="Google Shape;1108;p149"/>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09" name="Google Shape;1109;p14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10" name="Google Shape;1110;p1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11" name="Google Shape;1111;p14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112" name="Google Shape;1112;p14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13" name="Google Shape;1113;p14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114" name="Shape 1114"/>
        <p:cNvGrpSpPr/>
        <p:nvPr/>
      </p:nvGrpSpPr>
      <p:grpSpPr>
        <a:xfrm>
          <a:off x="0" y="0"/>
          <a:ext cx="0" cy="0"/>
          <a:chOff x="0" y="0"/>
          <a:chExt cx="0" cy="0"/>
        </a:xfrm>
      </p:grpSpPr>
      <p:pic>
        <p:nvPicPr>
          <p:cNvPr id="1115" name="Google Shape;1115;p150"/>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116" name="Google Shape;1116;p150"/>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117" name="Google Shape;1117;p150"/>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118" name="Google Shape;1118;p150"/>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19" name="Google Shape;1119;p15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20" name="Google Shape;1120;p1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21" name="Google Shape;1121;p15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122" name="Google Shape;1122;p15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23" name="Google Shape;1123;p15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124" name="Shape 1124"/>
        <p:cNvGrpSpPr/>
        <p:nvPr/>
      </p:nvGrpSpPr>
      <p:grpSpPr>
        <a:xfrm>
          <a:off x="0" y="0"/>
          <a:ext cx="0" cy="0"/>
          <a:chOff x="0" y="0"/>
          <a:chExt cx="0" cy="0"/>
        </a:xfrm>
      </p:grpSpPr>
      <p:pic>
        <p:nvPicPr>
          <p:cNvPr id="1125" name="Google Shape;1125;p151"/>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126" name="Google Shape;1126;p151"/>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127" name="Google Shape;1127;p15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28" name="Google Shape;1128;p151"/>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29" name="Google Shape;1129;p15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30" name="Google Shape;1130;p1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31" name="Google Shape;1131;p15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132" name="Google Shape;1132;p15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33" name="Google Shape;1133;p151"/>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134" name="Shape 1134"/>
        <p:cNvGrpSpPr/>
        <p:nvPr/>
      </p:nvGrpSpPr>
      <p:grpSpPr>
        <a:xfrm>
          <a:off x="0" y="0"/>
          <a:ext cx="0" cy="0"/>
          <a:chOff x="0" y="0"/>
          <a:chExt cx="0" cy="0"/>
        </a:xfrm>
      </p:grpSpPr>
      <p:pic>
        <p:nvPicPr>
          <p:cNvPr id="1135" name="Google Shape;1135;p152"/>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136" name="Google Shape;1136;p152"/>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137" name="Google Shape;1137;p15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38" name="Google Shape;1138;p152"/>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39" name="Google Shape;1139;p15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40" name="Google Shape;1140;p1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41" name="Google Shape;1141;p15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142" name="Google Shape;1142;p15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43" name="Google Shape;1143;p15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144" name="Shape 1144"/>
        <p:cNvGrpSpPr/>
        <p:nvPr/>
      </p:nvGrpSpPr>
      <p:grpSpPr>
        <a:xfrm>
          <a:off x="0" y="0"/>
          <a:ext cx="0" cy="0"/>
          <a:chOff x="0" y="0"/>
          <a:chExt cx="0" cy="0"/>
        </a:xfrm>
      </p:grpSpPr>
      <p:pic>
        <p:nvPicPr>
          <p:cNvPr id="1145" name="Google Shape;1145;p153"/>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1146" name="Google Shape;1146;p153"/>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1147" name="Google Shape;1147;p153"/>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48" name="Google Shape;1148;p15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149" name="Google Shape;1149;p1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50" name="Google Shape;1150;p153"/>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153"/>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1152" name="Google Shape;1152;p153"/>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53" name="Google Shape;1153;p153"/>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1154" name="Google Shape;1154;p153"/>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1155" name="Shape 1155"/>
        <p:cNvGrpSpPr/>
        <p:nvPr/>
      </p:nvGrpSpPr>
      <p:grpSpPr>
        <a:xfrm>
          <a:off x="0" y="0"/>
          <a:ext cx="0" cy="0"/>
          <a:chOff x="0" y="0"/>
          <a:chExt cx="0" cy="0"/>
        </a:xfrm>
      </p:grpSpPr>
      <p:pic>
        <p:nvPicPr>
          <p:cNvPr id="1156" name="Google Shape;1156;p154"/>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157" name="Google Shape;1157;p154"/>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158" name="Google Shape;1158;p15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59" name="Google Shape;1159;p154"/>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60" name="Google Shape;1160;p15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61" name="Google Shape;1161;p1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62" name="Google Shape;1162;p154"/>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1163" name="Google Shape;1163;p15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64" name="Google Shape;1164;p15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1165" name="Shape 1165"/>
        <p:cNvGrpSpPr/>
        <p:nvPr/>
      </p:nvGrpSpPr>
      <p:grpSpPr>
        <a:xfrm>
          <a:off x="0" y="0"/>
          <a:ext cx="0" cy="0"/>
          <a:chOff x="0" y="0"/>
          <a:chExt cx="0" cy="0"/>
        </a:xfrm>
      </p:grpSpPr>
      <p:pic>
        <p:nvPicPr>
          <p:cNvPr id="1166" name="Google Shape;1166;p155"/>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167" name="Google Shape;1167;p155"/>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168" name="Google Shape;1168;p155"/>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169" name="Google Shape;1169;p155"/>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170" name="Google Shape;1170;p15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171" name="Google Shape;1171;p1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72" name="Google Shape;1172;p155"/>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1173" name="Google Shape;1173;p15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174" name="Google Shape;1174;p15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1175" name="Shape 1175"/>
        <p:cNvGrpSpPr/>
        <p:nvPr/>
      </p:nvGrpSpPr>
      <p:grpSpPr>
        <a:xfrm>
          <a:off x="0" y="0"/>
          <a:ext cx="0" cy="0"/>
          <a:chOff x="0" y="0"/>
          <a:chExt cx="0" cy="0"/>
        </a:xfrm>
      </p:grpSpPr>
      <p:pic>
        <p:nvPicPr>
          <p:cNvPr id="1176" name="Google Shape;1176;p156"/>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1177" name="Google Shape;1177;p1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178" name="Google Shape;1178;p156"/>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1179" name="Google Shape;1179;p156"/>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1180" name="Google Shape;1180;p156"/>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1181" name="Google Shape;1181;p156"/>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1182" name="Shape 1182"/>
        <p:cNvGrpSpPr/>
        <p:nvPr/>
      </p:nvGrpSpPr>
      <p:grpSpPr>
        <a:xfrm>
          <a:off x="0" y="0"/>
          <a:ext cx="0" cy="0"/>
          <a:chOff x="0" y="0"/>
          <a:chExt cx="0" cy="0"/>
        </a:xfrm>
      </p:grpSpPr>
      <p:pic>
        <p:nvPicPr>
          <p:cNvPr descr="Divider1.png" id="1183" name="Google Shape;1183;p157"/>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184" name="Google Shape;1184;p157"/>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85" name="Google Shape;1185;p157"/>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1186" name="Shape 1186"/>
        <p:cNvGrpSpPr/>
        <p:nvPr/>
      </p:nvGrpSpPr>
      <p:grpSpPr>
        <a:xfrm>
          <a:off x="0" y="0"/>
          <a:ext cx="0" cy="0"/>
          <a:chOff x="0" y="0"/>
          <a:chExt cx="0" cy="0"/>
        </a:xfrm>
      </p:grpSpPr>
      <p:pic>
        <p:nvPicPr>
          <p:cNvPr id="1187" name="Google Shape;1187;p158"/>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1188" name="Google Shape;1188;p158"/>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1189" name="Google Shape;1189;p158"/>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158"/>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1191" name="Shape 1191"/>
        <p:cNvGrpSpPr/>
        <p:nvPr/>
      </p:nvGrpSpPr>
      <p:grpSpPr>
        <a:xfrm>
          <a:off x="0" y="0"/>
          <a:ext cx="0" cy="0"/>
          <a:chOff x="0" y="0"/>
          <a:chExt cx="0" cy="0"/>
        </a:xfrm>
      </p:grpSpPr>
      <p:pic>
        <p:nvPicPr>
          <p:cNvPr id="1192" name="Google Shape;1192;p159"/>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193" name="Shape 1193"/>
        <p:cNvGrpSpPr/>
        <p:nvPr/>
      </p:nvGrpSpPr>
      <p:grpSpPr>
        <a:xfrm>
          <a:off x="0" y="0"/>
          <a:ext cx="0" cy="0"/>
          <a:chOff x="0" y="0"/>
          <a:chExt cx="0" cy="0"/>
        </a:xfrm>
      </p:grpSpPr>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1194" name="Shape 1194"/>
        <p:cNvGrpSpPr/>
        <p:nvPr/>
      </p:nvGrpSpPr>
      <p:grpSpPr>
        <a:xfrm>
          <a:off x="0" y="0"/>
          <a:ext cx="0" cy="0"/>
          <a:chOff x="0" y="0"/>
          <a:chExt cx="0" cy="0"/>
        </a:xfrm>
      </p:grpSpPr>
      <p:grpSp>
        <p:nvGrpSpPr>
          <p:cNvPr id="1195" name="Google Shape;1195;p161"/>
          <p:cNvGrpSpPr/>
          <p:nvPr/>
        </p:nvGrpSpPr>
        <p:grpSpPr>
          <a:xfrm>
            <a:off x="6262100" y="-3850"/>
            <a:ext cx="2886900" cy="485125"/>
            <a:chOff x="6262100" y="-3850"/>
            <a:chExt cx="2886900" cy="485125"/>
          </a:xfrm>
        </p:grpSpPr>
        <p:pic>
          <p:nvPicPr>
            <p:cNvPr descr="1.png" id="1196" name="Google Shape;1196;p161"/>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1197" name="Google Shape;1197;p161"/>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1198" name="Google Shape;1198;p161"/>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1199" name="Google Shape;1199;p161"/>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1200" name="Google Shape;1200;p16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201" name="Google Shape;1201;p16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202" name="Google Shape;1202;p161"/>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1203" name="Google Shape;1203;p161"/>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1204" name="Google Shape;1204;p161"/>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1205" name="Google Shape;1205;p161"/>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1206" name="Google Shape;1206;p161"/>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1207" name="Google Shape;1207;p161"/>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1208" name="Google Shape;1208;p161"/>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1209" name="Shape 1209"/>
        <p:cNvGrpSpPr/>
        <p:nvPr/>
      </p:nvGrpSpPr>
      <p:grpSpPr>
        <a:xfrm>
          <a:off x="0" y="0"/>
          <a:ext cx="0" cy="0"/>
          <a:chOff x="0" y="0"/>
          <a:chExt cx="0" cy="0"/>
        </a:xfrm>
      </p:grpSpPr>
      <p:pic>
        <p:nvPicPr>
          <p:cNvPr id="1210" name="Google Shape;1210;p16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211" name="Google Shape;1211;p16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212" name="Google Shape;1212;p16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213" name="Google Shape;1213;p16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214" name="Google Shape;1214;p162"/>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1215" name="Google Shape;1215;p162"/>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theme" Target="../theme/theme5.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69.xml"/><Relationship Id="rId22" Type="http://schemas.openxmlformats.org/officeDocument/2006/relationships/slideLayout" Target="../slideLayouts/slideLayout71.xml"/><Relationship Id="rId21" Type="http://schemas.openxmlformats.org/officeDocument/2006/relationships/slideLayout" Target="../slideLayouts/slideLayout70.xml"/><Relationship Id="rId24" Type="http://schemas.openxmlformats.org/officeDocument/2006/relationships/slideLayout" Target="../slideLayouts/slideLayout73.xml"/><Relationship Id="rId23" Type="http://schemas.openxmlformats.org/officeDocument/2006/relationships/slideLayout" Target="../slideLayouts/slideLayout72.xml"/><Relationship Id="rId1" Type="http://schemas.openxmlformats.org/officeDocument/2006/relationships/slideLayout" Target="../slideLayouts/slideLayout50.xml"/><Relationship Id="rId2" Type="http://schemas.openxmlformats.org/officeDocument/2006/relationships/slideLayout" Target="../slideLayouts/slideLayout51.xml"/><Relationship Id="rId3" Type="http://schemas.openxmlformats.org/officeDocument/2006/relationships/slideLayout" Target="../slideLayouts/slideLayout52.xml"/><Relationship Id="rId4" Type="http://schemas.openxmlformats.org/officeDocument/2006/relationships/slideLayout" Target="../slideLayouts/slideLayout53.xml"/><Relationship Id="rId9" Type="http://schemas.openxmlformats.org/officeDocument/2006/relationships/slideLayout" Target="../slideLayouts/slideLayout58.xml"/><Relationship Id="rId26" Type="http://schemas.openxmlformats.org/officeDocument/2006/relationships/slideLayout" Target="../slideLayouts/slideLayout75.xml"/><Relationship Id="rId25" Type="http://schemas.openxmlformats.org/officeDocument/2006/relationships/slideLayout" Target="../slideLayouts/slideLayout74.xml"/><Relationship Id="rId28" Type="http://schemas.openxmlformats.org/officeDocument/2006/relationships/theme" Target="../theme/theme7.xml"/><Relationship Id="rId27" Type="http://schemas.openxmlformats.org/officeDocument/2006/relationships/slideLayout" Target="../slideLayouts/slideLayout76.xml"/><Relationship Id="rId5" Type="http://schemas.openxmlformats.org/officeDocument/2006/relationships/slideLayout" Target="../slideLayouts/slideLayout54.xml"/><Relationship Id="rId6" Type="http://schemas.openxmlformats.org/officeDocument/2006/relationships/slideLayout" Target="../slideLayouts/slideLayout55.xml"/><Relationship Id="rId7" Type="http://schemas.openxmlformats.org/officeDocument/2006/relationships/slideLayout" Target="../slideLayouts/slideLayout56.xml"/><Relationship Id="rId8" Type="http://schemas.openxmlformats.org/officeDocument/2006/relationships/slideLayout" Target="../slideLayouts/slideLayout57.xml"/><Relationship Id="rId11" Type="http://schemas.openxmlformats.org/officeDocument/2006/relationships/slideLayout" Target="../slideLayouts/slideLayout60.xml"/><Relationship Id="rId10" Type="http://schemas.openxmlformats.org/officeDocument/2006/relationships/slideLayout" Target="../slideLayouts/slideLayout59.xml"/><Relationship Id="rId13" Type="http://schemas.openxmlformats.org/officeDocument/2006/relationships/slideLayout" Target="../slideLayouts/slideLayout62.xml"/><Relationship Id="rId12" Type="http://schemas.openxmlformats.org/officeDocument/2006/relationships/slideLayout" Target="../slideLayouts/slideLayout61.xml"/><Relationship Id="rId15" Type="http://schemas.openxmlformats.org/officeDocument/2006/relationships/slideLayout" Target="../slideLayouts/slideLayout64.xml"/><Relationship Id="rId14" Type="http://schemas.openxmlformats.org/officeDocument/2006/relationships/slideLayout" Target="../slideLayouts/slideLayout63.xml"/><Relationship Id="rId17" Type="http://schemas.openxmlformats.org/officeDocument/2006/relationships/slideLayout" Target="../slideLayouts/slideLayout66.xml"/><Relationship Id="rId16" Type="http://schemas.openxmlformats.org/officeDocument/2006/relationships/slideLayout" Target="../slideLayouts/slideLayout65.xml"/><Relationship Id="rId19" Type="http://schemas.openxmlformats.org/officeDocument/2006/relationships/slideLayout" Target="../slideLayouts/slideLayout68.xml"/><Relationship Id="rId18" Type="http://schemas.openxmlformats.org/officeDocument/2006/relationships/slideLayout" Target="../slideLayouts/slideLayout67.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96.xml"/><Relationship Id="rId22" Type="http://schemas.openxmlformats.org/officeDocument/2006/relationships/slideLayout" Target="../slideLayouts/slideLayout98.xml"/><Relationship Id="rId21" Type="http://schemas.openxmlformats.org/officeDocument/2006/relationships/slideLayout" Target="../slideLayouts/slideLayout97.xml"/><Relationship Id="rId24" Type="http://schemas.openxmlformats.org/officeDocument/2006/relationships/slideLayout" Target="../slideLayouts/slideLayout100.xml"/><Relationship Id="rId23" Type="http://schemas.openxmlformats.org/officeDocument/2006/relationships/slideLayout" Target="../slideLayouts/slideLayout99.xml"/><Relationship Id="rId1" Type="http://schemas.openxmlformats.org/officeDocument/2006/relationships/slideLayout" Target="../slideLayouts/slideLayout77.xml"/><Relationship Id="rId2" Type="http://schemas.openxmlformats.org/officeDocument/2006/relationships/slideLayout" Target="../slideLayouts/slideLayout78.xml"/><Relationship Id="rId3" Type="http://schemas.openxmlformats.org/officeDocument/2006/relationships/slideLayout" Target="../slideLayouts/slideLayout79.xml"/><Relationship Id="rId4" Type="http://schemas.openxmlformats.org/officeDocument/2006/relationships/slideLayout" Target="../slideLayouts/slideLayout80.xml"/><Relationship Id="rId9" Type="http://schemas.openxmlformats.org/officeDocument/2006/relationships/slideLayout" Target="../slideLayouts/slideLayout85.xml"/><Relationship Id="rId26" Type="http://schemas.openxmlformats.org/officeDocument/2006/relationships/slideLayout" Target="../slideLayouts/slideLayout102.xml"/><Relationship Id="rId25" Type="http://schemas.openxmlformats.org/officeDocument/2006/relationships/slideLayout" Target="../slideLayouts/slideLayout101.xml"/><Relationship Id="rId27" Type="http://schemas.openxmlformats.org/officeDocument/2006/relationships/theme" Target="../theme/theme3.xml"/><Relationship Id="rId5" Type="http://schemas.openxmlformats.org/officeDocument/2006/relationships/slideLayout" Target="../slideLayouts/slideLayout81.xml"/><Relationship Id="rId6" Type="http://schemas.openxmlformats.org/officeDocument/2006/relationships/slideLayout" Target="../slideLayouts/slideLayout82.xml"/><Relationship Id="rId7" Type="http://schemas.openxmlformats.org/officeDocument/2006/relationships/slideLayout" Target="../slideLayouts/slideLayout83.xml"/><Relationship Id="rId8" Type="http://schemas.openxmlformats.org/officeDocument/2006/relationships/slideLayout" Target="../slideLayouts/slideLayout84.xml"/><Relationship Id="rId11" Type="http://schemas.openxmlformats.org/officeDocument/2006/relationships/slideLayout" Target="../slideLayouts/slideLayout87.xml"/><Relationship Id="rId10" Type="http://schemas.openxmlformats.org/officeDocument/2006/relationships/slideLayout" Target="../slideLayouts/slideLayout86.xml"/><Relationship Id="rId13" Type="http://schemas.openxmlformats.org/officeDocument/2006/relationships/slideLayout" Target="../slideLayouts/slideLayout89.xml"/><Relationship Id="rId12" Type="http://schemas.openxmlformats.org/officeDocument/2006/relationships/slideLayout" Target="../slideLayouts/slideLayout88.xml"/><Relationship Id="rId15" Type="http://schemas.openxmlformats.org/officeDocument/2006/relationships/slideLayout" Target="../slideLayouts/slideLayout91.xml"/><Relationship Id="rId14" Type="http://schemas.openxmlformats.org/officeDocument/2006/relationships/slideLayout" Target="../slideLayouts/slideLayout90.xml"/><Relationship Id="rId17" Type="http://schemas.openxmlformats.org/officeDocument/2006/relationships/slideLayout" Target="../slideLayouts/slideLayout93.xml"/><Relationship Id="rId16" Type="http://schemas.openxmlformats.org/officeDocument/2006/relationships/slideLayout" Target="../slideLayouts/slideLayout92.xml"/><Relationship Id="rId19" Type="http://schemas.openxmlformats.org/officeDocument/2006/relationships/slideLayout" Target="../slideLayouts/slideLayout95.xml"/><Relationship Id="rId18" Type="http://schemas.openxmlformats.org/officeDocument/2006/relationships/slideLayout" Target="../slideLayouts/slideLayout94.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22.xml"/><Relationship Id="rId22" Type="http://schemas.openxmlformats.org/officeDocument/2006/relationships/slideLayout" Target="../slideLayouts/slideLayout124.xml"/><Relationship Id="rId21" Type="http://schemas.openxmlformats.org/officeDocument/2006/relationships/slideLayout" Target="../slideLayouts/slideLayout123.xml"/><Relationship Id="rId24" Type="http://schemas.openxmlformats.org/officeDocument/2006/relationships/slideLayout" Target="../slideLayouts/slideLayout126.xml"/><Relationship Id="rId23" Type="http://schemas.openxmlformats.org/officeDocument/2006/relationships/slideLayout" Target="../slideLayouts/slideLayout125.xml"/><Relationship Id="rId1" Type="http://schemas.openxmlformats.org/officeDocument/2006/relationships/slideLayout" Target="../slideLayouts/slideLayout103.xml"/><Relationship Id="rId2" Type="http://schemas.openxmlformats.org/officeDocument/2006/relationships/slideLayout" Target="../slideLayouts/slideLayout104.xml"/><Relationship Id="rId3" Type="http://schemas.openxmlformats.org/officeDocument/2006/relationships/slideLayout" Target="../slideLayouts/slideLayout105.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26" Type="http://schemas.openxmlformats.org/officeDocument/2006/relationships/slideLayout" Target="../slideLayouts/slideLayout128.xml"/><Relationship Id="rId25" Type="http://schemas.openxmlformats.org/officeDocument/2006/relationships/slideLayout" Target="../slideLayouts/slideLayout127.xml"/><Relationship Id="rId28" Type="http://schemas.openxmlformats.org/officeDocument/2006/relationships/theme" Target="../theme/theme6.xml"/><Relationship Id="rId27" Type="http://schemas.openxmlformats.org/officeDocument/2006/relationships/slideLayout" Target="../slideLayouts/slideLayout129.xml"/><Relationship Id="rId5" Type="http://schemas.openxmlformats.org/officeDocument/2006/relationships/slideLayout" Target="../slideLayouts/slideLayout107.xml"/><Relationship Id="rId6" Type="http://schemas.openxmlformats.org/officeDocument/2006/relationships/slideLayout" Target="../slideLayouts/slideLayout108.xml"/><Relationship Id="rId7" Type="http://schemas.openxmlformats.org/officeDocument/2006/relationships/slideLayout" Target="../slideLayouts/slideLayout109.xml"/><Relationship Id="rId8" Type="http://schemas.openxmlformats.org/officeDocument/2006/relationships/slideLayout" Target="../slideLayouts/slideLayout110.xml"/><Relationship Id="rId11" Type="http://schemas.openxmlformats.org/officeDocument/2006/relationships/slideLayout" Target="../slideLayouts/slideLayout113.xml"/><Relationship Id="rId10" Type="http://schemas.openxmlformats.org/officeDocument/2006/relationships/slideLayout" Target="../slideLayouts/slideLayout112.xml"/><Relationship Id="rId13" Type="http://schemas.openxmlformats.org/officeDocument/2006/relationships/slideLayout" Target="../slideLayouts/slideLayout115.xml"/><Relationship Id="rId12" Type="http://schemas.openxmlformats.org/officeDocument/2006/relationships/slideLayout" Target="../slideLayouts/slideLayout114.xml"/><Relationship Id="rId15" Type="http://schemas.openxmlformats.org/officeDocument/2006/relationships/slideLayout" Target="../slideLayouts/slideLayout117.xml"/><Relationship Id="rId14" Type="http://schemas.openxmlformats.org/officeDocument/2006/relationships/slideLayout" Target="../slideLayouts/slideLayout116.xml"/><Relationship Id="rId17" Type="http://schemas.openxmlformats.org/officeDocument/2006/relationships/slideLayout" Target="../slideLayouts/slideLayout119.xml"/><Relationship Id="rId16" Type="http://schemas.openxmlformats.org/officeDocument/2006/relationships/slideLayout" Target="../slideLayouts/slideLayout118.xml"/><Relationship Id="rId19" Type="http://schemas.openxmlformats.org/officeDocument/2006/relationships/slideLayout" Target="../slideLayouts/slideLayout121.xml"/><Relationship Id="rId18" Type="http://schemas.openxmlformats.org/officeDocument/2006/relationships/slideLayout" Target="../slideLayouts/slideLayout120.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49.xml"/><Relationship Id="rId22" Type="http://schemas.openxmlformats.org/officeDocument/2006/relationships/slideLayout" Target="../slideLayouts/slideLayout151.xml"/><Relationship Id="rId21" Type="http://schemas.openxmlformats.org/officeDocument/2006/relationships/slideLayout" Target="../slideLayouts/slideLayout150.xml"/><Relationship Id="rId24" Type="http://schemas.openxmlformats.org/officeDocument/2006/relationships/slideLayout" Target="../slideLayouts/slideLayout153.xml"/><Relationship Id="rId23" Type="http://schemas.openxmlformats.org/officeDocument/2006/relationships/slideLayout" Target="../slideLayouts/slideLayout152.xml"/><Relationship Id="rId1" Type="http://schemas.openxmlformats.org/officeDocument/2006/relationships/slideLayout" Target="../slideLayouts/slideLayout130.xml"/><Relationship Id="rId2" Type="http://schemas.openxmlformats.org/officeDocument/2006/relationships/slideLayout" Target="../slideLayouts/slideLayout131.xml"/><Relationship Id="rId3" Type="http://schemas.openxmlformats.org/officeDocument/2006/relationships/slideLayout" Target="../slideLayouts/slideLayout132.xml"/><Relationship Id="rId4" Type="http://schemas.openxmlformats.org/officeDocument/2006/relationships/slideLayout" Target="../slideLayouts/slideLayout133.xml"/><Relationship Id="rId9" Type="http://schemas.openxmlformats.org/officeDocument/2006/relationships/slideLayout" Target="../slideLayouts/slideLayout138.xml"/><Relationship Id="rId26" Type="http://schemas.openxmlformats.org/officeDocument/2006/relationships/slideLayout" Target="../slideLayouts/slideLayout155.xml"/><Relationship Id="rId25" Type="http://schemas.openxmlformats.org/officeDocument/2006/relationships/slideLayout" Target="../slideLayouts/slideLayout154.xml"/><Relationship Id="rId28" Type="http://schemas.openxmlformats.org/officeDocument/2006/relationships/theme" Target="../theme/theme4.xml"/><Relationship Id="rId27" Type="http://schemas.openxmlformats.org/officeDocument/2006/relationships/slideLayout" Target="../slideLayouts/slideLayout156.xml"/><Relationship Id="rId5" Type="http://schemas.openxmlformats.org/officeDocument/2006/relationships/slideLayout" Target="../slideLayouts/slideLayout134.xml"/><Relationship Id="rId6" Type="http://schemas.openxmlformats.org/officeDocument/2006/relationships/slideLayout" Target="../slideLayouts/slideLayout135.xml"/><Relationship Id="rId7" Type="http://schemas.openxmlformats.org/officeDocument/2006/relationships/slideLayout" Target="../slideLayouts/slideLayout136.xml"/><Relationship Id="rId8" Type="http://schemas.openxmlformats.org/officeDocument/2006/relationships/slideLayout" Target="../slideLayouts/slideLayout137.xml"/><Relationship Id="rId11" Type="http://schemas.openxmlformats.org/officeDocument/2006/relationships/slideLayout" Target="../slideLayouts/slideLayout140.xml"/><Relationship Id="rId10" Type="http://schemas.openxmlformats.org/officeDocument/2006/relationships/slideLayout" Target="../slideLayouts/slideLayout139.xml"/><Relationship Id="rId13" Type="http://schemas.openxmlformats.org/officeDocument/2006/relationships/slideLayout" Target="../slideLayouts/slideLayout142.xml"/><Relationship Id="rId12" Type="http://schemas.openxmlformats.org/officeDocument/2006/relationships/slideLayout" Target="../slideLayouts/slideLayout141.xml"/><Relationship Id="rId15" Type="http://schemas.openxmlformats.org/officeDocument/2006/relationships/slideLayout" Target="../slideLayouts/slideLayout144.xml"/><Relationship Id="rId14" Type="http://schemas.openxmlformats.org/officeDocument/2006/relationships/slideLayout" Target="../slideLayouts/slideLayout143.xml"/><Relationship Id="rId17" Type="http://schemas.openxmlformats.org/officeDocument/2006/relationships/slideLayout" Target="../slideLayouts/slideLayout146.xml"/><Relationship Id="rId16" Type="http://schemas.openxmlformats.org/officeDocument/2006/relationships/slideLayout" Target="../slideLayouts/slideLayout145.xml"/><Relationship Id="rId19" Type="http://schemas.openxmlformats.org/officeDocument/2006/relationships/slideLayout" Target="../slideLayouts/slideLayout148.xml"/><Relationship Id="rId18" Type="http://schemas.openxmlformats.org/officeDocument/2006/relationships/slideLayout" Target="../slideLayouts/slideLayout14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42" name="Shape 342"/>
        <p:cNvGrpSpPr/>
        <p:nvPr/>
      </p:nvGrpSpPr>
      <p:grpSpPr>
        <a:xfrm>
          <a:off x="0" y="0"/>
          <a:ext cx="0" cy="0"/>
          <a:chOff x="0" y="0"/>
          <a:chExt cx="0" cy="0"/>
        </a:xfrm>
      </p:grpSpPr>
      <p:sp>
        <p:nvSpPr>
          <p:cNvPr id="343" name="Google Shape;343;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344" name="Google Shape;344;p5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 id="2147483720" r:id="rId24"/>
    <p:sldLayoutId id="2147483721" r:id="rId25"/>
    <p:sldLayoutId id="2147483722" r:id="rId26"/>
    <p:sldLayoutId id="2147483723"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62" name="Shape 562"/>
        <p:cNvGrpSpPr/>
        <p:nvPr/>
      </p:nvGrpSpPr>
      <p:grpSpPr>
        <a:xfrm>
          <a:off x="0" y="0"/>
          <a:ext cx="0" cy="0"/>
          <a:chOff x="0" y="0"/>
          <a:chExt cx="0" cy="0"/>
        </a:xfrm>
      </p:grpSpPr>
      <p:sp>
        <p:nvSpPr>
          <p:cNvPr id="563" name="Google Shape;563;p8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64" name="Google Shape;564;p8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 id="2147483740" r:id="rId17"/>
    <p:sldLayoutId id="2147483741" r:id="rId18"/>
    <p:sldLayoutId id="2147483742" r:id="rId19"/>
    <p:sldLayoutId id="2147483743" r:id="rId20"/>
    <p:sldLayoutId id="2147483744" r:id="rId21"/>
    <p:sldLayoutId id="2147483745" r:id="rId22"/>
    <p:sldLayoutId id="2147483746" r:id="rId23"/>
    <p:sldLayoutId id="2147483747" r:id="rId24"/>
    <p:sldLayoutId id="2147483748" r:id="rId25"/>
    <p:sldLayoutId id="2147483749"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76" name="Shape 776"/>
        <p:cNvGrpSpPr/>
        <p:nvPr/>
      </p:nvGrpSpPr>
      <p:grpSpPr>
        <a:xfrm>
          <a:off x="0" y="0"/>
          <a:ext cx="0" cy="0"/>
          <a:chOff x="0" y="0"/>
          <a:chExt cx="0" cy="0"/>
        </a:xfrm>
      </p:grpSpPr>
      <p:sp>
        <p:nvSpPr>
          <p:cNvPr id="777" name="Google Shape;777;p10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78" name="Google Shape;778;p10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 id="2147483767" r:id="rId18"/>
    <p:sldLayoutId id="2147483768" r:id="rId19"/>
    <p:sldLayoutId id="2147483769" r:id="rId20"/>
    <p:sldLayoutId id="2147483770" r:id="rId21"/>
    <p:sldLayoutId id="2147483771" r:id="rId22"/>
    <p:sldLayoutId id="2147483772" r:id="rId23"/>
    <p:sldLayoutId id="2147483773" r:id="rId24"/>
    <p:sldLayoutId id="2147483774" r:id="rId25"/>
    <p:sldLayoutId id="2147483775" r:id="rId26"/>
    <p:sldLayoutId id="2147483776"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96" name="Shape 996"/>
        <p:cNvGrpSpPr/>
        <p:nvPr/>
      </p:nvGrpSpPr>
      <p:grpSpPr>
        <a:xfrm>
          <a:off x="0" y="0"/>
          <a:ext cx="0" cy="0"/>
          <a:chOff x="0" y="0"/>
          <a:chExt cx="0" cy="0"/>
        </a:xfrm>
      </p:grpSpPr>
      <p:sp>
        <p:nvSpPr>
          <p:cNvPr id="997" name="Google Shape;997;p1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998" name="Google Shape;998;p1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93" r:id="rId17"/>
    <p:sldLayoutId id="2147483794" r:id="rId18"/>
    <p:sldLayoutId id="2147483795" r:id="rId19"/>
    <p:sldLayoutId id="2147483796" r:id="rId20"/>
    <p:sldLayoutId id="2147483797" r:id="rId21"/>
    <p:sldLayoutId id="2147483798" r:id="rId22"/>
    <p:sldLayoutId id="2147483799" r:id="rId23"/>
    <p:sldLayoutId id="2147483800" r:id="rId24"/>
    <p:sldLayoutId id="2147483801" r:id="rId25"/>
    <p:sldLayoutId id="2147483802" r:id="rId26"/>
    <p:sldLayoutId id="2147483803"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notesSlide" Target="../notesSlides/notesSlide4.xml"/><Relationship Id="rId3" Type="http://schemas.openxmlformats.org/officeDocument/2006/relationships/image" Target="../media/image191.png"/><Relationship Id="rId4" Type="http://schemas.openxmlformats.org/officeDocument/2006/relationships/image" Target="../media/image19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notesSlide" Target="../notesSlides/notesSlide7.xml"/><Relationship Id="rId3" Type="http://schemas.openxmlformats.org/officeDocument/2006/relationships/image" Target="../media/image194.png"/><Relationship Id="rId4" Type="http://schemas.openxmlformats.org/officeDocument/2006/relationships/image" Target="../media/image19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notesSlide" Target="../notesSlides/notesSlide8.xml"/><Relationship Id="rId3" Type="http://schemas.openxmlformats.org/officeDocument/2006/relationships/image" Target="../media/image19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notesSlide" Target="../notesSlides/notesSlide12.xml"/><Relationship Id="rId3" Type="http://schemas.openxmlformats.org/officeDocument/2006/relationships/image" Target="../media/image19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notesSlide" Target="../notesSlides/notesSlide13.xml"/><Relationship Id="rId3" Type="http://schemas.openxmlformats.org/officeDocument/2006/relationships/image" Target="../media/image19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notesSlide" Target="../notesSlides/notesSlide14.xml"/><Relationship Id="rId3" Type="http://schemas.openxmlformats.org/officeDocument/2006/relationships/image" Target="../media/image20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5.xml"/><Relationship Id="rId2" Type="http://schemas.openxmlformats.org/officeDocument/2006/relationships/notesSlide" Target="../notesSlides/notesSlide17.xml"/><Relationship Id="rId3" Type="http://schemas.openxmlformats.org/officeDocument/2006/relationships/hyperlink" Target="http://www.youtube.com/watch?v=Jwd_lkXoLKk" TargetMode="External"/><Relationship Id="rId4" Type="http://schemas.openxmlformats.org/officeDocument/2006/relationships/image" Target="../media/image19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9.xml"/><Relationship Id="rId3" Type="http://schemas.openxmlformats.org/officeDocument/2006/relationships/image" Target="../media/image19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23.xml"/><Relationship Id="rId3" Type="http://schemas.openxmlformats.org/officeDocument/2006/relationships/image" Target="../media/image200.png"/><Relationship Id="rId4" Type="http://schemas.openxmlformats.org/officeDocument/2006/relationships/hyperlink" Target="http://www.youtube.com/watch?v=BTZMUDKSpSs" TargetMode="External"/><Relationship Id="rId5" Type="http://schemas.openxmlformats.org/officeDocument/2006/relationships/image" Target="../media/image20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4.xml"/><Relationship Id="rId2" Type="http://schemas.openxmlformats.org/officeDocument/2006/relationships/notesSlide" Target="../notesSlides/notesSlide24.xml"/><Relationship Id="rId3" Type="http://schemas.openxmlformats.org/officeDocument/2006/relationships/image" Target="../media/image20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163"/>
          <p:cNvSpPr txBox="1"/>
          <p:nvPr>
            <p:ph type="title"/>
          </p:nvPr>
        </p:nvSpPr>
        <p:spPr>
          <a:xfrm>
            <a:off x="1628200" y="1807975"/>
            <a:ext cx="5887800" cy="72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600"/>
              <a:t>The UMPIRE Strategy</a:t>
            </a:r>
            <a:endParaRPr sz="3600"/>
          </a:p>
        </p:txBody>
      </p:sp>
      <p:sp>
        <p:nvSpPr>
          <p:cNvPr id="1221" name="Google Shape;1221;p163"/>
          <p:cNvSpPr txBox="1"/>
          <p:nvPr>
            <p:ph idx="1" type="subTitle"/>
          </p:nvPr>
        </p:nvSpPr>
        <p:spPr>
          <a:xfrm>
            <a:off x="3582450" y="3105825"/>
            <a:ext cx="1979100" cy="38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TIP101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16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227" name="Google Shape;1227;p164"/>
          <p:cNvGraphicFramePr/>
          <p:nvPr/>
        </p:nvGraphicFramePr>
        <p:xfrm>
          <a:off x="451525" y="1242597"/>
          <a:ext cx="3000000" cy="3000000"/>
        </p:xfrm>
        <a:graphic>
          <a:graphicData uri="http://schemas.openxmlformats.org/drawingml/2006/table">
            <a:tbl>
              <a:tblPr>
                <a:noFill/>
                <a:tableStyleId>{83D070DB-B12F-40E9-819C-9C5E2D12455D}</a:tableStyleId>
              </a:tblPr>
              <a:tblGrid>
                <a:gridCol w="411100"/>
                <a:gridCol w="4569375"/>
                <a:gridCol w="1883200"/>
              </a:tblGrid>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1</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Poppins"/>
                          <a:ea typeface="Poppins"/>
                          <a:cs typeface="Poppins"/>
                          <a:sym typeface="Poppins"/>
                        </a:rPr>
                        <a:t>Welcome 👋🏽</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15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2</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Using UMPIRE</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30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3</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en" sz="1800">
                          <a:solidFill>
                            <a:schemeClr val="dk1"/>
                          </a:solidFill>
                          <a:latin typeface="Poppins"/>
                          <a:ea typeface="Poppins"/>
                          <a:cs typeface="Poppins"/>
                          <a:sym typeface="Poppins"/>
                        </a:rPr>
                        <a:t>BREAK</a:t>
                      </a:r>
                      <a:endParaRPr b="1" sz="1800">
                        <a:solidFill>
                          <a:schemeClr val="dk1"/>
                        </a:solidFill>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5 minutes</a:t>
                      </a:r>
                      <a:endParaRPr sz="1800">
                        <a:solidFill>
                          <a:schemeClr val="dk1"/>
                        </a:solidFill>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4</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Collaborative Problem Solving</a:t>
                      </a:r>
                      <a:endParaRPr b="1"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60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5</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Wrap Up</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p165"/>
          <p:cNvSpPr txBox="1"/>
          <p:nvPr>
            <p:ph type="title"/>
          </p:nvPr>
        </p:nvSpPr>
        <p:spPr>
          <a:xfrm>
            <a:off x="884825" y="2317200"/>
            <a:ext cx="3495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Welcome! 👋🏽</a:t>
            </a:r>
            <a:endParaRPr/>
          </a:p>
        </p:txBody>
      </p:sp>
      <p:sp>
        <p:nvSpPr>
          <p:cNvPr id="1233" name="Google Shape;1233;p16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 minutes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p16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39" name="Google Shape;1239;p166"/>
          <p:cNvPicPr preferRelativeResize="0"/>
          <p:nvPr/>
        </p:nvPicPr>
        <p:blipFill>
          <a:blip r:embed="rId3">
            <a:alphaModFix/>
          </a:blip>
          <a:stretch>
            <a:fillRect/>
          </a:stretch>
        </p:blipFill>
        <p:spPr>
          <a:xfrm>
            <a:off x="1045500" y="424463"/>
            <a:ext cx="3066374" cy="3066374"/>
          </a:xfrm>
          <a:prstGeom prst="rect">
            <a:avLst/>
          </a:prstGeom>
          <a:noFill/>
          <a:ln>
            <a:noFill/>
          </a:ln>
        </p:spPr>
      </p:pic>
      <p:sp>
        <p:nvSpPr>
          <p:cNvPr id="1240" name="Google Shape;1240;p166"/>
          <p:cNvSpPr txBox="1"/>
          <p:nvPr>
            <p:ph type="title"/>
          </p:nvPr>
        </p:nvSpPr>
        <p:spPr>
          <a:xfrm>
            <a:off x="1364138" y="3490838"/>
            <a:ext cx="24291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Turn on your cameras</a:t>
            </a:r>
            <a:endParaRPr/>
          </a:p>
        </p:txBody>
      </p:sp>
      <p:pic>
        <p:nvPicPr>
          <p:cNvPr id="1241" name="Google Shape;1241;p166"/>
          <p:cNvPicPr preferRelativeResize="0"/>
          <p:nvPr/>
        </p:nvPicPr>
        <p:blipFill>
          <a:blip r:embed="rId4">
            <a:alphaModFix/>
          </a:blip>
          <a:stretch>
            <a:fillRect/>
          </a:stretch>
        </p:blipFill>
        <p:spPr>
          <a:xfrm>
            <a:off x="5032137" y="424475"/>
            <a:ext cx="3066350" cy="3066350"/>
          </a:xfrm>
          <a:prstGeom prst="rect">
            <a:avLst/>
          </a:prstGeom>
          <a:noFill/>
          <a:ln>
            <a:noFill/>
          </a:ln>
        </p:spPr>
      </p:pic>
      <p:sp>
        <p:nvSpPr>
          <p:cNvPr id="1242" name="Google Shape;1242;p166"/>
          <p:cNvSpPr txBox="1"/>
          <p:nvPr>
            <p:ph type="title"/>
          </p:nvPr>
        </p:nvSpPr>
        <p:spPr>
          <a:xfrm>
            <a:off x="5195963" y="3490838"/>
            <a:ext cx="27387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Fill out the entry ticket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167"/>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 minutes</a:t>
            </a:r>
            <a:endParaRPr/>
          </a:p>
        </p:txBody>
      </p:sp>
      <p:sp>
        <p:nvSpPr>
          <p:cNvPr id="1248" name="Google Shape;1248;p16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49" name="Google Shape;1249;p16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🏝️💆‍♂️Question:</a:t>
            </a:r>
            <a:endParaRPr b="1"/>
          </a:p>
          <a:p>
            <a:pPr indent="0" lvl="0" marL="0" rtl="0" algn="l">
              <a:spcBef>
                <a:spcPts val="1000"/>
              </a:spcBef>
              <a:spcAft>
                <a:spcPts val="0"/>
              </a:spcAft>
              <a:buNone/>
            </a:pPr>
            <a:r>
              <a:rPr lang="en"/>
              <a:t>After a long day of classes and/or work, it’s important to have routines to relax to. What are some of your favorite past times (TV shows, reading, hobbies, sports, etc.)?</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
              <a:t>💬Answer: </a:t>
            </a:r>
            <a:endParaRPr b="1"/>
          </a:p>
          <a:p>
            <a:pPr indent="0" lvl="0" marL="0" rtl="0" algn="l">
              <a:spcBef>
                <a:spcPts val="1000"/>
              </a:spcBef>
              <a:spcAft>
                <a:spcPts val="1000"/>
              </a:spcAft>
              <a:buNone/>
            </a:pPr>
            <a:r>
              <a:rPr lang="en"/>
              <a:t>Share your answer in the Zoom chat, emoji react or comment to the ones you have in common or seem interesting to you!</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3" name="Shape 1253"/>
        <p:cNvGrpSpPr/>
        <p:nvPr/>
      </p:nvGrpSpPr>
      <p:grpSpPr>
        <a:xfrm>
          <a:off x="0" y="0"/>
          <a:ext cx="0" cy="0"/>
          <a:chOff x="0" y="0"/>
          <a:chExt cx="0" cy="0"/>
        </a:xfrm>
      </p:grpSpPr>
      <p:sp>
        <p:nvSpPr>
          <p:cNvPr id="1254" name="Google Shape;1254;p168"/>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Tons of feedback responses from day 1!</a:t>
            </a:r>
            <a:endParaRPr sz="1600"/>
          </a:p>
          <a:p>
            <a:pPr indent="-330200" lvl="0" marL="457200" rtl="0" algn="l">
              <a:spcBef>
                <a:spcPts val="0"/>
              </a:spcBef>
              <a:spcAft>
                <a:spcPts val="0"/>
              </a:spcAft>
              <a:buSzPts val="1600"/>
              <a:buChar char="+"/>
            </a:pPr>
            <a:r>
              <a:rPr lang="en" sz="1600"/>
              <a:t>Breakout rooms went smoothly.</a:t>
            </a:r>
            <a:endParaRPr sz="1600"/>
          </a:p>
          <a:p>
            <a:pPr indent="-330200" lvl="0" marL="457200" rtl="0" algn="l">
              <a:spcBef>
                <a:spcPts val="0"/>
              </a:spcBef>
              <a:spcAft>
                <a:spcPts val="0"/>
              </a:spcAft>
              <a:buSzPts val="1600"/>
              <a:buChar char="+"/>
            </a:pPr>
            <a:r>
              <a:rPr lang="en" sz="1600"/>
              <a:t>Students gave each other shoutouts for being supportive and friendly</a:t>
            </a:r>
            <a:endParaRPr sz="1600"/>
          </a:p>
        </p:txBody>
      </p:sp>
      <p:sp>
        <p:nvSpPr>
          <p:cNvPr id="1255" name="Google Shape;1255;p16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56" name="Google Shape;1256;p168"/>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t>- Breakout room instructions weren’t clear. Will be more structured after today!</a:t>
            </a:r>
            <a:endParaRPr sz="1500"/>
          </a:p>
          <a:p>
            <a:pPr indent="0" lvl="0" marL="0" rtl="0" algn="l">
              <a:lnSpc>
                <a:spcPct val="100000"/>
              </a:lnSpc>
              <a:spcBef>
                <a:spcPts val="1600"/>
              </a:spcBef>
              <a:spcAft>
                <a:spcPts val="0"/>
              </a:spcAft>
              <a:buNone/>
            </a:pPr>
            <a:r>
              <a:rPr lang="en" sz="1500"/>
              <a:t>- Students looking forward to adaptive pacing.</a:t>
            </a:r>
            <a:endParaRPr sz="1500"/>
          </a:p>
          <a:p>
            <a:pPr indent="0" lvl="0" marL="0" rtl="0" algn="l">
              <a:lnSpc>
                <a:spcPct val="100000"/>
              </a:lnSpc>
              <a:spcBef>
                <a:spcPts val="1600"/>
              </a:spcBef>
              <a:spcAft>
                <a:spcPts val="1600"/>
              </a:spcAft>
              <a:buNone/>
            </a:pPr>
            <a:r>
              <a:rPr lang="en" sz="1500"/>
              <a:t>- Intro day felt slow to some students.</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169"/>
          <p:cNvSpPr txBox="1"/>
          <p:nvPr>
            <p:ph type="title"/>
          </p:nvPr>
        </p:nvSpPr>
        <p:spPr>
          <a:xfrm>
            <a:off x="1132000" y="481275"/>
            <a:ext cx="75594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Announcements &amp; Reminders</a:t>
            </a:r>
            <a:endParaRPr/>
          </a:p>
        </p:txBody>
      </p:sp>
      <p:sp>
        <p:nvSpPr>
          <p:cNvPr id="1262" name="Google Shape;1262;p169"/>
          <p:cNvSpPr txBox="1"/>
          <p:nvPr>
            <p:ph idx="1" type="body"/>
          </p:nvPr>
        </p:nvSpPr>
        <p:spPr>
          <a:xfrm>
            <a:off x="452400" y="1132825"/>
            <a:ext cx="4764000" cy="24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Don't Forget Cameras On!</a:t>
            </a:r>
            <a:endParaRPr/>
          </a:p>
          <a:p>
            <a:pPr indent="0" lvl="0" marL="0" rtl="0" algn="l">
              <a:spcBef>
                <a:spcPts val="1600"/>
              </a:spcBef>
              <a:spcAft>
                <a:spcPts val="0"/>
              </a:spcAft>
              <a:buNone/>
            </a:pPr>
            <a:r>
              <a:rPr lang="en"/>
              <a:t>You will be removed from today's session if you are not on camera and are unresponsive.</a:t>
            </a:r>
            <a:endParaRPr/>
          </a:p>
          <a:p>
            <a:pPr indent="0" lvl="0" marL="0" rtl="0" algn="l">
              <a:spcBef>
                <a:spcPts val="1600"/>
              </a:spcBef>
              <a:spcAft>
                <a:spcPts val="1600"/>
              </a:spcAft>
              <a:buNone/>
            </a:pPr>
            <a:r>
              <a:rPr lang="en"/>
              <a:t>You will be unable to return to today's session if you are removed.</a:t>
            </a:r>
            <a:endParaRPr/>
          </a:p>
        </p:txBody>
      </p:sp>
      <p:sp>
        <p:nvSpPr>
          <p:cNvPr id="1263" name="Google Shape;1263;p16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64" name="Google Shape;1264;p169"/>
          <p:cNvPicPr preferRelativeResize="0"/>
          <p:nvPr/>
        </p:nvPicPr>
        <p:blipFill>
          <a:blip r:embed="rId3">
            <a:alphaModFix/>
          </a:blip>
          <a:stretch>
            <a:fillRect/>
          </a:stretch>
        </p:blipFill>
        <p:spPr>
          <a:xfrm>
            <a:off x="452400" y="350275"/>
            <a:ext cx="679601" cy="679601"/>
          </a:xfrm>
          <a:prstGeom prst="rect">
            <a:avLst/>
          </a:prstGeom>
          <a:noFill/>
          <a:ln>
            <a:noFill/>
          </a:ln>
        </p:spPr>
      </p:pic>
      <p:pic>
        <p:nvPicPr>
          <p:cNvPr id="1265" name="Google Shape;1265;p169"/>
          <p:cNvPicPr preferRelativeResize="0"/>
          <p:nvPr/>
        </p:nvPicPr>
        <p:blipFill>
          <a:blip r:embed="rId4">
            <a:alphaModFix/>
          </a:blip>
          <a:stretch>
            <a:fillRect/>
          </a:stretch>
        </p:blipFill>
        <p:spPr>
          <a:xfrm>
            <a:off x="5486400" y="1132825"/>
            <a:ext cx="3151174" cy="31511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170"/>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Choosing Your Breakout Room</a:t>
            </a:r>
            <a:endParaRPr/>
          </a:p>
        </p:txBody>
      </p:sp>
      <p:sp>
        <p:nvSpPr>
          <p:cNvPr id="1271" name="Google Shape;1271;p170"/>
          <p:cNvSpPr txBox="1"/>
          <p:nvPr>
            <p:ph idx="1" type="body"/>
          </p:nvPr>
        </p:nvSpPr>
        <p:spPr>
          <a:xfrm>
            <a:off x="452400" y="1132825"/>
            <a:ext cx="55884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We’ll share the link to the entry ticket so you can indicate what unit you are on.</a:t>
            </a:r>
            <a:endParaRPr/>
          </a:p>
          <a:p>
            <a:pPr indent="-342900" lvl="0" marL="457200" rtl="0" algn="l">
              <a:spcBef>
                <a:spcPts val="1000"/>
              </a:spcBef>
              <a:spcAft>
                <a:spcPts val="0"/>
              </a:spcAft>
              <a:buSzPts val="1800"/>
              <a:buAutoNum type="arabicPeriod"/>
            </a:pPr>
            <a:r>
              <a:rPr lang="en"/>
              <a:t>We’ll create breakout groups based on the unit you selected.</a:t>
            </a:r>
            <a:endParaRPr/>
          </a:p>
          <a:p>
            <a:pPr indent="-342900" lvl="0" marL="457200" rtl="0" algn="l">
              <a:spcBef>
                <a:spcPts val="1000"/>
              </a:spcBef>
              <a:spcAft>
                <a:spcPts val="1000"/>
              </a:spcAft>
              <a:buSzPts val="1800"/>
              <a:buAutoNum type="arabicPeriod"/>
            </a:pPr>
            <a:r>
              <a:rPr lang="en"/>
              <a:t>When it’s Collaborative Problem Solving time, we’ll share the room assignments and demonstrate how to get to your room.</a:t>
            </a:r>
            <a:endParaRPr/>
          </a:p>
        </p:txBody>
      </p:sp>
      <p:sp>
        <p:nvSpPr>
          <p:cNvPr id="1272" name="Google Shape;1272;p17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73" name="Google Shape;1273;p170"/>
          <p:cNvPicPr preferRelativeResize="0"/>
          <p:nvPr/>
        </p:nvPicPr>
        <p:blipFill>
          <a:blip r:embed="rId3">
            <a:alphaModFix/>
          </a:blip>
          <a:stretch>
            <a:fillRect/>
          </a:stretch>
        </p:blipFill>
        <p:spPr>
          <a:xfrm>
            <a:off x="6356625" y="1207600"/>
            <a:ext cx="2334975" cy="2334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p171"/>
          <p:cNvSpPr txBox="1"/>
          <p:nvPr>
            <p:ph type="title"/>
          </p:nvPr>
        </p:nvSpPr>
        <p:spPr>
          <a:xfrm>
            <a:off x="884825" y="2317200"/>
            <a:ext cx="50478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UMPIRE Strategy</a:t>
            </a:r>
            <a:endParaRPr/>
          </a:p>
        </p:txBody>
      </p:sp>
      <p:sp>
        <p:nvSpPr>
          <p:cNvPr id="1279" name="Google Shape;1279;p171"/>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30 minutes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p17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85" name="Google Shape;1285;p172"/>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UMPIRE</a:t>
            </a:r>
            <a:endParaRPr/>
          </a:p>
        </p:txBody>
      </p:sp>
      <p:sp>
        <p:nvSpPr>
          <p:cNvPr id="1286" name="Google Shape;1286;p172"/>
          <p:cNvSpPr/>
          <p:nvPr/>
        </p:nvSpPr>
        <p:spPr>
          <a:xfrm>
            <a:off x="577725" y="1329000"/>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UNDERSTAND</a:t>
            </a:r>
            <a:endParaRPr b="1" sz="1800">
              <a:latin typeface="Poppins"/>
              <a:ea typeface="Poppins"/>
              <a:cs typeface="Poppins"/>
              <a:sym typeface="Poppins"/>
            </a:endParaRPr>
          </a:p>
        </p:txBody>
      </p:sp>
      <p:sp>
        <p:nvSpPr>
          <p:cNvPr id="1287" name="Google Shape;1287;p172"/>
          <p:cNvSpPr/>
          <p:nvPr/>
        </p:nvSpPr>
        <p:spPr>
          <a:xfrm>
            <a:off x="577725" y="2829575"/>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MATCH</a:t>
            </a:r>
            <a:endParaRPr b="1" sz="1800">
              <a:latin typeface="Poppins"/>
              <a:ea typeface="Poppins"/>
              <a:cs typeface="Poppins"/>
              <a:sym typeface="Poppins"/>
            </a:endParaRPr>
          </a:p>
        </p:txBody>
      </p:sp>
      <p:sp>
        <p:nvSpPr>
          <p:cNvPr id="1288" name="Google Shape;1288;p172"/>
          <p:cNvSpPr/>
          <p:nvPr/>
        </p:nvSpPr>
        <p:spPr>
          <a:xfrm>
            <a:off x="3406350" y="2829575"/>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PLAN</a:t>
            </a:r>
            <a:endParaRPr b="1" sz="1800">
              <a:latin typeface="Poppins"/>
              <a:ea typeface="Poppins"/>
              <a:cs typeface="Poppins"/>
              <a:sym typeface="Poppins"/>
            </a:endParaRPr>
          </a:p>
        </p:txBody>
      </p:sp>
      <p:sp>
        <p:nvSpPr>
          <p:cNvPr id="1289" name="Google Shape;1289;p172"/>
          <p:cNvSpPr/>
          <p:nvPr/>
        </p:nvSpPr>
        <p:spPr>
          <a:xfrm>
            <a:off x="3406350" y="1329000"/>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IMPLEMENT</a:t>
            </a:r>
            <a:endParaRPr b="1" sz="1800">
              <a:latin typeface="Poppins"/>
              <a:ea typeface="Poppins"/>
              <a:cs typeface="Poppins"/>
              <a:sym typeface="Poppins"/>
            </a:endParaRPr>
          </a:p>
        </p:txBody>
      </p:sp>
      <p:sp>
        <p:nvSpPr>
          <p:cNvPr id="1290" name="Google Shape;1290;p172"/>
          <p:cNvSpPr/>
          <p:nvPr/>
        </p:nvSpPr>
        <p:spPr>
          <a:xfrm>
            <a:off x="6234975" y="1329000"/>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REVIEW</a:t>
            </a:r>
            <a:endParaRPr b="1" sz="1800">
              <a:latin typeface="Poppins"/>
              <a:ea typeface="Poppins"/>
              <a:cs typeface="Poppins"/>
              <a:sym typeface="Poppins"/>
            </a:endParaRPr>
          </a:p>
        </p:txBody>
      </p:sp>
      <p:sp>
        <p:nvSpPr>
          <p:cNvPr id="1291" name="Google Shape;1291;p172"/>
          <p:cNvSpPr/>
          <p:nvPr/>
        </p:nvSpPr>
        <p:spPr>
          <a:xfrm>
            <a:off x="6234975" y="2829575"/>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EVALUATE</a:t>
            </a:r>
            <a:endParaRPr b="1" sz="1800">
              <a:latin typeface="Poppins"/>
              <a:ea typeface="Poppins"/>
              <a:cs typeface="Poppins"/>
              <a:sym typeface="Poppins"/>
            </a:endParaRPr>
          </a:p>
        </p:txBody>
      </p:sp>
      <p:cxnSp>
        <p:nvCxnSpPr>
          <p:cNvPr id="1292" name="Google Shape;1292;p172"/>
          <p:cNvCxnSpPr>
            <a:stCxn id="1286" idx="2"/>
            <a:endCxn id="1287" idx="0"/>
          </p:cNvCxnSpPr>
          <p:nvPr/>
        </p:nvCxnSpPr>
        <p:spPr>
          <a:xfrm>
            <a:off x="1743375" y="2197800"/>
            <a:ext cx="0" cy="631800"/>
          </a:xfrm>
          <a:prstGeom prst="straightConnector1">
            <a:avLst/>
          </a:prstGeom>
          <a:noFill/>
          <a:ln cap="flat" cmpd="sng" w="19050">
            <a:solidFill>
              <a:srgbClr val="000000"/>
            </a:solidFill>
            <a:prstDash val="solid"/>
            <a:round/>
            <a:headEnd len="med" w="med" type="none"/>
            <a:tailEnd len="med" w="med" type="triangle"/>
          </a:ln>
        </p:spPr>
      </p:cxnSp>
      <p:cxnSp>
        <p:nvCxnSpPr>
          <p:cNvPr id="1293" name="Google Shape;1293;p172"/>
          <p:cNvCxnSpPr>
            <a:stCxn id="1287" idx="3"/>
            <a:endCxn id="1288" idx="1"/>
          </p:cNvCxnSpPr>
          <p:nvPr/>
        </p:nvCxnSpPr>
        <p:spPr>
          <a:xfrm>
            <a:off x="2909025" y="3263975"/>
            <a:ext cx="497400" cy="0"/>
          </a:xfrm>
          <a:prstGeom prst="straightConnector1">
            <a:avLst/>
          </a:prstGeom>
          <a:noFill/>
          <a:ln cap="flat" cmpd="sng" w="19050">
            <a:solidFill>
              <a:srgbClr val="000000"/>
            </a:solidFill>
            <a:prstDash val="solid"/>
            <a:round/>
            <a:headEnd len="med" w="med" type="none"/>
            <a:tailEnd len="med" w="med" type="triangle"/>
          </a:ln>
        </p:spPr>
      </p:cxnSp>
      <p:cxnSp>
        <p:nvCxnSpPr>
          <p:cNvPr id="1294" name="Google Shape;1294;p172"/>
          <p:cNvCxnSpPr>
            <a:stCxn id="1288" idx="0"/>
            <a:endCxn id="1289" idx="2"/>
          </p:cNvCxnSpPr>
          <p:nvPr/>
        </p:nvCxnSpPr>
        <p:spPr>
          <a:xfrm rot="10800000">
            <a:off x="4572000" y="2197775"/>
            <a:ext cx="0" cy="631800"/>
          </a:xfrm>
          <a:prstGeom prst="straightConnector1">
            <a:avLst/>
          </a:prstGeom>
          <a:noFill/>
          <a:ln cap="flat" cmpd="sng" w="19050">
            <a:solidFill>
              <a:srgbClr val="000000"/>
            </a:solidFill>
            <a:prstDash val="solid"/>
            <a:round/>
            <a:headEnd len="med" w="med" type="none"/>
            <a:tailEnd len="med" w="med" type="triangle"/>
          </a:ln>
        </p:spPr>
      </p:cxnSp>
      <p:cxnSp>
        <p:nvCxnSpPr>
          <p:cNvPr id="1295" name="Google Shape;1295;p172"/>
          <p:cNvCxnSpPr>
            <a:stCxn id="1289" idx="3"/>
            <a:endCxn id="1290" idx="1"/>
          </p:cNvCxnSpPr>
          <p:nvPr/>
        </p:nvCxnSpPr>
        <p:spPr>
          <a:xfrm>
            <a:off x="5737650" y="1763400"/>
            <a:ext cx="497400" cy="0"/>
          </a:xfrm>
          <a:prstGeom prst="straightConnector1">
            <a:avLst/>
          </a:prstGeom>
          <a:noFill/>
          <a:ln cap="flat" cmpd="sng" w="19050">
            <a:solidFill>
              <a:srgbClr val="000000"/>
            </a:solidFill>
            <a:prstDash val="solid"/>
            <a:round/>
            <a:headEnd len="med" w="med" type="none"/>
            <a:tailEnd len="med" w="med" type="triangle"/>
          </a:ln>
        </p:spPr>
      </p:cxnSp>
      <p:cxnSp>
        <p:nvCxnSpPr>
          <p:cNvPr id="1296" name="Google Shape;1296;p172"/>
          <p:cNvCxnSpPr>
            <a:stCxn id="1290" idx="2"/>
            <a:endCxn id="1291" idx="0"/>
          </p:cNvCxnSpPr>
          <p:nvPr/>
        </p:nvCxnSpPr>
        <p:spPr>
          <a:xfrm>
            <a:off x="7400625" y="2197800"/>
            <a:ext cx="0" cy="631800"/>
          </a:xfrm>
          <a:prstGeom prst="straightConnector1">
            <a:avLst/>
          </a:prstGeom>
          <a:noFill/>
          <a:ln cap="flat" cmpd="sng" w="19050">
            <a:solidFill>
              <a:srgbClr val="000000"/>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17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02" name="Google Shape;1302;p17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U</a:t>
            </a:r>
            <a:r>
              <a:rPr lang="en"/>
              <a:t>M</a:t>
            </a:r>
            <a:r>
              <a:rPr lang="en" u="sng"/>
              <a:t>PI</a:t>
            </a:r>
            <a:r>
              <a:rPr lang="en"/>
              <a:t>RE</a:t>
            </a:r>
            <a:endParaRPr/>
          </a:p>
        </p:txBody>
      </p:sp>
      <p:sp>
        <p:nvSpPr>
          <p:cNvPr id="1303" name="Google Shape;1303;p173"/>
          <p:cNvSpPr/>
          <p:nvPr/>
        </p:nvSpPr>
        <p:spPr>
          <a:xfrm>
            <a:off x="577725" y="1329000"/>
            <a:ext cx="2331300" cy="868800"/>
          </a:xfrm>
          <a:prstGeom prst="roundRect">
            <a:avLst>
              <a:gd fmla="val 34507" name="adj"/>
            </a:avLst>
          </a:prstGeom>
          <a:solidFill>
            <a:srgbClr val="6EC396"/>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262626"/>
                </a:solidFill>
                <a:latin typeface="Poppins"/>
                <a:ea typeface="Poppins"/>
                <a:cs typeface="Poppins"/>
                <a:sym typeface="Poppins"/>
              </a:rPr>
              <a:t>UNDERSTAND</a:t>
            </a:r>
            <a:endParaRPr b="1" sz="1800">
              <a:solidFill>
                <a:srgbClr val="262626"/>
              </a:solidFill>
              <a:latin typeface="Poppins"/>
              <a:ea typeface="Poppins"/>
              <a:cs typeface="Poppins"/>
              <a:sym typeface="Poppins"/>
            </a:endParaRPr>
          </a:p>
        </p:txBody>
      </p:sp>
      <p:sp>
        <p:nvSpPr>
          <p:cNvPr id="1304" name="Google Shape;1304;p173"/>
          <p:cNvSpPr/>
          <p:nvPr/>
        </p:nvSpPr>
        <p:spPr>
          <a:xfrm>
            <a:off x="577725" y="2829575"/>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9E9E9E"/>
                </a:solidFill>
                <a:latin typeface="Poppins"/>
                <a:ea typeface="Poppins"/>
                <a:cs typeface="Poppins"/>
                <a:sym typeface="Poppins"/>
              </a:rPr>
              <a:t>MATCH</a:t>
            </a:r>
            <a:endParaRPr b="1" sz="1800">
              <a:solidFill>
                <a:srgbClr val="9E9E9E"/>
              </a:solidFill>
              <a:latin typeface="Poppins"/>
              <a:ea typeface="Poppins"/>
              <a:cs typeface="Poppins"/>
              <a:sym typeface="Poppins"/>
            </a:endParaRPr>
          </a:p>
        </p:txBody>
      </p:sp>
      <p:sp>
        <p:nvSpPr>
          <p:cNvPr id="1305" name="Google Shape;1305;p173"/>
          <p:cNvSpPr/>
          <p:nvPr/>
        </p:nvSpPr>
        <p:spPr>
          <a:xfrm>
            <a:off x="3406350" y="2829575"/>
            <a:ext cx="2331300" cy="868800"/>
          </a:xfrm>
          <a:prstGeom prst="roundRect">
            <a:avLst>
              <a:gd fmla="val 34507" name="adj"/>
            </a:avLst>
          </a:prstGeom>
          <a:solidFill>
            <a:srgbClr val="6EC396"/>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262626"/>
                </a:solidFill>
                <a:latin typeface="Poppins"/>
                <a:ea typeface="Poppins"/>
                <a:cs typeface="Poppins"/>
                <a:sym typeface="Poppins"/>
              </a:rPr>
              <a:t>PLAN</a:t>
            </a:r>
            <a:endParaRPr b="1" sz="1800">
              <a:solidFill>
                <a:srgbClr val="262626"/>
              </a:solidFill>
              <a:latin typeface="Poppins"/>
              <a:ea typeface="Poppins"/>
              <a:cs typeface="Poppins"/>
              <a:sym typeface="Poppins"/>
            </a:endParaRPr>
          </a:p>
        </p:txBody>
      </p:sp>
      <p:sp>
        <p:nvSpPr>
          <p:cNvPr id="1306" name="Google Shape;1306;p173"/>
          <p:cNvSpPr/>
          <p:nvPr/>
        </p:nvSpPr>
        <p:spPr>
          <a:xfrm>
            <a:off x="3406350" y="1329000"/>
            <a:ext cx="2331300" cy="868800"/>
          </a:xfrm>
          <a:prstGeom prst="roundRect">
            <a:avLst>
              <a:gd fmla="val 34507" name="adj"/>
            </a:avLst>
          </a:prstGeom>
          <a:solidFill>
            <a:srgbClr val="6EC396"/>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262626"/>
                </a:solidFill>
                <a:latin typeface="Poppins"/>
                <a:ea typeface="Poppins"/>
                <a:cs typeface="Poppins"/>
                <a:sym typeface="Poppins"/>
              </a:rPr>
              <a:t>IMPLEMENT</a:t>
            </a:r>
            <a:endParaRPr b="1" sz="1800">
              <a:solidFill>
                <a:srgbClr val="262626"/>
              </a:solidFill>
              <a:latin typeface="Poppins"/>
              <a:ea typeface="Poppins"/>
              <a:cs typeface="Poppins"/>
              <a:sym typeface="Poppins"/>
            </a:endParaRPr>
          </a:p>
        </p:txBody>
      </p:sp>
      <p:sp>
        <p:nvSpPr>
          <p:cNvPr id="1307" name="Google Shape;1307;p173"/>
          <p:cNvSpPr/>
          <p:nvPr/>
        </p:nvSpPr>
        <p:spPr>
          <a:xfrm>
            <a:off x="6234975" y="1329000"/>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9E9E9E"/>
                </a:solidFill>
                <a:latin typeface="Poppins"/>
                <a:ea typeface="Poppins"/>
                <a:cs typeface="Poppins"/>
                <a:sym typeface="Poppins"/>
              </a:rPr>
              <a:t>REVIEW</a:t>
            </a:r>
            <a:endParaRPr b="1" sz="1800">
              <a:solidFill>
                <a:srgbClr val="9E9E9E"/>
              </a:solidFill>
              <a:latin typeface="Poppins"/>
              <a:ea typeface="Poppins"/>
              <a:cs typeface="Poppins"/>
              <a:sym typeface="Poppins"/>
            </a:endParaRPr>
          </a:p>
        </p:txBody>
      </p:sp>
      <p:sp>
        <p:nvSpPr>
          <p:cNvPr id="1308" name="Google Shape;1308;p173"/>
          <p:cNvSpPr/>
          <p:nvPr/>
        </p:nvSpPr>
        <p:spPr>
          <a:xfrm>
            <a:off x="6234975" y="2829575"/>
            <a:ext cx="2331300" cy="868800"/>
          </a:xfrm>
          <a:prstGeom prst="roundRect">
            <a:avLst>
              <a:gd fmla="val 34507" name="adj"/>
            </a:avLst>
          </a:prstGeom>
          <a:solidFill>
            <a:srgbClr val="D7FFEE"/>
          </a:solidFill>
          <a:ln cap="flat" cmpd="sng" w="28575">
            <a:solidFill>
              <a:srgbClr val="6EC39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9E9E9E"/>
                </a:solidFill>
                <a:latin typeface="Poppins"/>
                <a:ea typeface="Poppins"/>
                <a:cs typeface="Poppins"/>
                <a:sym typeface="Poppins"/>
              </a:rPr>
              <a:t>EVALUATE</a:t>
            </a:r>
            <a:endParaRPr b="1" sz="1800">
              <a:solidFill>
                <a:srgbClr val="9E9E9E"/>
              </a:solidFill>
              <a:latin typeface="Poppins"/>
              <a:ea typeface="Poppins"/>
              <a:cs typeface="Poppins"/>
              <a:sym typeface="Poppins"/>
            </a:endParaRPr>
          </a:p>
        </p:txBody>
      </p:sp>
      <p:cxnSp>
        <p:nvCxnSpPr>
          <p:cNvPr id="1309" name="Google Shape;1309;p173"/>
          <p:cNvCxnSpPr>
            <a:stCxn id="1303" idx="2"/>
            <a:endCxn id="1304" idx="0"/>
          </p:cNvCxnSpPr>
          <p:nvPr/>
        </p:nvCxnSpPr>
        <p:spPr>
          <a:xfrm>
            <a:off x="1743375" y="2197800"/>
            <a:ext cx="0" cy="631800"/>
          </a:xfrm>
          <a:prstGeom prst="straightConnector1">
            <a:avLst/>
          </a:prstGeom>
          <a:noFill/>
          <a:ln cap="flat" cmpd="sng" w="19050">
            <a:solidFill>
              <a:srgbClr val="000000"/>
            </a:solidFill>
            <a:prstDash val="solid"/>
            <a:round/>
            <a:headEnd len="med" w="med" type="none"/>
            <a:tailEnd len="med" w="med" type="triangle"/>
          </a:ln>
        </p:spPr>
      </p:cxnSp>
      <p:cxnSp>
        <p:nvCxnSpPr>
          <p:cNvPr id="1310" name="Google Shape;1310;p173"/>
          <p:cNvCxnSpPr>
            <a:stCxn id="1304" idx="3"/>
            <a:endCxn id="1305" idx="1"/>
          </p:cNvCxnSpPr>
          <p:nvPr/>
        </p:nvCxnSpPr>
        <p:spPr>
          <a:xfrm>
            <a:off x="2909025" y="3263975"/>
            <a:ext cx="497400" cy="0"/>
          </a:xfrm>
          <a:prstGeom prst="straightConnector1">
            <a:avLst/>
          </a:prstGeom>
          <a:noFill/>
          <a:ln cap="flat" cmpd="sng" w="19050">
            <a:solidFill>
              <a:srgbClr val="000000"/>
            </a:solidFill>
            <a:prstDash val="solid"/>
            <a:round/>
            <a:headEnd len="med" w="med" type="none"/>
            <a:tailEnd len="med" w="med" type="triangle"/>
          </a:ln>
        </p:spPr>
      </p:cxnSp>
      <p:cxnSp>
        <p:nvCxnSpPr>
          <p:cNvPr id="1311" name="Google Shape;1311;p173"/>
          <p:cNvCxnSpPr>
            <a:stCxn id="1305" idx="0"/>
            <a:endCxn id="1306" idx="2"/>
          </p:cNvCxnSpPr>
          <p:nvPr/>
        </p:nvCxnSpPr>
        <p:spPr>
          <a:xfrm rot="10800000">
            <a:off x="4572000" y="2197775"/>
            <a:ext cx="0" cy="631800"/>
          </a:xfrm>
          <a:prstGeom prst="straightConnector1">
            <a:avLst/>
          </a:prstGeom>
          <a:noFill/>
          <a:ln cap="flat" cmpd="sng" w="19050">
            <a:solidFill>
              <a:srgbClr val="000000"/>
            </a:solidFill>
            <a:prstDash val="solid"/>
            <a:round/>
            <a:headEnd len="med" w="med" type="none"/>
            <a:tailEnd len="med" w="med" type="triangle"/>
          </a:ln>
        </p:spPr>
      </p:cxnSp>
      <p:cxnSp>
        <p:nvCxnSpPr>
          <p:cNvPr id="1312" name="Google Shape;1312;p173"/>
          <p:cNvCxnSpPr>
            <a:stCxn id="1306" idx="3"/>
            <a:endCxn id="1307" idx="1"/>
          </p:cNvCxnSpPr>
          <p:nvPr/>
        </p:nvCxnSpPr>
        <p:spPr>
          <a:xfrm>
            <a:off x="5737650" y="1763400"/>
            <a:ext cx="497400" cy="0"/>
          </a:xfrm>
          <a:prstGeom prst="straightConnector1">
            <a:avLst/>
          </a:prstGeom>
          <a:noFill/>
          <a:ln cap="flat" cmpd="sng" w="19050">
            <a:solidFill>
              <a:srgbClr val="000000"/>
            </a:solidFill>
            <a:prstDash val="solid"/>
            <a:round/>
            <a:headEnd len="med" w="med" type="none"/>
            <a:tailEnd len="med" w="med" type="triangle"/>
          </a:ln>
        </p:spPr>
      </p:cxnSp>
      <p:cxnSp>
        <p:nvCxnSpPr>
          <p:cNvPr id="1313" name="Google Shape;1313;p173"/>
          <p:cNvCxnSpPr>
            <a:stCxn id="1307" idx="2"/>
            <a:endCxn id="1308" idx="0"/>
          </p:cNvCxnSpPr>
          <p:nvPr/>
        </p:nvCxnSpPr>
        <p:spPr>
          <a:xfrm>
            <a:off x="7400625" y="2197800"/>
            <a:ext cx="0" cy="631800"/>
          </a:xfrm>
          <a:prstGeom prst="straightConnector1">
            <a:avLst/>
          </a:prstGeom>
          <a:noFill/>
          <a:ln cap="flat" cmpd="sng" w="19050">
            <a:solidFill>
              <a:srgbClr val="000000"/>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sp>
        <p:nvSpPr>
          <p:cNvPr id="1318" name="Google Shape;1318;p17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Understand the Problem</a:t>
            </a:r>
            <a:endParaRPr/>
          </a:p>
        </p:txBody>
      </p:sp>
      <p:sp>
        <p:nvSpPr>
          <p:cNvPr id="1319" name="Google Shape;1319;p17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20" name="Google Shape;1320;p174"/>
          <p:cNvSpPr txBox="1"/>
          <p:nvPr/>
        </p:nvSpPr>
        <p:spPr>
          <a:xfrm>
            <a:off x="452400" y="1132825"/>
            <a:ext cx="5409900" cy="2439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rgbClr val="6EC396"/>
              </a:buClr>
              <a:buSzPts val="1800"/>
              <a:buFont typeface="Poppins"/>
              <a:buChar char="✱"/>
            </a:pPr>
            <a:r>
              <a:rPr lang="en" sz="1800">
                <a:solidFill>
                  <a:srgbClr val="000000"/>
                </a:solidFill>
                <a:latin typeface="Poppins"/>
                <a:ea typeface="Poppins"/>
                <a:cs typeface="Poppins"/>
                <a:sym typeface="Poppins"/>
              </a:rPr>
              <a:t>Understand what the interviewer is asking with clarifying questions</a:t>
            </a:r>
            <a:endParaRPr sz="1800">
              <a:solidFill>
                <a:srgbClr val="000000"/>
              </a:solidFill>
              <a:latin typeface="Poppins"/>
              <a:ea typeface="Poppins"/>
              <a:cs typeface="Poppins"/>
              <a:sym typeface="Poppins"/>
            </a:endParaRPr>
          </a:p>
          <a:p>
            <a:pPr indent="-342900" lvl="0" marL="457200" rtl="0" algn="l">
              <a:lnSpc>
                <a:spcPct val="115000"/>
              </a:lnSpc>
              <a:spcBef>
                <a:spcPts val="1000"/>
              </a:spcBef>
              <a:spcAft>
                <a:spcPts val="0"/>
              </a:spcAft>
              <a:buClr>
                <a:srgbClr val="6EC396"/>
              </a:buClr>
              <a:buSzPts val="1800"/>
              <a:buFont typeface="Poppins"/>
              <a:buChar char="✱"/>
            </a:pPr>
            <a:r>
              <a:rPr lang="en" sz="1800">
                <a:solidFill>
                  <a:srgbClr val="000000"/>
                </a:solidFill>
                <a:latin typeface="Poppins"/>
                <a:ea typeface="Poppins"/>
                <a:cs typeface="Poppins"/>
                <a:sym typeface="Poppins"/>
              </a:rPr>
              <a:t>Generate basic sample input and output</a:t>
            </a:r>
            <a:endParaRPr sz="1800">
              <a:solidFill>
                <a:srgbClr val="000000"/>
              </a:solidFill>
              <a:latin typeface="Poppins"/>
              <a:ea typeface="Poppins"/>
              <a:cs typeface="Poppins"/>
              <a:sym typeface="Poppins"/>
            </a:endParaRPr>
          </a:p>
          <a:p>
            <a:pPr indent="-342900" lvl="0" marL="457200" rtl="0" algn="l">
              <a:lnSpc>
                <a:spcPct val="115000"/>
              </a:lnSpc>
              <a:spcBef>
                <a:spcPts val="1000"/>
              </a:spcBef>
              <a:spcAft>
                <a:spcPts val="0"/>
              </a:spcAft>
              <a:buClr>
                <a:srgbClr val="6EC396"/>
              </a:buClr>
              <a:buSzPts val="1800"/>
              <a:buFont typeface="Poppins"/>
              <a:buChar char="✱"/>
            </a:pPr>
            <a:r>
              <a:rPr lang="en" sz="1800">
                <a:solidFill>
                  <a:srgbClr val="000000"/>
                </a:solidFill>
                <a:latin typeface="Poppins"/>
                <a:ea typeface="Poppins"/>
                <a:cs typeface="Poppins"/>
                <a:sym typeface="Poppins"/>
              </a:rPr>
              <a:t>Explore more unusual edge cases</a:t>
            </a:r>
            <a:endParaRPr sz="1800">
              <a:solidFill>
                <a:srgbClr val="000000"/>
              </a:solidFill>
              <a:latin typeface="Poppins"/>
              <a:ea typeface="Poppins"/>
              <a:cs typeface="Poppins"/>
              <a:sym typeface="Poppins"/>
            </a:endParaRPr>
          </a:p>
          <a:p>
            <a:pPr indent="-342900" lvl="0" marL="457200" rtl="0" algn="l">
              <a:lnSpc>
                <a:spcPct val="115000"/>
              </a:lnSpc>
              <a:spcBef>
                <a:spcPts val="1000"/>
              </a:spcBef>
              <a:spcAft>
                <a:spcPts val="1000"/>
              </a:spcAft>
              <a:buClr>
                <a:srgbClr val="6EC396"/>
              </a:buClr>
              <a:buSzPts val="1800"/>
              <a:buFont typeface="Poppins"/>
              <a:buChar char="✱"/>
            </a:pPr>
            <a:r>
              <a:rPr lang="en" sz="1800">
                <a:solidFill>
                  <a:srgbClr val="000000"/>
                </a:solidFill>
                <a:latin typeface="Poppins"/>
                <a:ea typeface="Poppins"/>
                <a:cs typeface="Poppins"/>
                <a:sym typeface="Poppins"/>
              </a:rPr>
              <a:t>Explore tradeoffs (memory, performance, code simplicity)</a:t>
            </a:r>
            <a:endParaRPr sz="1800">
              <a:solidFill>
                <a:srgbClr val="000000"/>
              </a:solidFill>
              <a:latin typeface="Poppins"/>
              <a:ea typeface="Poppins"/>
              <a:cs typeface="Poppins"/>
              <a:sym typeface="Poppins"/>
            </a:endParaRPr>
          </a:p>
        </p:txBody>
      </p:sp>
      <p:pic>
        <p:nvPicPr>
          <p:cNvPr id="1321" name="Google Shape;1321;p174"/>
          <p:cNvPicPr preferRelativeResize="0"/>
          <p:nvPr/>
        </p:nvPicPr>
        <p:blipFill>
          <a:blip r:embed="rId3">
            <a:alphaModFix/>
          </a:blip>
          <a:stretch>
            <a:fillRect/>
          </a:stretch>
        </p:blipFill>
        <p:spPr>
          <a:xfrm>
            <a:off x="5949050" y="1267425"/>
            <a:ext cx="2647750" cy="2647750"/>
          </a:xfrm>
          <a:prstGeom prst="rect">
            <a:avLst/>
          </a:prstGeom>
          <a:noFill/>
          <a:ln>
            <a:noFill/>
          </a:ln>
        </p:spPr>
      </p:pic>
      <p:grpSp>
        <p:nvGrpSpPr>
          <p:cNvPr id="1322" name="Google Shape;1322;p174"/>
          <p:cNvGrpSpPr/>
          <p:nvPr/>
        </p:nvGrpSpPr>
        <p:grpSpPr>
          <a:xfrm>
            <a:off x="89100" y="4739882"/>
            <a:ext cx="324008" cy="322851"/>
            <a:chOff x="0" y="3867912"/>
            <a:chExt cx="1280160" cy="1275588"/>
          </a:xfrm>
        </p:grpSpPr>
        <p:sp>
          <p:nvSpPr>
            <p:cNvPr id="1323" name="Google Shape;1323;p174"/>
            <p:cNvSpPr/>
            <p:nvPr/>
          </p:nvSpPr>
          <p:spPr>
            <a:xfrm>
              <a:off x="0" y="4229100"/>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174"/>
            <p:cNvSpPr/>
            <p:nvPr/>
          </p:nvSpPr>
          <p:spPr>
            <a:xfrm>
              <a:off x="182880" y="405079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174"/>
            <p:cNvSpPr/>
            <p:nvPr/>
          </p:nvSpPr>
          <p:spPr>
            <a:xfrm>
              <a:off x="365760" y="386791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0">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sp>
        <p:nvSpPr>
          <p:cNvPr id="1330" name="Google Shape;1330;p17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 the Solution</a:t>
            </a:r>
            <a:endParaRPr/>
          </a:p>
        </p:txBody>
      </p:sp>
      <p:sp>
        <p:nvSpPr>
          <p:cNvPr id="1331" name="Google Shape;1331;p17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32" name="Google Shape;1332;p175"/>
          <p:cNvSpPr txBox="1"/>
          <p:nvPr/>
        </p:nvSpPr>
        <p:spPr>
          <a:xfrm>
            <a:off x="452400" y="1132825"/>
            <a:ext cx="4975200" cy="16740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rgbClr val="6EC396"/>
              </a:buClr>
              <a:buSzPts val="1800"/>
              <a:buFont typeface="Poppins"/>
              <a:buChar char="✱"/>
            </a:pPr>
            <a:r>
              <a:rPr lang="en" sz="1800">
                <a:solidFill>
                  <a:srgbClr val="000000"/>
                </a:solidFill>
                <a:latin typeface="Poppins"/>
                <a:ea typeface="Poppins"/>
                <a:cs typeface="Poppins"/>
                <a:sym typeface="Poppins"/>
              </a:rPr>
              <a:t>Describe your overall approach in </a:t>
            </a:r>
            <a:r>
              <a:rPr lang="en" sz="1800">
                <a:latin typeface="Poppins"/>
                <a:ea typeface="Poppins"/>
                <a:cs typeface="Poppins"/>
                <a:sym typeface="Poppins"/>
              </a:rPr>
              <a:t>one or two</a:t>
            </a:r>
            <a:r>
              <a:rPr lang="en" sz="1800">
                <a:solidFill>
                  <a:srgbClr val="000000"/>
                </a:solidFill>
                <a:latin typeface="Poppins"/>
                <a:ea typeface="Poppins"/>
                <a:cs typeface="Poppins"/>
                <a:sym typeface="Poppins"/>
              </a:rPr>
              <a:t> sentences</a:t>
            </a:r>
            <a:endParaRPr sz="1800">
              <a:solidFill>
                <a:srgbClr val="000000"/>
              </a:solidFill>
              <a:latin typeface="Poppins"/>
              <a:ea typeface="Poppins"/>
              <a:cs typeface="Poppins"/>
              <a:sym typeface="Poppins"/>
            </a:endParaRPr>
          </a:p>
          <a:p>
            <a:pPr indent="-342900" lvl="0" marL="457200" rtl="0" algn="l">
              <a:lnSpc>
                <a:spcPct val="115000"/>
              </a:lnSpc>
              <a:spcBef>
                <a:spcPts val="1000"/>
              </a:spcBef>
              <a:spcAft>
                <a:spcPts val="0"/>
              </a:spcAft>
              <a:buClr>
                <a:srgbClr val="6EC396"/>
              </a:buClr>
              <a:buSzPts val="1800"/>
              <a:buFont typeface="Poppins"/>
              <a:buChar char="✱"/>
            </a:pPr>
            <a:r>
              <a:rPr lang="en" sz="1800">
                <a:solidFill>
                  <a:srgbClr val="000000"/>
                </a:solidFill>
                <a:latin typeface="Poppins"/>
                <a:ea typeface="Poppins"/>
                <a:cs typeface="Poppins"/>
                <a:sym typeface="Poppins"/>
              </a:rPr>
              <a:t>Write down the steps in English</a:t>
            </a:r>
            <a:endParaRPr sz="1800">
              <a:solidFill>
                <a:srgbClr val="000000"/>
              </a:solidFill>
              <a:latin typeface="Poppins"/>
              <a:ea typeface="Poppins"/>
              <a:cs typeface="Poppins"/>
              <a:sym typeface="Poppins"/>
            </a:endParaRPr>
          </a:p>
          <a:p>
            <a:pPr indent="-342900" lvl="0" marL="457200" rtl="0" algn="l">
              <a:lnSpc>
                <a:spcPct val="115000"/>
              </a:lnSpc>
              <a:spcBef>
                <a:spcPts val="1000"/>
              </a:spcBef>
              <a:spcAft>
                <a:spcPts val="1000"/>
              </a:spcAft>
              <a:buClr>
                <a:srgbClr val="6EC396"/>
              </a:buClr>
              <a:buSzPts val="1800"/>
              <a:buFont typeface="Poppins"/>
              <a:buChar char="✱"/>
            </a:pPr>
            <a:r>
              <a:rPr lang="en" sz="1800">
                <a:solidFill>
                  <a:srgbClr val="000000"/>
                </a:solidFill>
                <a:latin typeface="Poppins"/>
                <a:ea typeface="Poppins"/>
                <a:cs typeface="Poppins"/>
                <a:sym typeface="Poppins"/>
              </a:rPr>
              <a:t>Each step should be simple and clear</a:t>
            </a:r>
            <a:endParaRPr sz="1800">
              <a:solidFill>
                <a:srgbClr val="000000"/>
              </a:solidFill>
              <a:latin typeface="Poppins"/>
              <a:ea typeface="Poppins"/>
              <a:cs typeface="Poppins"/>
              <a:sym typeface="Poppins"/>
            </a:endParaRPr>
          </a:p>
        </p:txBody>
      </p:sp>
      <p:pic>
        <p:nvPicPr>
          <p:cNvPr id="1333" name="Google Shape;1333;p175"/>
          <p:cNvPicPr preferRelativeResize="0"/>
          <p:nvPr/>
        </p:nvPicPr>
        <p:blipFill>
          <a:blip r:embed="rId3">
            <a:alphaModFix/>
          </a:blip>
          <a:stretch>
            <a:fillRect/>
          </a:stretch>
        </p:blipFill>
        <p:spPr>
          <a:xfrm>
            <a:off x="5580450" y="1132825"/>
            <a:ext cx="3111150" cy="3111150"/>
          </a:xfrm>
          <a:prstGeom prst="rect">
            <a:avLst/>
          </a:prstGeom>
          <a:noFill/>
          <a:ln>
            <a:noFill/>
          </a:ln>
        </p:spPr>
      </p:pic>
      <p:grpSp>
        <p:nvGrpSpPr>
          <p:cNvPr id="1334" name="Google Shape;1334;p175"/>
          <p:cNvGrpSpPr/>
          <p:nvPr/>
        </p:nvGrpSpPr>
        <p:grpSpPr>
          <a:xfrm>
            <a:off x="89100" y="4739882"/>
            <a:ext cx="324008" cy="322851"/>
            <a:chOff x="0" y="3867912"/>
            <a:chExt cx="1280160" cy="1275588"/>
          </a:xfrm>
        </p:grpSpPr>
        <p:sp>
          <p:nvSpPr>
            <p:cNvPr id="1335" name="Google Shape;1335;p175"/>
            <p:cNvSpPr/>
            <p:nvPr/>
          </p:nvSpPr>
          <p:spPr>
            <a:xfrm>
              <a:off x="0" y="4229100"/>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175"/>
            <p:cNvSpPr/>
            <p:nvPr/>
          </p:nvSpPr>
          <p:spPr>
            <a:xfrm>
              <a:off x="182880" y="405079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175"/>
            <p:cNvSpPr/>
            <p:nvPr/>
          </p:nvSpPr>
          <p:spPr>
            <a:xfrm>
              <a:off x="365760" y="386791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2">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sp>
        <p:nvSpPr>
          <p:cNvPr id="1342" name="Google Shape;1342;p17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Implement the Solution</a:t>
            </a:r>
            <a:endParaRPr/>
          </a:p>
        </p:txBody>
      </p:sp>
      <p:sp>
        <p:nvSpPr>
          <p:cNvPr id="1343" name="Google Shape;1343;p17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44" name="Google Shape;1344;p176"/>
          <p:cNvSpPr txBox="1"/>
          <p:nvPr/>
        </p:nvSpPr>
        <p:spPr>
          <a:xfrm>
            <a:off x="452400" y="1132825"/>
            <a:ext cx="5456700" cy="19929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rgbClr val="6EC396"/>
              </a:buClr>
              <a:buSzPts val="1800"/>
              <a:buFont typeface="Poppins"/>
              <a:buChar char="✱"/>
            </a:pPr>
            <a:r>
              <a:rPr lang="en" sz="1800">
                <a:solidFill>
                  <a:srgbClr val="000000"/>
                </a:solidFill>
                <a:latin typeface="Poppins"/>
                <a:ea typeface="Poppins"/>
                <a:cs typeface="Poppins"/>
                <a:sym typeface="Poppins"/>
              </a:rPr>
              <a:t>Translate your plan into code</a:t>
            </a:r>
            <a:r>
              <a:rPr lang="en" sz="1800">
                <a:latin typeface="Poppins"/>
                <a:ea typeface="Poppins"/>
                <a:cs typeface="Poppins"/>
                <a:sym typeface="Poppins"/>
              </a:rPr>
              <a:t>.</a:t>
            </a:r>
            <a:endParaRPr sz="1800">
              <a:solidFill>
                <a:srgbClr val="000000"/>
              </a:solidFill>
              <a:latin typeface="Poppins"/>
              <a:ea typeface="Poppins"/>
              <a:cs typeface="Poppins"/>
              <a:sym typeface="Poppins"/>
            </a:endParaRPr>
          </a:p>
          <a:p>
            <a:pPr indent="-342900" lvl="1" marL="914400" rtl="0" algn="l">
              <a:lnSpc>
                <a:spcPct val="115000"/>
              </a:lnSpc>
              <a:spcBef>
                <a:spcPts val="1000"/>
              </a:spcBef>
              <a:spcAft>
                <a:spcPts val="0"/>
              </a:spcAft>
              <a:buClr>
                <a:srgbClr val="000000"/>
              </a:buClr>
              <a:buSzPts val="1800"/>
              <a:buFont typeface="Poppins"/>
              <a:buChar char="●"/>
            </a:pPr>
            <a:r>
              <a:rPr lang="en" sz="1800">
                <a:solidFill>
                  <a:srgbClr val="000000"/>
                </a:solidFill>
                <a:latin typeface="Poppins"/>
                <a:ea typeface="Poppins"/>
                <a:cs typeface="Poppins"/>
                <a:sym typeface="Poppins"/>
              </a:rPr>
              <a:t>A clear plan should be relatively easy to translate. If it’s hard to translate, the plan probably isn’t good enough.</a:t>
            </a:r>
            <a:endParaRPr sz="1800">
              <a:solidFill>
                <a:srgbClr val="000000"/>
              </a:solidFill>
              <a:latin typeface="Poppins"/>
              <a:ea typeface="Poppins"/>
              <a:cs typeface="Poppins"/>
              <a:sym typeface="Poppins"/>
            </a:endParaRPr>
          </a:p>
          <a:p>
            <a:pPr indent="-342900" lvl="0" marL="457200" rtl="0" algn="l">
              <a:lnSpc>
                <a:spcPct val="115000"/>
              </a:lnSpc>
              <a:spcBef>
                <a:spcPts val="1000"/>
              </a:spcBef>
              <a:spcAft>
                <a:spcPts val="1000"/>
              </a:spcAft>
              <a:buClr>
                <a:srgbClr val="6EC396"/>
              </a:buClr>
              <a:buSzPts val="1800"/>
              <a:buFont typeface="Poppins"/>
              <a:buChar char="✱"/>
            </a:pPr>
            <a:r>
              <a:rPr lang="en" sz="1800">
                <a:solidFill>
                  <a:srgbClr val="000000"/>
                </a:solidFill>
                <a:latin typeface="Poppins"/>
                <a:ea typeface="Poppins"/>
                <a:cs typeface="Poppins"/>
                <a:sym typeface="Poppins"/>
              </a:rPr>
              <a:t>Look up any basic Python that you need.</a:t>
            </a:r>
            <a:endParaRPr sz="1800">
              <a:solidFill>
                <a:srgbClr val="000000"/>
              </a:solidFill>
              <a:latin typeface="Poppins"/>
              <a:ea typeface="Poppins"/>
              <a:cs typeface="Poppins"/>
              <a:sym typeface="Poppins"/>
            </a:endParaRPr>
          </a:p>
        </p:txBody>
      </p:sp>
      <p:pic>
        <p:nvPicPr>
          <p:cNvPr id="1345" name="Google Shape;1345;p176"/>
          <p:cNvPicPr preferRelativeResize="0"/>
          <p:nvPr/>
        </p:nvPicPr>
        <p:blipFill>
          <a:blip r:embed="rId3">
            <a:alphaModFix/>
          </a:blip>
          <a:stretch>
            <a:fillRect/>
          </a:stretch>
        </p:blipFill>
        <p:spPr>
          <a:xfrm>
            <a:off x="5959275" y="1053675"/>
            <a:ext cx="2732325" cy="2732325"/>
          </a:xfrm>
          <a:prstGeom prst="rect">
            <a:avLst/>
          </a:prstGeom>
          <a:noFill/>
          <a:ln>
            <a:noFill/>
          </a:ln>
        </p:spPr>
      </p:pic>
      <p:grpSp>
        <p:nvGrpSpPr>
          <p:cNvPr id="1346" name="Google Shape;1346;p176"/>
          <p:cNvGrpSpPr/>
          <p:nvPr/>
        </p:nvGrpSpPr>
        <p:grpSpPr>
          <a:xfrm>
            <a:off x="89100" y="4739882"/>
            <a:ext cx="324008" cy="322851"/>
            <a:chOff x="0" y="3867912"/>
            <a:chExt cx="1280160" cy="1275588"/>
          </a:xfrm>
        </p:grpSpPr>
        <p:sp>
          <p:nvSpPr>
            <p:cNvPr id="1347" name="Google Shape;1347;p176"/>
            <p:cNvSpPr/>
            <p:nvPr/>
          </p:nvSpPr>
          <p:spPr>
            <a:xfrm>
              <a:off x="0" y="4229100"/>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176"/>
            <p:cNvSpPr/>
            <p:nvPr/>
          </p:nvSpPr>
          <p:spPr>
            <a:xfrm>
              <a:off x="182880" y="405079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176"/>
            <p:cNvSpPr/>
            <p:nvPr/>
          </p:nvSpPr>
          <p:spPr>
            <a:xfrm>
              <a:off x="365760" y="3867912"/>
              <a:ext cx="914400" cy="9144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177"/>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20 minutes</a:t>
            </a:r>
            <a:endParaRPr/>
          </a:p>
        </p:txBody>
      </p:sp>
      <p:sp>
        <p:nvSpPr>
          <p:cNvPr id="1355" name="Google Shape;1355;p17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56" name="Google Shape;1356;p17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sz="2200"/>
              <a:t>Let’s see how we can use UPI to help us solve a problem.</a:t>
            </a:r>
            <a:endParaRPr sz="2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0" name="Shape 1360"/>
        <p:cNvGrpSpPr/>
        <p:nvPr/>
      </p:nvGrpSpPr>
      <p:grpSpPr>
        <a:xfrm>
          <a:off x="0" y="0"/>
          <a:ext cx="0" cy="0"/>
          <a:chOff x="0" y="0"/>
          <a:chExt cx="0" cy="0"/>
        </a:xfrm>
      </p:grpSpPr>
      <p:sp>
        <p:nvSpPr>
          <p:cNvPr id="1361" name="Google Shape;1361;p17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62" name="Google Shape;1362;p178"/>
          <p:cNvSpPr txBox="1"/>
          <p:nvPr>
            <p:ph idx="1" type="body"/>
          </p:nvPr>
        </p:nvSpPr>
        <p:spPr>
          <a:xfrm>
            <a:off x="452400" y="1132825"/>
            <a:ext cx="8239200" cy="1417500"/>
          </a:xfrm>
          <a:prstGeom prst="rect">
            <a:avLst/>
          </a:prstGeom>
          <a:solidFill>
            <a:schemeClr val="lt1"/>
          </a:solidFill>
        </p:spPr>
        <p:txBody>
          <a:bodyPr anchorCtr="0" anchor="t" bIns="91425" lIns="91425" spcFirstLastPara="1" rIns="91425" wrap="square" tIns="91425">
            <a:spAutoFit/>
          </a:bodyPr>
          <a:lstStyle/>
          <a:p>
            <a:pPr indent="0" lvl="0" marL="0" rtl="0" algn="l">
              <a:spcBef>
                <a:spcPts val="0"/>
              </a:spcBef>
              <a:spcAft>
                <a:spcPts val="1000"/>
              </a:spcAft>
              <a:buNone/>
            </a:pPr>
            <a:r>
              <a:rPr lang="en"/>
              <a:t>Write a function </a:t>
            </a:r>
            <a:r>
              <a:rPr b="1" lang="en">
                <a:latin typeface="Consolas"/>
                <a:ea typeface="Consolas"/>
                <a:cs typeface="Consolas"/>
                <a:sym typeface="Consolas"/>
              </a:rPr>
              <a:t>above_threshold()</a:t>
            </a:r>
            <a:r>
              <a:rPr lang="en"/>
              <a:t> that takes in a list of integers </a:t>
            </a:r>
            <a:r>
              <a:rPr b="1" lang="en">
                <a:latin typeface="Consolas"/>
                <a:ea typeface="Consolas"/>
                <a:cs typeface="Consolas"/>
                <a:sym typeface="Consolas"/>
              </a:rPr>
              <a:t>nums</a:t>
            </a:r>
            <a:r>
              <a:rPr lang="en"/>
              <a:t> and an integer </a:t>
            </a:r>
            <a:r>
              <a:rPr b="1" lang="en">
                <a:latin typeface="Consolas"/>
                <a:ea typeface="Consolas"/>
                <a:cs typeface="Consolas"/>
                <a:sym typeface="Consolas"/>
              </a:rPr>
              <a:t>threshold</a:t>
            </a:r>
            <a:r>
              <a:rPr lang="en"/>
              <a:t> as parameters. The function iterates through the original list and returns a new list containing only numbers that are greater than </a:t>
            </a:r>
            <a:r>
              <a:rPr b="1" lang="en">
                <a:latin typeface="Consolas"/>
                <a:ea typeface="Consolas"/>
                <a:cs typeface="Consolas"/>
                <a:sym typeface="Consolas"/>
              </a:rPr>
              <a:t>threshold</a:t>
            </a:r>
            <a:r>
              <a:rPr lang="en"/>
              <a:t>.</a:t>
            </a:r>
            <a:endParaRPr/>
          </a:p>
        </p:txBody>
      </p:sp>
      <p:sp>
        <p:nvSpPr>
          <p:cNvPr id="1363" name="Google Shape;1363;p178"/>
          <p:cNvSpPr txBox="1"/>
          <p:nvPr>
            <p:ph idx="1" type="body"/>
          </p:nvPr>
        </p:nvSpPr>
        <p:spPr>
          <a:xfrm>
            <a:off x="452400" y="2618650"/>
            <a:ext cx="8239200" cy="965100"/>
          </a:xfrm>
          <a:prstGeom prst="rect">
            <a:avLst/>
          </a:prstGeom>
          <a:solidFill>
            <a:schemeClr val="lt2"/>
          </a:solidFill>
        </p:spPr>
        <p:txBody>
          <a:bodyPr anchorCtr="0" anchor="t" bIns="182875" lIns="182875" spcFirstLastPara="1" rIns="182875" wrap="square" tIns="182875">
            <a:spAutoFit/>
          </a:bodyPr>
          <a:lstStyle/>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def above_threshold(nums, threshold):</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pass</a:t>
            </a:r>
            <a:endParaRPr>
              <a:latin typeface="Consolas"/>
              <a:ea typeface="Consolas"/>
              <a:cs typeface="Consolas"/>
              <a:sym typeface="Consolas"/>
            </a:endParaRPr>
          </a:p>
        </p:txBody>
      </p:sp>
      <p:sp>
        <p:nvSpPr>
          <p:cNvPr id="1364" name="Google Shape;1364;p178"/>
          <p:cNvSpPr txBox="1"/>
          <p:nvPr>
            <p:ph idx="1" type="body"/>
          </p:nvPr>
        </p:nvSpPr>
        <p:spPr>
          <a:xfrm>
            <a:off x="452400" y="3715125"/>
            <a:ext cx="8239200" cy="908700"/>
          </a:xfrm>
          <a:prstGeom prst="rect">
            <a:avLst/>
          </a:prstGeom>
          <a:solidFill>
            <a:schemeClr val="lt1"/>
          </a:solidFill>
        </p:spPr>
        <p:txBody>
          <a:bodyPr anchorCtr="0" anchor="t" bIns="91425" lIns="91425" spcFirstLastPara="1" rIns="91425" wrap="square" tIns="91425">
            <a:spAutoFit/>
          </a:bodyPr>
          <a:lstStyle/>
          <a:p>
            <a:pPr indent="0" lvl="0" marL="0" rtl="0" algn="l">
              <a:spcBef>
                <a:spcPts val="0"/>
              </a:spcBef>
              <a:spcAft>
                <a:spcPts val="0"/>
              </a:spcAft>
              <a:buNone/>
            </a:pPr>
            <a:r>
              <a:rPr b="1" lang="en"/>
              <a:t>Input:</a:t>
            </a:r>
            <a:r>
              <a:rPr lang="en"/>
              <a:t> </a:t>
            </a:r>
            <a:r>
              <a:rPr lang="en">
                <a:latin typeface="Consolas"/>
                <a:ea typeface="Consolas"/>
                <a:cs typeface="Consolas"/>
                <a:sym typeface="Consolas"/>
              </a:rPr>
              <a:t>nums</a:t>
            </a:r>
            <a:r>
              <a:rPr lang="en">
                <a:latin typeface="Consolas"/>
                <a:ea typeface="Consolas"/>
                <a:cs typeface="Consolas"/>
                <a:sym typeface="Consolas"/>
              </a:rPr>
              <a:t> = [8,2,13,11,4,10,14], threshold = 10</a:t>
            </a:r>
            <a:endParaRPr>
              <a:latin typeface="Consolas"/>
              <a:ea typeface="Consolas"/>
              <a:cs typeface="Consolas"/>
              <a:sym typeface="Consolas"/>
            </a:endParaRPr>
          </a:p>
          <a:p>
            <a:pPr indent="0" lvl="0" marL="0" rtl="0" algn="l">
              <a:spcBef>
                <a:spcPts val="1000"/>
              </a:spcBef>
              <a:spcAft>
                <a:spcPts val="1000"/>
              </a:spcAft>
              <a:buNone/>
            </a:pPr>
            <a:r>
              <a:rPr b="1" lang="en"/>
              <a:t>Output:</a:t>
            </a:r>
            <a:r>
              <a:rPr lang="en"/>
              <a:t> </a:t>
            </a:r>
            <a:r>
              <a:rPr lang="en">
                <a:latin typeface="Consolas"/>
                <a:ea typeface="Consolas"/>
                <a:cs typeface="Consolas"/>
                <a:sym typeface="Consolas"/>
              </a:rPr>
              <a:t>[13,11,14]</a:t>
            </a:r>
            <a:endParaRPr>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id="1369" name="Google Shape;1369;p179"/>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p>
            <a:pPr indent="0" lvl="0" marL="0" rtl="0" algn="ctr">
              <a:spcBef>
                <a:spcPts val="0"/>
              </a:spcBef>
              <a:spcAft>
                <a:spcPts val="0"/>
              </a:spcAft>
              <a:buClr>
                <a:schemeClr val="dk1"/>
              </a:buClr>
              <a:buSzPts val="1100"/>
              <a:buFont typeface="Arial"/>
              <a:buNone/>
            </a:pPr>
            <a:r>
              <a:rPr b="1" lang="en" sz="2300"/>
              <a:t>Break Time!</a:t>
            </a:r>
            <a:endParaRPr b="1" sz="2300"/>
          </a:p>
          <a:p>
            <a:pPr indent="0" lvl="0" marL="0" rtl="0" algn="ctr">
              <a:spcBef>
                <a:spcPts val="1000"/>
              </a:spcBef>
              <a:spcAft>
                <a:spcPts val="0"/>
              </a:spcAft>
              <a:buClr>
                <a:schemeClr val="dk1"/>
              </a:buClr>
              <a:buSzPts val="1100"/>
              <a:buFont typeface="Arial"/>
              <a:buNone/>
            </a:pPr>
            <a:r>
              <a:rPr lang="en" sz="1900"/>
              <a:t>Take 5 mins to step away from the computer. Feel free to turn off your camera and return promptly after 5 mins.</a:t>
            </a:r>
            <a:endParaRPr/>
          </a:p>
        </p:txBody>
      </p:sp>
      <p:pic>
        <p:nvPicPr>
          <p:cNvPr descr="5 minutes timer with relaxing music#5minutetimer #timer #relaxingmusic #relaxation" id="1370" name="Google Shape;1370;p179" title="5 Minutes Timer With Relaxing Music">
            <a:hlinkClick r:id="rId3"/>
          </p:cNvPr>
          <p:cNvPicPr preferRelativeResize="0"/>
          <p:nvPr/>
        </p:nvPicPr>
        <p:blipFill>
          <a:blip r:embed="rId4">
            <a:alphaModFix/>
          </a:blip>
          <a:stretch>
            <a:fillRect/>
          </a:stretch>
        </p:blipFill>
        <p:spPr>
          <a:xfrm>
            <a:off x="6355850" y="1739175"/>
            <a:ext cx="2198300" cy="1236550"/>
          </a:xfrm>
          <a:prstGeom prst="rect">
            <a:avLst/>
          </a:prstGeom>
          <a:noFill/>
          <a:ln cap="flat" cmpd="sng" w="76200">
            <a:solidFill>
              <a:srgbClr val="1B1C57"/>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4" name="Shape 1374"/>
        <p:cNvGrpSpPr/>
        <p:nvPr/>
      </p:nvGrpSpPr>
      <p:grpSpPr>
        <a:xfrm>
          <a:off x="0" y="0"/>
          <a:ext cx="0" cy="0"/>
          <a:chOff x="0" y="0"/>
          <a:chExt cx="0" cy="0"/>
        </a:xfrm>
      </p:grpSpPr>
      <p:sp>
        <p:nvSpPr>
          <p:cNvPr id="1375" name="Google Shape;1375;p180"/>
          <p:cNvSpPr txBox="1"/>
          <p:nvPr>
            <p:ph type="title"/>
          </p:nvPr>
        </p:nvSpPr>
        <p:spPr>
          <a:xfrm>
            <a:off x="884825" y="2317200"/>
            <a:ext cx="74328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Collaborative Problem Solving</a:t>
            </a:r>
            <a:endParaRPr/>
          </a:p>
        </p:txBody>
      </p:sp>
      <p:sp>
        <p:nvSpPr>
          <p:cNvPr id="1376" name="Google Shape;1376;p180"/>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 minutes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181"/>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Choosing Your Breakout Room</a:t>
            </a:r>
            <a:endParaRPr/>
          </a:p>
        </p:txBody>
      </p:sp>
      <p:sp>
        <p:nvSpPr>
          <p:cNvPr id="1382" name="Google Shape;1382;p181"/>
          <p:cNvSpPr txBox="1"/>
          <p:nvPr>
            <p:ph idx="1" type="body"/>
          </p:nvPr>
        </p:nvSpPr>
        <p:spPr>
          <a:xfrm>
            <a:off x="452400" y="1132825"/>
            <a:ext cx="55884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We’ll share the room assignments.</a:t>
            </a:r>
            <a:endParaRPr/>
          </a:p>
          <a:p>
            <a:pPr indent="-342900" lvl="0" marL="457200" rtl="0" algn="l">
              <a:spcBef>
                <a:spcPts val="1000"/>
              </a:spcBef>
              <a:spcAft>
                <a:spcPts val="1000"/>
              </a:spcAft>
              <a:buSzPts val="1800"/>
              <a:buAutoNum type="arabicPeriod"/>
            </a:pPr>
            <a:r>
              <a:rPr lang="en"/>
              <a:t>We’ll demonstrate how to find your room assignment and navigate to your room.</a:t>
            </a:r>
            <a:endParaRPr/>
          </a:p>
        </p:txBody>
      </p:sp>
      <p:sp>
        <p:nvSpPr>
          <p:cNvPr id="1383" name="Google Shape;1383;p18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384" name="Google Shape;1384;p181"/>
          <p:cNvPicPr preferRelativeResize="0"/>
          <p:nvPr/>
        </p:nvPicPr>
        <p:blipFill>
          <a:blip r:embed="rId3">
            <a:alphaModFix/>
          </a:blip>
          <a:stretch>
            <a:fillRect/>
          </a:stretch>
        </p:blipFill>
        <p:spPr>
          <a:xfrm>
            <a:off x="6356625" y="1207600"/>
            <a:ext cx="2334975" cy="2334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8" name="Shape 1388"/>
        <p:cNvGrpSpPr/>
        <p:nvPr/>
      </p:nvGrpSpPr>
      <p:grpSpPr>
        <a:xfrm>
          <a:off x="0" y="0"/>
          <a:ext cx="0" cy="0"/>
          <a:chOff x="0" y="0"/>
          <a:chExt cx="0" cy="0"/>
        </a:xfrm>
      </p:grpSpPr>
      <p:sp>
        <p:nvSpPr>
          <p:cNvPr id="1389" name="Google Shape;1389;p182"/>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55 minutes</a:t>
            </a:r>
            <a:endParaRPr/>
          </a:p>
        </p:txBody>
      </p:sp>
      <p:sp>
        <p:nvSpPr>
          <p:cNvPr id="1390" name="Google Shape;1390;p18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91" name="Google Shape;1391;p182"/>
          <p:cNvSpPr txBox="1"/>
          <p:nvPr/>
        </p:nvSpPr>
        <p:spPr>
          <a:xfrm>
            <a:off x="452400" y="1260500"/>
            <a:ext cx="7685700" cy="15588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Navigate to your breakout room.</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Introduce yourselves!</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1000"/>
              </a:spcAft>
              <a:buClr>
                <a:srgbClr val="6EC396"/>
              </a:buClr>
              <a:buSzPts val="2200"/>
              <a:buFont typeface="Poppins"/>
              <a:buAutoNum type="arabicPeriod"/>
            </a:pPr>
            <a:r>
              <a:rPr lang="en" sz="2200">
                <a:solidFill>
                  <a:srgbClr val="000000"/>
                </a:solidFill>
                <a:latin typeface="Poppins"/>
                <a:ea typeface="Poppins"/>
                <a:cs typeface="Poppins"/>
                <a:sym typeface="Poppins"/>
              </a:rPr>
              <a:t>🧑🏽‍💻 Work on the problems for your </a:t>
            </a:r>
            <a:r>
              <a:rPr lang="en" sz="2200">
                <a:latin typeface="Poppins"/>
                <a:ea typeface="Poppins"/>
                <a:cs typeface="Poppins"/>
                <a:sym typeface="Poppins"/>
              </a:rPr>
              <a:t>selected unit</a:t>
            </a:r>
            <a:r>
              <a:rPr lang="en" sz="2200">
                <a:solidFill>
                  <a:srgbClr val="000000"/>
                </a:solidFill>
                <a:latin typeface="Poppins"/>
                <a:ea typeface="Poppins"/>
                <a:cs typeface="Poppins"/>
                <a:sym typeface="Poppins"/>
              </a:rPr>
              <a:t>.</a:t>
            </a:r>
            <a:endParaRPr sz="2200">
              <a:solidFill>
                <a:srgbClr val="000000"/>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5" name="Shape 1395"/>
        <p:cNvGrpSpPr/>
        <p:nvPr/>
      </p:nvGrpSpPr>
      <p:grpSpPr>
        <a:xfrm>
          <a:off x="0" y="0"/>
          <a:ext cx="0" cy="0"/>
          <a:chOff x="0" y="0"/>
          <a:chExt cx="0" cy="0"/>
        </a:xfrm>
      </p:grpSpPr>
      <p:sp>
        <p:nvSpPr>
          <p:cNvPr id="1396" name="Google Shape;1396;p183"/>
          <p:cNvSpPr txBox="1"/>
          <p:nvPr>
            <p:ph type="title"/>
          </p:nvPr>
        </p:nvSpPr>
        <p:spPr>
          <a:xfrm>
            <a:off x="884825" y="2317200"/>
            <a:ext cx="19827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Wrap Up</a:t>
            </a:r>
            <a:endParaRPr/>
          </a:p>
        </p:txBody>
      </p:sp>
      <p:sp>
        <p:nvSpPr>
          <p:cNvPr id="1397" name="Google Shape;1397;p18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sp>
        <p:nvSpPr>
          <p:cNvPr id="1402" name="Google Shape;1402;p18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6" name="Shape 1406"/>
        <p:cNvGrpSpPr/>
        <p:nvPr/>
      </p:nvGrpSpPr>
      <p:grpSpPr>
        <a:xfrm>
          <a:off x="0" y="0"/>
          <a:ext cx="0" cy="0"/>
          <a:chOff x="0" y="0"/>
          <a:chExt cx="0" cy="0"/>
        </a:xfrm>
      </p:grpSpPr>
      <p:sp>
        <p:nvSpPr>
          <p:cNvPr id="1407" name="Google Shape;1407;p18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08" name="Google Shape;1408;p185"/>
          <p:cNvSpPr txBox="1"/>
          <p:nvPr/>
        </p:nvSpPr>
        <p:spPr>
          <a:xfrm>
            <a:off x="1048400" y="1031050"/>
            <a:ext cx="4693200" cy="16623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4800">
                <a:solidFill>
                  <a:schemeClr val="dk1"/>
                </a:solidFill>
                <a:latin typeface="Poppins"/>
                <a:ea typeface="Poppins"/>
                <a:cs typeface="Poppins"/>
                <a:sym typeface="Poppins"/>
              </a:rPr>
              <a:t>Session Survey Time!</a:t>
            </a:r>
            <a:endParaRPr b="1" sz="4800">
              <a:solidFill>
                <a:schemeClr val="dk1"/>
              </a:solidFill>
              <a:latin typeface="Poppins"/>
              <a:ea typeface="Poppins"/>
              <a:cs typeface="Poppins"/>
              <a:sym typeface="Poppins"/>
            </a:endParaRPr>
          </a:p>
        </p:txBody>
      </p:sp>
      <p:pic>
        <p:nvPicPr>
          <p:cNvPr id="1409" name="Google Shape;1409;p185"/>
          <p:cNvPicPr preferRelativeResize="0"/>
          <p:nvPr/>
        </p:nvPicPr>
        <p:blipFill>
          <a:blip r:embed="rId3">
            <a:alphaModFix/>
          </a:blip>
          <a:stretch>
            <a:fillRect/>
          </a:stretch>
        </p:blipFill>
        <p:spPr>
          <a:xfrm>
            <a:off x="5983375" y="758775"/>
            <a:ext cx="2206851" cy="2206851"/>
          </a:xfrm>
          <a:prstGeom prst="rect">
            <a:avLst/>
          </a:prstGeom>
          <a:noFill/>
          <a:ln>
            <a:noFill/>
          </a:ln>
        </p:spPr>
      </p:pic>
      <p:pic>
        <p:nvPicPr>
          <p:cNvPr descr="3 Minute Timer Relaxing Music Lofi Sky Background&#10;&#10;&#10;&#10;&#10;&#10;&#10;&#10;&#10;Tags&#10;1 minute&#10;1 minute countdown&#10;1 minute lo-fi hiphop timer&#10;1 minute timer&#10;countdown&#10;lo-fi music&#10;lofi study song&#10;study music&#10;study timer&#10;time&#10;timer&#10;working music&#10;1 minute timer with music&#10;1 minute clock&#10;lofi hiphop&#10;relaxing timers&#10;relaxing music&#10;relaxing lofi timer&#10;nature timer&#10;meditation&#10;meditation music&#10;relaxing sleep music&#10;school timer&#10;sleep timer&#10;chill timer&#10;chill music&#10;lofi timer&#10;lofi hiphop timer&#10;lofi hip hop" id="1410" name="Google Shape;1410;p185" title="3 Minute Timer Relaxing Music Lofi Sky Background">
            <a:hlinkClick r:id="rId4"/>
          </p:cNvPr>
          <p:cNvPicPr preferRelativeResize="0"/>
          <p:nvPr/>
        </p:nvPicPr>
        <p:blipFill>
          <a:blip r:embed="rId5">
            <a:alphaModFix/>
          </a:blip>
          <a:stretch>
            <a:fillRect/>
          </a:stretch>
        </p:blipFill>
        <p:spPr>
          <a:xfrm>
            <a:off x="3437925" y="3125450"/>
            <a:ext cx="2268150" cy="127584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4" name="Shape 1414"/>
        <p:cNvGrpSpPr/>
        <p:nvPr/>
      </p:nvGrpSpPr>
      <p:grpSpPr>
        <a:xfrm>
          <a:off x="0" y="0"/>
          <a:ext cx="0" cy="0"/>
          <a:chOff x="0" y="0"/>
          <a:chExt cx="0" cy="0"/>
        </a:xfrm>
      </p:grpSpPr>
      <p:sp>
        <p:nvSpPr>
          <p:cNvPr id="1415" name="Google Shape;1415;p186"/>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Reminders</a:t>
            </a:r>
            <a:endParaRPr/>
          </a:p>
        </p:txBody>
      </p:sp>
      <p:sp>
        <p:nvSpPr>
          <p:cNvPr id="1416" name="Google Shape;1416;p18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17" name="Google Shape;1417;p186"/>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Finish the problem sets for additional practice</a:t>
            </a:r>
            <a:endParaRPr/>
          </a:p>
          <a:p>
            <a:pPr indent="-342900" lvl="0" marL="457200" rtl="0" algn="l">
              <a:spcBef>
                <a:spcPts val="0"/>
              </a:spcBef>
              <a:spcAft>
                <a:spcPts val="0"/>
              </a:spcAft>
              <a:buSzPts val="1800"/>
              <a:buChar char="❒"/>
            </a:pPr>
            <a:r>
              <a:rPr lang="en"/>
              <a:t>Take the weekly HackerRank assessment by Sunday @ midnight</a:t>
            </a:r>
            <a:endParaRPr/>
          </a:p>
          <a:p>
            <a:pPr indent="-342900" lvl="0" marL="457200" rtl="0" algn="l">
              <a:spcBef>
                <a:spcPts val="0"/>
              </a:spcBef>
              <a:spcAft>
                <a:spcPts val="0"/>
              </a:spcAft>
              <a:buSzPts val="1800"/>
              <a:buChar char="❒"/>
            </a:pPr>
            <a:r>
              <a:rPr lang="en"/>
              <a:t>Visit a </a:t>
            </a:r>
            <a:r>
              <a:rPr b="1" lang="en"/>
              <a:t>Study Hall Session</a:t>
            </a:r>
            <a:r>
              <a:rPr lang="en"/>
              <a:t> to deepen your understanding, work through challenges, and connect with course material alongside your peers!</a:t>
            </a:r>
            <a:endParaRPr/>
          </a:p>
        </p:txBody>
      </p:sp>
      <p:pic>
        <p:nvPicPr>
          <p:cNvPr id="1418" name="Google Shape;1418;p186"/>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